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Lst>
  <p:sldSz cx="9144000" cy="5143500" type="screen16x9"/>
  <p:notesSz cx="6858000" cy="9144000"/>
  <p:embeddedFontLst>
    <p:embeddedFont>
      <p:font typeface="Amatic SC" panose="00000500000000000000" pitchFamily="2" charset="-79"/>
      <p:regular r:id="rId60"/>
      <p:bold r:id="rId61"/>
    </p:embeddedFont>
    <p:embeddedFont>
      <p:font typeface="Anaheim" panose="020B0604020202020204" charset="0"/>
      <p:regular r:id="rId62"/>
      <p:bold r:id="rId63"/>
    </p:embeddedFont>
    <p:embeddedFont>
      <p:font typeface="Bebas Neue" panose="020B0606020202050201" pitchFamily="34" charset="0"/>
      <p:regular r:id="rId64"/>
    </p:embeddedFont>
    <p:embeddedFont>
      <p:font typeface="IBM Plex Mono" panose="020B0509050203000203" pitchFamily="49" charset="0"/>
      <p:regular r:id="rId65"/>
      <p:bold r:id="rId66"/>
      <p:italic r:id="rId67"/>
      <p:boldItalic r:id="rId68"/>
    </p:embeddedFont>
    <p:embeddedFont>
      <p:font typeface="IBM Plex Mono SemiBold" panose="020B0709050203000203" pitchFamily="49" charset="0"/>
      <p:regular r:id="rId69"/>
      <p:bold r:id="rId70"/>
      <p:italic r:id="rId71"/>
      <p:boldItalic r:id="rId72"/>
    </p:embeddedFont>
    <p:embeddedFont>
      <p:font typeface="Metrophobic" panose="020B0604020202020204" charset="0"/>
      <p:regular r:id="rId73"/>
    </p:embeddedFont>
    <p:embeddedFont>
      <p:font typeface="Nunito Light" pitchFamily="2" charset="0"/>
      <p:regular r:id="rId74"/>
    </p:embeddedFont>
    <p:embeddedFont>
      <p:font typeface="Proxima Nova" panose="020B0604020202020204" charset="0"/>
      <p:regular r:id="rId75"/>
      <p:bold r:id="rId76"/>
      <p:italic r:id="rId77"/>
      <p:boldItalic r:id="rId78"/>
    </p:embeddedFont>
    <p:embeddedFont>
      <p:font typeface="Proxima Nova Semibold" panose="020B0604020202020204" charset="0"/>
      <p:regular r:id="rId79"/>
      <p:bold r:id="rId80"/>
      <p:boldItalic r:id="rId81"/>
    </p:embeddedFont>
    <p:embeddedFont>
      <p:font typeface="Roboto Medium" panose="02000000000000000000" pitchFamily="2" charset="0"/>
      <p:regular r:id="rId82"/>
      <p:bold r:id="rId83"/>
      <p:italic r:id="rId84"/>
      <p:boldItalic r:id="rId8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A962230-4F77-4ABE-9BE0-74B063F37B1E}">
  <a:tblStyle styleId="{0A962230-4F77-4ABE-9BE0-74B063F37B1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56643AD-9000-4714-B976-010CCE74974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6" d="100"/>
          <a:sy n="76" d="100"/>
        </p:scale>
        <p:origin x="1000" y="4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89"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viewProps" Target="viewProps.xml"/><Relationship Id="rId61" Type="http://schemas.openxmlformats.org/officeDocument/2006/relationships/font" Target="fonts/font2.fntdata"/><Relationship Id="rId82" Type="http://schemas.openxmlformats.org/officeDocument/2006/relationships/font" Target="fonts/font23.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5"/>
        <p:cNvGrpSpPr/>
        <p:nvPr/>
      </p:nvGrpSpPr>
      <p:grpSpPr>
        <a:xfrm>
          <a:off x="0" y="0"/>
          <a:ext cx="0" cy="0"/>
          <a:chOff x="0" y="0"/>
          <a:chExt cx="0" cy="0"/>
        </a:xfrm>
      </p:grpSpPr>
      <p:sp>
        <p:nvSpPr>
          <p:cNvPr id="1386" name="Google Shape;1386;g4dfce81f19_0_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7" name="Google Shape;1387;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5"/>
        <p:cNvGrpSpPr/>
        <p:nvPr/>
      </p:nvGrpSpPr>
      <p:grpSpPr>
        <a:xfrm>
          <a:off x="0" y="0"/>
          <a:ext cx="0" cy="0"/>
          <a:chOff x="0" y="0"/>
          <a:chExt cx="0" cy="0"/>
        </a:xfrm>
      </p:grpSpPr>
      <p:sp>
        <p:nvSpPr>
          <p:cNvPr id="1546" name="Google Shape;1546;gd431007ba2_0_2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7" name="Google Shape;154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4"/>
        <p:cNvGrpSpPr/>
        <p:nvPr/>
      </p:nvGrpSpPr>
      <p:grpSpPr>
        <a:xfrm>
          <a:off x="0" y="0"/>
          <a:ext cx="0" cy="0"/>
          <a:chOff x="0" y="0"/>
          <a:chExt cx="0" cy="0"/>
        </a:xfrm>
      </p:grpSpPr>
      <p:sp>
        <p:nvSpPr>
          <p:cNvPr id="1555" name="Google Shape;1555;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6" name="Google Shape;155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1"/>
        <p:cNvGrpSpPr/>
        <p:nvPr/>
      </p:nvGrpSpPr>
      <p:grpSpPr>
        <a:xfrm>
          <a:off x="0" y="0"/>
          <a:ext cx="0" cy="0"/>
          <a:chOff x="0" y="0"/>
          <a:chExt cx="0" cy="0"/>
        </a:xfrm>
      </p:grpSpPr>
      <p:sp>
        <p:nvSpPr>
          <p:cNvPr id="1572" name="Google Shape;1572;g54dda1946d_6_2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 name="Google Shape;1573;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9"/>
        <p:cNvGrpSpPr/>
        <p:nvPr/>
      </p:nvGrpSpPr>
      <p:grpSpPr>
        <a:xfrm>
          <a:off x="0" y="0"/>
          <a:ext cx="0" cy="0"/>
          <a:chOff x="0" y="0"/>
          <a:chExt cx="0" cy="0"/>
        </a:xfrm>
      </p:grpSpPr>
      <p:sp>
        <p:nvSpPr>
          <p:cNvPr id="1650" name="Google Shape;1650;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 name="Google Shape;1651;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9"/>
        <p:cNvGrpSpPr/>
        <p:nvPr/>
      </p:nvGrpSpPr>
      <p:grpSpPr>
        <a:xfrm>
          <a:off x="0" y="0"/>
          <a:ext cx="0" cy="0"/>
          <a:chOff x="0" y="0"/>
          <a:chExt cx="0" cy="0"/>
        </a:xfrm>
      </p:grpSpPr>
      <p:sp>
        <p:nvSpPr>
          <p:cNvPr id="1760" name="Google Shape;1760;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1" name="Google Shape;1761;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4"/>
        <p:cNvGrpSpPr/>
        <p:nvPr/>
      </p:nvGrpSpPr>
      <p:grpSpPr>
        <a:xfrm>
          <a:off x="0" y="0"/>
          <a:ext cx="0" cy="0"/>
          <a:chOff x="0" y="0"/>
          <a:chExt cx="0" cy="0"/>
        </a:xfrm>
      </p:grpSpPr>
      <p:sp>
        <p:nvSpPr>
          <p:cNvPr id="1815" name="Google Shape;1815;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6" name="Google Shape;1816;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0"/>
        <p:cNvGrpSpPr/>
        <p:nvPr/>
      </p:nvGrpSpPr>
      <p:grpSpPr>
        <a:xfrm>
          <a:off x="0" y="0"/>
          <a:ext cx="0" cy="0"/>
          <a:chOff x="0" y="0"/>
          <a:chExt cx="0" cy="0"/>
        </a:xfrm>
      </p:grpSpPr>
      <p:sp>
        <p:nvSpPr>
          <p:cNvPr id="1861" name="Google Shape;1861;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2" name="Google Shape;186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3"/>
        <p:cNvGrpSpPr/>
        <p:nvPr/>
      </p:nvGrpSpPr>
      <p:grpSpPr>
        <a:xfrm>
          <a:off x="0" y="0"/>
          <a:ext cx="0" cy="0"/>
          <a:chOff x="0" y="0"/>
          <a:chExt cx="0" cy="0"/>
        </a:xfrm>
      </p:grpSpPr>
      <p:sp>
        <p:nvSpPr>
          <p:cNvPr id="1914" name="Google Shape;1914;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5" name="Google Shape;1915;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9"/>
        <p:cNvGrpSpPr/>
        <p:nvPr/>
      </p:nvGrpSpPr>
      <p:grpSpPr>
        <a:xfrm>
          <a:off x="0" y="0"/>
          <a:ext cx="0" cy="0"/>
          <a:chOff x="0" y="0"/>
          <a:chExt cx="0" cy="0"/>
        </a:xfrm>
      </p:grpSpPr>
      <p:sp>
        <p:nvSpPr>
          <p:cNvPr id="1960" name="Google Shape;1960;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1" name="Google Shape;1961;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2"/>
        <p:cNvGrpSpPr/>
        <p:nvPr/>
      </p:nvGrpSpPr>
      <p:grpSpPr>
        <a:xfrm>
          <a:off x="0" y="0"/>
          <a:ext cx="0" cy="0"/>
          <a:chOff x="0" y="0"/>
          <a:chExt cx="0" cy="0"/>
        </a:xfrm>
      </p:grpSpPr>
      <p:sp>
        <p:nvSpPr>
          <p:cNvPr id="1993" name="Google Shape;1993;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4" name="Google Shape;1994;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2"/>
        <p:cNvGrpSpPr/>
        <p:nvPr/>
      </p:nvGrpSpPr>
      <p:grpSpPr>
        <a:xfrm>
          <a:off x="0" y="0"/>
          <a:ext cx="0" cy="0"/>
          <a:chOff x="0" y="0"/>
          <a:chExt cx="0" cy="0"/>
        </a:xfrm>
      </p:grpSpPr>
      <p:sp>
        <p:nvSpPr>
          <p:cNvPr id="2033" name="Google Shape;2033;g54dda1946d_4_27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34" name="Google Shape;2034;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7"/>
        <p:cNvGrpSpPr/>
        <p:nvPr/>
      </p:nvGrpSpPr>
      <p:grpSpPr>
        <a:xfrm>
          <a:off x="0" y="0"/>
          <a:ext cx="0" cy="0"/>
          <a:chOff x="0" y="0"/>
          <a:chExt cx="0" cy="0"/>
        </a:xfrm>
      </p:grpSpPr>
      <p:sp>
        <p:nvSpPr>
          <p:cNvPr id="2088" name="Google Shape;2088;g54dda1946d_6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9" name="Google Shape;2089;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g54ff9c4cb4_3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4" name="Google Shape;2184;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4"/>
        <p:cNvGrpSpPr/>
        <p:nvPr/>
      </p:nvGrpSpPr>
      <p:grpSpPr>
        <a:xfrm>
          <a:off x="0" y="0"/>
          <a:ext cx="0" cy="0"/>
          <a:chOff x="0" y="0"/>
          <a:chExt cx="0" cy="0"/>
        </a:xfrm>
      </p:grpSpPr>
      <p:sp>
        <p:nvSpPr>
          <p:cNvPr id="2255" name="Google Shape;2255;g54dda1946d_6_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6" name="Google Shape;2256;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
        <p:cNvGrpSpPr/>
        <p:nvPr/>
      </p:nvGrpSpPr>
      <p:grpSpPr>
        <a:xfrm>
          <a:off x="0" y="0"/>
          <a:ext cx="0" cy="0"/>
          <a:chOff x="0" y="0"/>
          <a:chExt cx="0" cy="0"/>
        </a:xfrm>
      </p:grpSpPr>
      <p:sp>
        <p:nvSpPr>
          <p:cNvPr id="2261" name="Google Shape;2261;g54dda1946d_6_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2" name="Google Shape;2262;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5"/>
        <p:cNvGrpSpPr/>
        <p:nvPr/>
      </p:nvGrpSpPr>
      <p:grpSpPr>
        <a:xfrm>
          <a:off x="0" y="0"/>
          <a:ext cx="0" cy="0"/>
          <a:chOff x="0" y="0"/>
          <a:chExt cx="0" cy="0"/>
        </a:xfrm>
      </p:grpSpPr>
      <p:sp>
        <p:nvSpPr>
          <p:cNvPr id="2316" name="Google Shape;2316;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7" name="Google Shape;2317;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6"/>
        <p:cNvGrpSpPr/>
        <p:nvPr/>
      </p:nvGrpSpPr>
      <p:grpSpPr>
        <a:xfrm>
          <a:off x="0" y="0"/>
          <a:ext cx="0" cy="0"/>
          <a:chOff x="0" y="0"/>
          <a:chExt cx="0" cy="0"/>
        </a:xfrm>
      </p:grpSpPr>
      <p:sp>
        <p:nvSpPr>
          <p:cNvPr id="2407" name="Google Shape;2407;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8" name="Google Shape;2408;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1"/>
        <p:cNvGrpSpPr/>
        <p:nvPr/>
      </p:nvGrpSpPr>
      <p:grpSpPr>
        <a:xfrm>
          <a:off x="0" y="0"/>
          <a:ext cx="0" cy="0"/>
          <a:chOff x="0" y="0"/>
          <a:chExt cx="0" cy="0"/>
        </a:xfrm>
      </p:grpSpPr>
      <p:sp>
        <p:nvSpPr>
          <p:cNvPr id="2482" name="Google Shape;2482;gd5260bdd85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3" name="Google Shape;2483;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3"/>
        <p:cNvGrpSpPr/>
        <p:nvPr/>
      </p:nvGrpSpPr>
      <p:grpSpPr>
        <a:xfrm>
          <a:off x="0" y="0"/>
          <a:ext cx="0" cy="0"/>
          <a:chOff x="0" y="0"/>
          <a:chExt cx="0" cy="0"/>
        </a:xfrm>
      </p:grpSpPr>
      <p:sp>
        <p:nvSpPr>
          <p:cNvPr id="2514" name="Google Shape;2514;g54dda1946d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5" name="Google Shape;2515;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5"/>
        <p:cNvGrpSpPr/>
        <p:nvPr/>
      </p:nvGrpSpPr>
      <p:grpSpPr>
        <a:xfrm>
          <a:off x="0" y="0"/>
          <a:ext cx="0" cy="0"/>
          <a:chOff x="0" y="0"/>
          <a:chExt cx="0" cy="0"/>
        </a:xfrm>
      </p:grpSpPr>
      <p:sp>
        <p:nvSpPr>
          <p:cNvPr id="2526" name="Google Shape;2526;g54dda1946d_4_27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7" name="Google Shape;2527;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1"/>
        <p:cNvGrpSpPr/>
        <p:nvPr/>
      </p:nvGrpSpPr>
      <p:grpSpPr>
        <a:xfrm>
          <a:off x="0" y="0"/>
          <a:ext cx="0" cy="0"/>
          <a:chOff x="0" y="0"/>
          <a:chExt cx="0" cy="0"/>
        </a:xfrm>
      </p:grpSpPr>
      <p:sp>
        <p:nvSpPr>
          <p:cNvPr id="2542" name="Google Shape;2542;g54dda1946d_4_27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3" name="Google Shape;2543;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2"/>
        <p:cNvGrpSpPr/>
        <p:nvPr/>
      </p:nvGrpSpPr>
      <p:grpSpPr>
        <a:xfrm>
          <a:off x="0" y="0"/>
          <a:ext cx="0" cy="0"/>
          <a:chOff x="0" y="0"/>
          <a:chExt cx="0" cy="0"/>
        </a:xfrm>
      </p:grpSpPr>
      <p:sp>
        <p:nvSpPr>
          <p:cNvPr id="2553" name="Google Shape;2553;g54dda1946d_4_26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4" name="Google Shape;2554;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0"/>
        <p:cNvGrpSpPr/>
        <p:nvPr/>
      </p:nvGrpSpPr>
      <p:grpSpPr>
        <a:xfrm>
          <a:off x="0" y="0"/>
          <a:ext cx="0" cy="0"/>
          <a:chOff x="0" y="0"/>
          <a:chExt cx="0" cy="0"/>
        </a:xfrm>
      </p:grpSpPr>
      <p:sp>
        <p:nvSpPr>
          <p:cNvPr id="2631" name="Google Shape;2631;g277901db34b_2_14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2" name="Google Shape;2632;g277901db34b_2_1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0"/>
        <p:cNvGrpSpPr/>
        <p:nvPr/>
      </p:nvGrpSpPr>
      <p:grpSpPr>
        <a:xfrm>
          <a:off x="0" y="0"/>
          <a:ext cx="0" cy="0"/>
          <a:chOff x="0" y="0"/>
          <a:chExt cx="0" cy="0"/>
        </a:xfrm>
      </p:grpSpPr>
      <p:sp>
        <p:nvSpPr>
          <p:cNvPr id="2661" name="Google Shape;2661;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2" name="Google Shape;2662;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2"/>
        <p:cNvGrpSpPr/>
        <p:nvPr/>
      </p:nvGrpSpPr>
      <p:grpSpPr>
        <a:xfrm>
          <a:off x="0" y="0"/>
          <a:ext cx="0" cy="0"/>
          <a:chOff x="0" y="0"/>
          <a:chExt cx="0" cy="0"/>
        </a:xfrm>
      </p:grpSpPr>
      <p:sp>
        <p:nvSpPr>
          <p:cNvPr id="2673" name="Google Shape;2673;g54dda1946d_4_26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74" name="Google Shape;2674;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8"/>
        <p:cNvGrpSpPr/>
        <p:nvPr/>
      </p:nvGrpSpPr>
      <p:grpSpPr>
        <a:xfrm>
          <a:off x="0" y="0"/>
          <a:ext cx="0" cy="0"/>
          <a:chOff x="0" y="0"/>
          <a:chExt cx="0" cy="0"/>
        </a:xfrm>
      </p:grpSpPr>
      <p:sp>
        <p:nvSpPr>
          <p:cNvPr id="2699" name="Google Shape;2699;gd5260bdd85_0_3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0" name="Google Shape;2700;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3"/>
        <p:cNvGrpSpPr/>
        <p:nvPr/>
      </p:nvGrpSpPr>
      <p:grpSpPr>
        <a:xfrm>
          <a:off x="0" y="0"/>
          <a:ext cx="0" cy="0"/>
          <a:chOff x="0" y="0"/>
          <a:chExt cx="0" cy="0"/>
        </a:xfrm>
      </p:grpSpPr>
      <p:sp>
        <p:nvSpPr>
          <p:cNvPr id="2794" name="Google Shape;2794;g27743329288_0_4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5" name="Google Shape;2795;g27743329288_0_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59"/>
        <p:cNvGrpSpPr/>
        <p:nvPr/>
      </p:nvGrpSpPr>
      <p:grpSpPr>
        <a:xfrm>
          <a:off x="0" y="0"/>
          <a:ext cx="0" cy="0"/>
          <a:chOff x="0" y="0"/>
          <a:chExt cx="0" cy="0"/>
        </a:xfrm>
      </p:grpSpPr>
      <p:sp>
        <p:nvSpPr>
          <p:cNvPr id="2960" name="Google Shape;2960;g27743329288_0_4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1" name="Google Shape;2961;g27743329288_0_4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4"/>
        <p:cNvGrpSpPr/>
        <p:nvPr/>
      </p:nvGrpSpPr>
      <p:grpSpPr>
        <a:xfrm>
          <a:off x="0" y="0"/>
          <a:ext cx="0" cy="0"/>
          <a:chOff x="0" y="0"/>
          <a:chExt cx="0" cy="0"/>
        </a:xfrm>
      </p:grpSpPr>
      <p:sp>
        <p:nvSpPr>
          <p:cNvPr id="3005" name="Google Shape;3005;g27743329288_0_4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6" name="Google Shape;3006;g27743329288_0_4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5"/>
        <p:cNvGrpSpPr/>
        <p:nvPr/>
      </p:nvGrpSpPr>
      <p:grpSpPr>
        <a:xfrm>
          <a:off x="0" y="0"/>
          <a:ext cx="0" cy="0"/>
          <a:chOff x="0" y="0"/>
          <a:chExt cx="0" cy="0"/>
        </a:xfrm>
      </p:grpSpPr>
      <p:sp>
        <p:nvSpPr>
          <p:cNvPr id="3066" name="Google Shape;3066;g27743329288_0_4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7" name="Google Shape;3067;g27743329288_0_4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7"/>
        <p:cNvGrpSpPr/>
        <p:nvPr/>
      </p:nvGrpSpPr>
      <p:grpSpPr>
        <a:xfrm>
          <a:off x="0" y="0"/>
          <a:ext cx="0" cy="0"/>
          <a:chOff x="0" y="0"/>
          <a:chExt cx="0" cy="0"/>
        </a:xfrm>
      </p:grpSpPr>
      <p:sp>
        <p:nvSpPr>
          <p:cNvPr id="3138" name="Google Shape;3138;g27743329288_0_4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9" name="Google Shape;3139;g27743329288_0_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9"/>
        <p:cNvGrpSpPr/>
        <p:nvPr/>
      </p:nvGrpSpPr>
      <p:grpSpPr>
        <a:xfrm>
          <a:off x="0" y="0"/>
          <a:ext cx="0" cy="0"/>
          <a:chOff x="0" y="0"/>
          <a:chExt cx="0" cy="0"/>
        </a:xfrm>
      </p:grpSpPr>
      <p:sp>
        <p:nvSpPr>
          <p:cNvPr id="3150" name="Google Shape;3150;g27743329288_0_4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1" name="Google Shape;3151;g27743329288_0_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9"/>
        <p:cNvGrpSpPr/>
        <p:nvPr/>
      </p:nvGrpSpPr>
      <p:grpSpPr>
        <a:xfrm>
          <a:off x="0" y="0"/>
          <a:ext cx="0" cy="0"/>
          <a:chOff x="0" y="0"/>
          <a:chExt cx="0" cy="0"/>
        </a:xfrm>
      </p:grpSpPr>
      <p:sp>
        <p:nvSpPr>
          <p:cNvPr id="3320" name="Google Shape;3320;g27743329288_0_4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21" name="Google Shape;3321;g27743329288_0_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8"/>
        <p:cNvGrpSpPr/>
        <p:nvPr/>
      </p:nvGrpSpPr>
      <p:grpSpPr>
        <a:xfrm>
          <a:off x="0" y="0"/>
          <a:ext cx="0" cy="0"/>
          <a:chOff x="0" y="0"/>
          <a:chExt cx="0" cy="0"/>
        </a:xfrm>
      </p:grpSpPr>
      <p:sp>
        <p:nvSpPr>
          <p:cNvPr id="3359" name="Google Shape;3359;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60" name="Google Shape;3360;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6"/>
        <p:cNvGrpSpPr/>
        <p:nvPr/>
      </p:nvGrpSpPr>
      <p:grpSpPr>
        <a:xfrm>
          <a:off x="0" y="0"/>
          <a:ext cx="0" cy="0"/>
          <a:chOff x="0" y="0"/>
          <a:chExt cx="0" cy="0"/>
        </a:xfrm>
      </p:grpSpPr>
      <p:sp>
        <p:nvSpPr>
          <p:cNvPr id="3497" name="Google Shape;3497;g27743329288_0_179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8" name="Google Shape;3498;g27743329288_0_179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30"/>
        <p:cNvGrpSpPr/>
        <p:nvPr/>
      </p:nvGrpSpPr>
      <p:grpSpPr>
        <a:xfrm>
          <a:off x="0" y="0"/>
          <a:ext cx="0" cy="0"/>
          <a:chOff x="0" y="0"/>
          <a:chExt cx="0" cy="0"/>
        </a:xfrm>
      </p:grpSpPr>
      <p:sp>
        <p:nvSpPr>
          <p:cNvPr id="3731" name="Google Shape;3731;gd44c0c1fca_0_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32" name="Google Shape;3732;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77"/>
        <p:cNvGrpSpPr/>
        <p:nvPr/>
      </p:nvGrpSpPr>
      <p:grpSpPr>
        <a:xfrm>
          <a:off x="0" y="0"/>
          <a:ext cx="0" cy="0"/>
          <a:chOff x="0" y="0"/>
          <a:chExt cx="0" cy="0"/>
        </a:xfrm>
      </p:grpSpPr>
      <p:sp>
        <p:nvSpPr>
          <p:cNvPr id="3778" name="Google Shape;3778;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9" name="Google Shape;3779;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87"/>
        <p:cNvGrpSpPr/>
        <p:nvPr/>
      </p:nvGrpSpPr>
      <p:grpSpPr>
        <a:xfrm>
          <a:off x="0" y="0"/>
          <a:ext cx="0" cy="0"/>
          <a:chOff x="0" y="0"/>
          <a:chExt cx="0" cy="0"/>
        </a:xfrm>
      </p:grpSpPr>
      <p:sp>
        <p:nvSpPr>
          <p:cNvPr id="3788" name="Google Shape;3788;g27743329288_0_91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89" name="Google Shape;3789;g27743329288_0_9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3"/>
        <p:cNvGrpSpPr/>
        <p:nvPr/>
      </p:nvGrpSpPr>
      <p:grpSpPr>
        <a:xfrm>
          <a:off x="0" y="0"/>
          <a:ext cx="0" cy="0"/>
          <a:chOff x="0" y="0"/>
          <a:chExt cx="0" cy="0"/>
        </a:xfrm>
      </p:grpSpPr>
      <p:sp>
        <p:nvSpPr>
          <p:cNvPr id="3794" name="Google Shape;3794;g27743329288_0_9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5" name="Google Shape;3795;g27743329288_0_9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9"/>
        <p:cNvGrpSpPr/>
        <p:nvPr/>
      </p:nvGrpSpPr>
      <p:grpSpPr>
        <a:xfrm>
          <a:off x="0" y="0"/>
          <a:ext cx="0" cy="0"/>
          <a:chOff x="0" y="0"/>
          <a:chExt cx="0" cy="0"/>
        </a:xfrm>
      </p:grpSpPr>
      <p:sp>
        <p:nvSpPr>
          <p:cNvPr id="3800" name="Google Shape;3800;g27743329288_0_91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01" name="Google Shape;3801;g27743329288_0_9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1"/>
        <p:cNvGrpSpPr/>
        <p:nvPr/>
      </p:nvGrpSpPr>
      <p:grpSpPr>
        <a:xfrm>
          <a:off x="0" y="0"/>
          <a:ext cx="0" cy="0"/>
          <a:chOff x="0" y="0"/>
          <a:chExt cx="0" cy="0"/>
        </a:xfrm>
      </p:grpSpPr>
      <p:sp>
        <p:nvSpPr>
          <p:cNvPr id="3822" name="Google Shape;3822;g27743329288_0_92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23" name="Google Shape;3823;g27743329288_0_9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7"/>
        <p:cNvGrpSpPr/>
        <p:nvPr/>
      </p:nvGrpSpPr>
      <p:grpSpPr>
        <a:xfrm>
          <a:off x="0" y="0"/>
          <a:ext cx="0" cy="0"/>
          <a:chOff x="0" y="0"/>
          <a:chExt cx="0" cy="0"/>
        </a:xfrm>
      </p:grpSpPr>
      <p:sp>
        <p:nvSpPr>
          <p:cNvPr id="3838" name="Google Shape;3838;g27743329288_0_92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9" name="Google Shape;3839;g27743329288_0_9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76"/>
        <p:cNvGrpSpPr/>
        <p:nvPr/>
      </p:nvGrpSpPr>
      <p:grpSpPr>
        <a:xfrm>
          <a:off x="0" y="0"/>
          <a:ext cx="0" cy="0"/>
          <a:chOff x="0" y="0"/>
          <a:chExt cx="0" cy="0"/>
        </a:xfrm>
      </p:grpSpPr>
      <p:sp>
        <p:nvSpPr>
          <p:cNvPr id="4177" name="Google Shape;4177;g27743329288_0_95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78" name="Google Shape;4178;g27743329288_0_95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7"/>
        <p:cNvGrpSpPr/>
        <p:nvPr/>
      </p:nvGrpSpPr>
      <p:grpSpPr>
        <a:xfrm>
          <a:off x="0" y="0"/>
          <a:ext cx="0" cy="0"/>
          <a:chOff x="0" y="0"/>
          <a:chExt cx="0" cy="0"/>
        </a:xfrm>
      </p:grpSpPr>
      <p:sp>
        <p:nvSpPr>
          <p:cNvPr id="6378" name="Google Shape;6378;g27743329288_0_117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79" name="Google Shape;6379;g27743329288_0_11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96"/>
        <p:cNvGrpSpPr/>
        <p:nvPr/>
      </p:nvGrpSpPr>
      <p:grpSpPr>
        <a:xfrm>
          <a:off x="0" y="0"/>
          <a:ext cx="0" cy="0"/>
          <a:chOff x="0" y="0"/>
          <a:chExt cx="0" cy="0"/>
        </a:xfrm>
      </p:grpSpPr>
      <p:sp>
        <p:nvSpPr>
          <p:cNvPr id="6797" name="Google Shape;6797;g27743329288_0_12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8" name="Google Shape;6798;g27743329288_0_12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66"/>
        <p:cNvGrpSpPr/>
        <p:nvPr/>
      </p:nvGrpSpPr>
      <p:grpSpPr>
        <a:xfrm>
          <a:off x="0" y="0"/>
          <a:ext cx="0" cy="0"/>
          <a:chOff x="0" y="0"/>
          <a:chExt cx="0" cy="0"/>
        </a:xfrm>
      </p:grpSpPr>
      <p:sp>
        <p:nvSpPr>
          <p:cNvPr id="6967" name="Google Shape;6967;g27743329288_0_123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68" name="Google Shape;6968;g27743329288_0_123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1"/>
        <p:cNvGrpSpPr/>
        <p:nvPr/>
      </p:nvGrpSpPr>
      <p:grpSpPr>
        <a:xfrm>
          <a:off x="0" y="0"/>
          <a:ext cx="0" cy="0"/>
          <a:chOff x="0" y="0"/>
          <a:chExt cx="0" cy="0"/>
        </a:xfrm>
      </p:grpSpPr>
      <p:sp>
        <p:nvSpPr>
          <p:cNvPr id="7372" name="Google Shape;7372;g27743329288_0_127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3" name="Google Shape;7373;g27743329288_0_1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51"/>
        <p:cNvGrpSpPr/>
        <p:nvPr/>
      </p:nvGrpSpPr>
      <p:grpSpPr>
        <a:xfrm>
          <a:off x="0" y="0"/>
          <a:ext cx="0" cy="0"/>
          <a:chOff x="0" y="0"/>
          <a:chExt cx="0" cy="0"/>
        </a:xfrm>
      </p:grpSpPr>
      <p:sp>
        <p:nvSpPr>
          <p:cNvPr id="7752" name="Google Shape;7752;g27743329288_0_131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53" name="Google Shape;7753;g27743329288_0_13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7"/>
        <p:cNvGrpSpPr/>
        <p:nvPr/>
      </p:nvGrpSpPr>
      <p:grpSpPr>
        <a:xfrm>
          <a:off x="0" y="0"/>
          <a:ext cx="0" cy="0"/>
          <a:chOff x="0" y="0"/>
          <a:chExt cx="0" cy="0"/>
        </a:xfrm>
      </p:grpSpPr>
      <p:sp>
        <p:nvSpPr>
          <p:cNvPr id="8178" name="Google Shape;8178;g27743329288_0_135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79" name="Google Shape;8179;g27743329288_0_13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8"/>
        <p:cNvGrpSpPr/>
        <p:nvPr/>
      </p:nvGrpSpPr>
      <p:grpSpPr>
        <a:xfrm>
          <a:off x="0" y="0"/>
          <a:ext cx="0" cy="0"/>
          <a:chOff x="0" y="0"/>
          <a:chExt cx="0" cy="0"/>
        </a:xfrm>
      </p:grpSpPr>
      <p:sp>
        <p:nvSpPr>
          <p:cNvPr id="8539" name="Google Shape;8539;g27743329288_0_139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0" name="Google Shape;8540;g27743329288_0_139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48"/>
        <p:cNvGrpSpPr/>
        <p:nvPr/>
      </p:nvGrpSpPr>
      <p:grpSpPr>
        <a:xfrm>
          <a:off x="0" y="0"/>
          <a:ext cx="0" cy="0"/>
          <a:chOff x="0" y="0"/>
          <a:chExt cx="0" cy="0"/>
        </a:xfrm>
      </p:grpSpPr>
      <p:sp>
        <p:nvSpPr>
          <p:cNvPr id="9049" name="Google Shape;9049;g27743329288_0_144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50" name="Google Shape;9050;g27743329288_0_144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68"/>
        <p:cNvGrpSpPr/>
        <p:nvPr/>
      </p:nvGrpSpPr>
      <p:grpSpPr>
        <a:xfrm>
          <a:off x="0" y="0"/>
          <a:ext cx="0" cy="0"/>
          <a:chOff x="0" y="0"/>
          <a:chExt cx="0" cy="0"/>
        </a:xfrm>
      </p:grpSpPr>
      <p:sp>
        <p:nvSpPr>
          <p:cNvPr id="9669" name="Google Shape;9669;g27743329288_0_150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70" name="Google Shape;9670;g27743329288_0_150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62"/>
        <p:cNvGrpSpPr/>
        <p:nvPr/>
      </p:nvGrpSpPr>
      <p:grpSpPr>
        <a:xfrm>
          <a:off x="0" y="0"/>
          <a:ext cx="0" cy="0"/>
          <a:chOff x="0" y="0"/>
          <a:chExt cx="0" cy="0"/>
        </a:xfrm>
      </p:grpSpPr>
      <p:sp>
        <p:nvSpPr>
          <p:cNvPr id="10263" name="Google Shape;10263;g27743329288_0_156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64" name="Google Shape;10264;g27743329288_0_156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83"/>
        <p:cNvGrpSpPr/>
        <p:nvPr/>
      </p:nvGrpSpPr>
      <p:grpSpPr>
        <a:xfrm>
          <a:off x="0" y="0"/>
          <a:ext cx="0" cy="0"/>
          <a:chOff x="0" y="0"/>
          <a:chExt cx="0" cy="0"/>
        </a:xfrm>
      </p:grpSpPr>
      <p:sp>
        <p:nvSpPr>
          <p:cNvPr id="10584" name="Google Shape;10584;g27743329288_0_159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85" name="Google Shape;10585;g27743329288_0_159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1"/>
        <p:cNvGrpSpPr/>
        <p:nvPr/>
      </p:nvGrpSpPr>
      <p:grpSpPr>
        <a:xfrm>
          <a:off x="0" y="0"/>
          <a:ext cx="0" cy="0"/>
          <a:chOff x="0" y="0"/>
          <a:chExt cx="0" cy="0"/>
        </a:xfrm>
      </p:grpSpPr>
      <p:sp>
        <p:nvSpPr>
          <p:cNvPr id="10892" name="Google Shape;10892;g27743329288_0_178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93" name="Google Shape;10893;g27743329288_0_178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396950" y="1432275"/>
            <a:ext cx="6350100" cy="14235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3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307675" y="3006825"/>
            <a:ext cx="4528800" cy="475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grpSp>
        <p:nvGrpSpPr>
          <p:cNvPr id="12" name="Google Shape;12;p3"/>
          <p:cNvGrpSpPr/>
          <p:nvPr/>
        </p:nvGrpSpPr>
        <p:grpSpPr>
          <a:xfrm>
            <a:off x="-609100" y="-602550"/>
            <a:ext cx="10350300" cy="5900050"/>
            <a:chOff x="-609100" y="-602550"/>
            <a:chExt cx="10350300" cy="5900050"/>
          </a:xfrm>
        </p:grpSpPr>
        <p:grpSp>
          <p:nvGrpSpPr>
            <p:cNvPr id="13" name="Google Shape;13;p3"/>
            <p:cNvGrpSpPr/>
            <p:nvPr/>
          </p:nvGrpSpPr>
          <p:grpSpPr>
            <a:xfrm>
              <a:off x="-609100" y="-602550"/>
              <a:ext cx="10350300" cy="5900050"/>
              <a:chOff x="-609100" y="-602550"/>
              <a:chExt cx="10350300" cy="5900050"/>
            </a:xfrm>
          </p:grpSpPr>
          <p:grpSp>
            <p:nvGrpSpPr>
              <p:cNvPr id="14" name="Google Shape;14;p3"/>
              <p:cNvGrpSpPr/>
              <p:nvPr/>
            </p:nvGrpSpPr>
            <p:grpSpPr>
              <a:xfrm>
                <a:off x="5253525" y="-602550"/>
                <a:ext cx="4487675" cy="2891450"/>
                <a:chOff x="5253525" y="-602550"/>
                <a:chExt cx="4487675" cy="2891450"/>
              </a:xfrm>
            </p:grpSpPr>
            <p:grpSp>
              <p:nvGrpSpPr>
                <p:cNvPr id="15" name="Google Shape;15;p3"/>
                <p:cNvGrpSpPr/>
                <p:nvPr/>
              </p:nvGrpSpPr>
              <p:grpSpPr>
                <a:xfrm flipH="1">
                  <a:off x="5253525" y="-602550"/>
                  <a:ext cx="329575" cy="829925"/>
                  <a:chOff x="3799100" y="257875"/>
                  <a:chExt cx="329575" cy="829925"/>
                </a:xfrm>
              </p:grpSpPr>
              <p:sp>
                <p:nvSpPr>
                  <p:cNvPr id="16" name="Google Shape;16;p3"/>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3"/>
                <p:cNvGrpSpPr/>
                <p:nvPr/>
              </p:nvGrpSpPr>
              <p:grpSpPr>
                <a:xfrm flipH="1">
                  <a:off x="5699200" y="-597875"/>
                  <a:ext cx="1385975" cy="1132950"/>
                  <a:chOff x="2297025" y="262550"/>
                  <a:chExt cx="1385975" cy="1132950"/>
                </a:xfrm>
              </p:grpSpPr>
              <p:sp>
                <p:nvSpPr>
                  <p:cNvPr id="22" name="Google Shape;22;p3"/>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 name="Google Shape;28;p3"/>
                <p:cNvGrpSpPr/>
                <p:nvPr/>
              </p:nvGrpSpPr>
              <p:grpSpPr>
                <a:xfrm flipH="1">
                  <a:off x="8610125" y="1237925"/>
                  <a:ext cx="328550" cy="892950"/>
                  <a:chOff x="443525" y="2098350"/>
                  <a:chExt cx="328550" cy="892950"/>
                </a:xfrm>
              </p:grpSpPr>
              <p:sp>
                <p:nvSpPr>
                  <p:cNvPr id="29" name="Google Shape;29;p3"/>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34;p3"/>
                <p:cNvGrpSpPr/>
                <p:nvPr/>
              </p:nvGrpSpPr>
              <p:grpSpPr>
                <a:xfrm>
                  <a:off x="8397375" y="1643275"/>
                  <a:ext cx="1343825" cy="645625"/>
                  <a:chOff x="202975" y="2389400"/>
                  <a:chExt cx="1343825" cy="645625"/>
                </a:xfrm>
              </p:grpSpPr>
              <p:sp>
                <p:nvSpPr>
                  <p:cNvPr id="35" name="Google Shape;35;p3"/>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3"/>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 name="Google Shape;37;p3"/>
              <p:cNvGrpSpPr/>
              <p:nvPr/>
            </p:nvGrpSpPr>
            <p:grpSpPr>
              <a:xfrm>
                <a:off x="-609100" y="2564075"/>
                <a:ext cx="3035400" cy="2733425"/>
                <a:chOff x="-609100" y="2564075"/>
                <a:chExt cx="3035400" cy="2733425"/>
              </a:xfrm>
            </p:grpSpPr>
            <p:grpSp>
              <p:nvGrpSpPr>
                <p:cNvPr id="38" name="Google Shape;38;p3"/>
                <p:cNvGrpSpPr/>
                <p:nvPr/>
              </p:nvGrpSpPr>
              <p:grpSpPr>
                <a:xfrm flipH="1">
                  <a:off x="-609100" y="3478850"/>
                  <a:ext cx="504025" cy="1226150"/>
                  <a:chOff x="7560775" y="2945450"/>
                  <a:chExt cx="504025" cy="1226150"/>
                </a:xfrm>
              </p:grpSpPr>
              <p:sp>
                <p:nvSpPr>
                  <p:cNvPr id="39" name="Google Shape;39;p3"/>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44;p3"/>
                <p:cNvGrpSpPr/>
                <p:nvPr/>
              </p:nvGrpSpPr>
              <p:grpSpPr>
                <a:xfrm flipH="1">
                  <a:off x="-609100" y="2564075"/>
                  <a:ext cx="1291225" cy="1202725"/>
                  <a:chOff x="6773575" y="2030675"/>
                  <a:chExt cx="1291225" cy="1202725"/>
                </a:xfrm>
              </p:grpSpPr>
              <p:sp>
                <p:nvSpPr>
                  <p:cNvPr id="45" name="Google Shape;45;p3"/>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 name="Google Shape;49;p3"/>
                <p:cNvGrpSpPr/>
                <p:nvPr/>
              </p:nvGrpSpPr>
              <p:grpSpPr>
                <a:xfrm flipH="1">
                  <a:off x="1810875" y="4458725"/>
                  <a:ext cx="615425" cy="838775"/>
                  <a:chOff x="5029400" y="3925325"/>
                  <a:chExt cx="615425" cy="838775"/>
                </a:xfrm>
              </p:grpSpPr>
              <p:sp>
                <p:nvSpPr>
                  <p:cNvPr id="50" name="Google Shape;50;p3"/>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3"/>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3"/>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3"/>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 name="Google Shape;54;p3"/>
                <p:cNvGrpSpPr/>
                <p:nvPr/>
              </p:nvGrpSpPr>
              <p:grpSpPr>
                <a:xfrm flipH="1">
                  <a:off x="-609100" y="4439450"/>
                  <a:ext cx="1550000" cy="198400"/>
                  <a:chOff x="6514800" y="3906050"/>
                  <a:chExt cx="1550000" cy="198400"/>
                </a:xfrm>
              </p:grpSpPr>
              <p:sp>
                <p:nvSpPr>
                  <p:cNvPr id="55" name="Google Shape;55;p3"/>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 name="Google Shape;58;p3"/>
                <p:cNvGrpSpPr/>
                <p:nvPr/>
              </p:nvGrpSpPr>
              <p:grpSpPr>
                <a:xfrm flipH="1">
                  <a:off x="-326900" y="3188350"/>
                  <a:ext cx="309275" cy="834600"/>
                  <a:chOff x="7473325" y="2654950"/>
                  <a:chExt cx="309275" cy="834600"/>
                </a:xfrm>
              </p:grpSpPr>
              <p:sp>
                <p:nvSpPr>
                  <p:cNvPr id="59" name="Google Shape;59;p3"/>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3"/>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 name="Google Shape;64;p3"/>
            <p:cNvGrpSpPr/>
            <p:nvPr/>
          </p:nvGrpSpPr>
          <p:grpSpPr>
            <a:xfrm flipH="1">
              <a:off x="4500650" y="-602550"/>
              <a:ext cx="1621325" cy="528475"/>
              <a:chOff x="3260225" y="257875"/>
              <a:chExt cx="1621325" cy="528475"/>
            </a:xfrm>
          </p:grpSpPr>
          <p:sp>
            <p:nvSpPr>
              <p:cNvPr id="65" name="Google Shape;65;p3"/>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3"/>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3"/>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3"/>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 name="Google Shape;72;p3"/>
          <p:cNvSpPr txBox="1">
            <a:spLocks noGrp="1"/>
          </p:cNvSpPr>
          <p:nvPr>
            <p:ph type="title"/>
          </p:nvPr>
        </p:nvSpPr>
        <p:spPr>
          <a:xfrm>
            <a:off x="2733700" y="1729900"/>
            <a:ext cx="3676800" cy="16026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73" name="Google Shape;73;p3"/>
          <p:cNvSpPr txBox="1">
            <a:spLocks noGrp="1"/>
          </p:cNvSpPr>
          <p:nvPr>
            <p:ph type="title" idx="2" hasCustomPrompt="1"/>
          </p:nvPr>
        </p:nvSpPr>
        <p:spPr>
          <a:xfrm>
            <a:off x="3798750" y="961450"/>
            <a:ext cx="1546500" cy="1006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6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4" name="Google Shape;74;p3"/>
          <p:cNvSpPr txBox="1">
            <a:spLocks noGrp="1"/>
          </p:cNvSpPr>
          <p:nvPr>
            <p:ph type="subTitle" idx="1"/>
          </p:nvPr>
        </p:nvSpPr>
        <p:spPr>
          <a:xfrm>
            <a:off x="2733700" y="3395725"/>
            <a:ext cx="3676800" cy="67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75"/>
        <p:cNvGrpSpPr/>
        <p:nvPr/>
      </p:nvGrpSpPr>
      <p:grpSpPr>
        <a:xfrm>
          <a:off x="0" y="0"/>
          <a:ext cx="0" cy="0"/>
          <a:chOff x="0" y="0"/>
          <a:chExt cx="0" cy="0"/>
        </a:xfrm>
      </p:grpSpPr>
      <p:sp>
        <p:nvSpPr>
          <p:cNvPr id="76" name="Google Shape;76;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7" name="Google Shape;77;p4"/>
          <p:cNvSpPr txBox="1">
            <a:spLocks noGrp="1"/>
          </p:cNvSpPr>
          <p:nvPr>
            <p:ph type="body" idx="1"/>
          </p:nvPr>
        </p:nvSpPr>
        <p:spPr>
          <a:xfrm>
            <a:off x="720000" y="1017725"/>
            <a:ext cx="7704000" cy="1326900"/>
          </a:xfrm>
          <a:prstGeom prst="rect">
            <a:avLst/>
          </a:prstGeom>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chemeClr val="accent2"/>
              </a:buClr>
              <a:buSzPts val="1600"/>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8"/>
        <p:cNvGrpSpPr/>
        <p:nvPr/>
      </p:nvGrpSpPr>
      <p:grpSpPr>
        <a:xfrm>
          <a:off x="0" y="0"/>
          <a:ext cx="0" cy="0"/>
          <a:chOff x="0" y="0"/>
          <a:chExt cx="0" cy="0"/>
        </a:xfrm>
      </p:grpSpPr>
      <p:sp>
        <p:nvSpPr>
          <p:cNvPr id="79" name="Google Shape;79;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0" name="Google Shape;80;p5"/>
          <p:cNvSpPr txBox="1">
            <a:spLocks noGrp="1"/>
          </p:cNvSpPr>
          <p:nvPr>
            <p:ph type="subTitle" idx="1"/>
          </p:nvPr>
        </p:nvSpPr>
        <p:spPr>
          <a:xfrm>
            <a:off x="4725073" y="3739246"/>
            <a:ext cx="2784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1" name="Google Shape;81;p5"/>
          <p:cNvSpPr txBox="1">
            <a:spLocks noGrp="1"/>
          </p:cNvSpPr>
          <p:nvPr>
            <p:ph type="subTitle" idx="2"/>
          </p:nvPr>
        </p:nvSpPr>
        <p:spPr>
          <a:xfrm>
            <a:off x="1634277" y="3739246"/>
            <a:ext cx="2784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2" name="Google Shape;82;p5"/>
          <p:cNvSpPr txBox="1">
            <a:spLocks noGrp="1"/>
          </p:cNvSpPr>
          <p:nvPr>
            <p:ph type="subTitle" idx="3"/>
          </p:nvPr>
        </p:nvSpPr>
        <p:spPr>
          <a:xfrm>
            <a:off x="4725064" y="3333613"/>
            <a:ext cx="27849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3" name="Google Shape;83;p5"/>
          <p:cNvSpPr txBox="1">
            <a:spLocks noGrp="1"/>
          </p:cNvSpPr>
          <p:nvPr>
            <p:ph type="subTitle" idx="4"/>
          </p:nvPr>
        </p:nvSpPr>
        <p:spPr>
          <a:xfrm>
            <a:off x="1634027" y="3333613"/>
            <a:ext cx="2784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4"/>
        <p:cNvGrpSpPr/>
        <p:nvPr/>
      </p:nvGrpSpPr>
      <p:grpSpPr>
        <a:xfrm>
          <a:off x="0" y="0"/>
          <a:ext cx="0" cy="0"/>
          <a:chOff x="0" y="0"/>
          <a:chExt cx="0" cy="0"/>
        </a:xfrm>
      </p:grpSpPr>
      <p:sp>
        <p:nvSpPr>
          <p:cNvPr id="85" name="Google Shape;85;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6" name="Google Shape;86;p6"/>
          <p:cNvGrpSpPr/>
          <p:nvPr/>
        </p:nvGrpSpPr>
        <p:grpSpPr>
          <a:xfrm>
            <a:off x="7931150" y="-1271775"/>
            <a:ext cx="1757725" cy="2777945"/>
            <a:chOff x="7931150" y="-1271775"/>
            <a:chExt cx="1757725" cy="2777945"/>
          </a:xfrm>
        </p:grpSpPr>
        <p:grpSp>
          <p:nvGrpSpPr>
            <p:cNvPr id="87" name="Google Shape;87;p6"/>
            <p:cNvGrpSpPr/>
            <p:nvPr/>
          </p:nvGrpSpPr>
          <p:grpSpPr>
            <a:xfrm flipH="1">
              <a:off x="8407025" y="-510625"/>
              <a:ext cx="1281850" cy="2016795"/>
              <a:chOff x="2202275" y="654600"/>
              <a:chExt cx="1281850" cy="2016795"/>
            </a:xfrm>
          </p:grpSpPr>
          <p:sp>
            <p:nvSpPr>
              <p:cNvPr id="88" name="Google Shape;88;p6"/>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6"/>
              <p:cNvSpPr/>
              <p:nvPr/>
            </p:nvSpPr>
            <p:spPr>
              <a:xfrm>
                <a:off x="3040500" y="2370420"/>
                <a:ext cx="204125" cy="282225"/>
              </a:xfrm>
              <a:custGeom>
                <a:avLst/>
                <a:gdLst/>
                <a:ahLst/>
                <a:cxnLst/>
                <a:rect l="l" t="t" r="r" b="b"/>
                <a:pathLst>
                  <a:path w="8165" h="11289" fill="none" extrusionOk="0">
                    <a:moveTo>
                      <a:pt x="1" y="1"/>
                    </a:moveTo>
                    <a:lnTo>
                      <a:pt x="1" y="8539"/>
                    </a:lnTo>
                    <a:cubicBezTo>
                      <a:pt x="1" y="10060"/>
                      <a:pt x="1230" y="11288"/>
                      <a:pt x="2750" y="11288"/>
                    </a:cubicBezTo>
                    <a:lnTo>
                      <a:pt x="8165" y="11288"/>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6"/>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6"/>
              <p:cNvSpPr/>
              <p:nvPr/>
            </p:nvSpPr>
            <p:spPr>
              <a:xfrm>
                <a:off x="2991575" y="2262645"/>
                <a:ext cx="97900" cy="98425"/>
              </a:xfrm>
              <a:custGeom>
                <a:avLst/>
                <a:gdLst/>
                <a:ahLst/>
                <a:cxnLst/>
                <a:rect l="l" t="t" r="r" b="b"/>
                <a:pathLst>
                  <a:path w="3916" h="3937" fill="none" extrusionOk="0">
                    <a:moveTo>
                      <a:pt x="3915" y="1979"/>
                    </a:moveTo>
                    <a:cubicBezTo>
                      <a:pt x="3915" y="3062"/>
                      <a:pt x="3041" y="3937"/>
                      <a:pt x="1958" y="3937"/>
                    </a:cubicBezTo>
                    <a:cubicBezTo>
                      <a:pt x="875" y="3937"/>
                      <a:pt x="0" y="3062"/>
                      <a:pt x="0" y="1979"/>
                    </a:cubicBezTo>
                    <a:cubicBezTo>
                      <a:pt x="0" y="896"/>
                      <a:pt x="875" y="1"/>
                      <a:pt x="1958" y="1"/>
                    </a:cubicBezTo>
                    <a:cubicBezTo>
                      <a:pt x="3041" y="1"/>
                      <a:pt x="3915" y="896"/>
                      <a:pt x="3915" y="1979"/>
                    </a:cubicBezTo>
                    <a:close/>
                  </a:path>
                </a:pathLst>
              </a:custGeom>
              <a:noFill/>
              <a:ln w="937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6"/>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6"/>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6"/>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6"/>
              <p:cNvSpPr/>
              <p:nvPr/>
            </p:nvSpPr>
            <p:spPr>
              <a:xfrm>
                <a:off x="3235225" y="2633870"/>
                <a:ext cx="37525" cy="37525"/>
              </a:xfrm>
              <a:custGeom>
                <a:avLst/>
                <a:gdLst/>
                <a:ahLst/>
                <a:cxnLst/>
                <a:rect l="l" t="t" r="r" b="b"/>
                <a:pathLst>
                  <a:path w="1501" h="1501" extrusionOk="0">
                    <a:moveTo>
                      <a:pt x="750" y="1"/>
                    </a:moveTo>
                    <a:cubicBezTo>
                      <a:pt x="334" y="1"/>
                      <a:pt x="1" y="334"/>
                      <a:pt x="1" y="750"/>
                    </a:cubicBezTo>
                    <a:cubicBezTo>
                      <a:pt x="1" y="1167"/>
                      <a:pt x="334" y="1500"/>
                      <a:pt x="750" y="1500"/>
                    </a:cubicBezTo>
                    <a:cubicBezTo>
                      <a:pt x="1167" y="1500"/>
                      <a:pt x="1500" y="1167"/>
                      <a:pt x="1500" y="750"/>
                    </a:cubicBezTo>
                    <a:cubicBezTo>
                      <a:pt x="1500" y="334"/>
                      <a:pt x="1167" y="1"/>
                      <a:pt x="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6"/>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6"/>
              <p:cNvSpPr/>
              <p:nvPr/>
            </p:nvSpPr>
            <p:spPr>
              <a:xfrm>
                <a:off x="3040500" y="2005150"/>
                <a:ext cx="25" cy="252025"/>
              </a:xfrm>
              <a:custGeom>
                <a:avLst/>
                <a:gdLst/>
                <a:ahLst/>
                <a:cxnLst/>
                <a:rect l="l" t="t" r="r" b="b"/>
                <a:pathLst>
                  <a:path w="1" h="10081" fill="none" extrusionOk="0">
                    <a:moveTo>
                      <a:pt x="1" y="1008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 name="Google Shape;100;p6"/>
            <p:cNvGrpSpPr/>
            <p:nvPr/>
          </p:nvGrpSpPr>
          <p:grpSpPr>
            <a:xfrm flipH="1">
              <a:off x="7931150" y="268775"/>
              <a:ext cx="1488550" cy="324925"/>
              <a:chOff x="2471450" y="1434000"/>
              <a:chExt cx="1488550" cy="324925"/>
            </a:xfrm>
          </p:grpSpPr>
          <p:sp>
            <p:nvSpPr>
              <p:cNvPr id="101" name="Google Shape;101;p6"/>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6"/>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6"/>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6"/>
              <p:cNvSpPr/>
              <p:nvPr/>
            </p:nvSpPr>
            <p:spPr>
              <a:xfrm>
                <a:off x="3907375" y="1434000"/>
                <a:ext cx="52625" cy="53150"/>
              </a:xfrm>
              <a:custGeom>
                <a:avLst/>
                <a:gdLst/>
                <a:ahLst/>
                <a:cxnLst/>
                <a:rect l="l" t="t" r="r" b="b"/>
                <a:pathLst>
                  <a:path w="2105" h="2126" fill="none" extrusionOk="0">
                    <a:moveTo>
                      <a:pt x="2104" y="1063"/>
                    </a:moveTo>
                    <a:cubicBezTo>
                      <a:pt x="2104" y="1646"/>
                      <a:pt x="1646" y="2125"/>
                      <a:pt x="1063" y="2125"/>
                    </a:cubicBezTo>
                    <a:cubicBezTo>
                      <a:pt x="480" y="2125"/>
                      <a:pt x="1" y="1646"/>
                      <a:pt x="1" y="1063"/>
                    </a:cubicBezTo>
                    <a:cubicBezTo>
                      <a:pt x="1" y="480"/>
                      <a:pt x="480" y="1"/>
                      <a:pt x="1063" y="1"/>
                    </a:cubicBezTo>
                    <a:cubicBezTo>
                      <a:pt x="1646" y="1"/>
                      <a:pt x="2104" y="480"/>
                      <a:pt x="2104" y="1063"/>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 name="Google Shape;105;p6"/>
            <p:cNvGrpSpPr/>
            <p:nvPr/>
          </p:nvGrpSpPr>
          <p:grpSpPr>
            <a:xfrm flipH="1">
              <a:off x="8887075" y="566600"/>
              <a:ext cx="738800" cy="683100"/>
              <a:chOff x="2265275" y="1731825"/>
              <a:chExt cx="738800" cy="683100"/>
            </a:xfrm>
          </p:grpSpPr>
          <p:sp>
            <p:nvSpPr>
              <p:cNvPr id="106" name="Google Shape;106;p6"/>
              <p:cNvSpPr/>
              <p:nvPr/>
            </p:nvSpPr>
            <p:spPr>
              <a:xfrm>
                <a:off x="2291825" y="1758900"/>
                <a:ext cx="658625" cy="601875"/>
              </a:xfrm>
              <a:custGeom>
                <a:avLst/>
                <a:gdLst/>
                <a:ahLst/>
                <a:cxnLst/>
                <a:rect l="l" t="t" r="r" b="b"/>
                <a:pathLst>
                  <a:path w="26345" h="24075" fill="none" extrusionOk="0">
                    <a:moveTo>
                      <a:pt x="0" y="24075"/>
                    </a:moveTo>
                    <a:lnTo>
                      <a:pt x="0" y="3124"/>
                    </a:lnTo>
                    <a:cubicBezTo>
                      <a:pt x="0" y="1396"/>
                      <a:pt x="1396" y="0"/>
                      <a:pt x="3124" y="0"/>
                    </a:cubicBezTo>
                    <a:lnTo>
                      <a:pt x="26345"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6"/>
              <p:cNvSpPr/>
              <p:nvPr/>
            </p:nvSpPr>
            <p:spPr>
              <a:xfrm>
                <a:off x="2265275" y="2096275"/>
                <a:ext cx="53125" cy="122900"/>
              </a:xfrm>
              <a:custGeom>
                <a:avLst/>
                <a:gdLst/>
                <a:ahLst/>
                <a:cxnLst/>
                <a:rect l="l" t="t" r="r" b="b"/>
                <a:pathLst>
                  <a:path w="2125" h="4916" extrusionOk="0">
                    <a:moveTo>
                      <a:pt x="458" y="0"/>
                    </a:moveTo>
                    <a:cubicBezTo>
                      <a:pt x="208" y="0"/>
                      <a:pt x="0" y="209"/>
                      <a:pt x="0" y="459"/>
                    </a:cubicBezTo>
                    <a:lnTo>
                      <a:pt x="0" y="4457"/>
                    </a:lnTo>
                    <a:cubicBezTo>
                      <a:pt x="0" y="4707"/>
                      <a:pt x="208" y="4915"/>
                      <a:pt x="458" y="4915"/>
                    </a:cubicBezTo>
                    <a:lnTo>
                      <a:pt x="1666" y="4915"/>
                    </a:lnTo>
                    <a:cubicBezTo>
                      <a:pt x="1916" y="4915"/>
                      <a:pt x="2124" y="4707"/>
                      <a:pt x="2124" y="4457"/>
                    </a:cubicBezTo>
                    <a:lnTo>
                      <a:pt x="2124" y="459"/>
                    </a:lnTo>
                    <a:cubicBezTo>
                      <a:pt x="2124" y="209"/>
                      <a:pt x="1916" y="0"/>
                      <a:pt x="1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6"/>
              <p:cNvSpPr/>
              <p:nvPr/>
            </p:nvSpPr>
            <p:spPr>
              <a:xfrm>
                <a:off x="2265775" y="2363375"/>
                <a:ext cx="52100" cy="51550"/>
              </a:xfrm>
              <a:custGeom>
                <a:avLst/>
                <a:gdLst/>
                <a:ahLst/>
                <a:cxnLst/>
                <a:rect l="l" t="t" r="r" b="b"/>
                <a:pathLst>
                  <a:path w="2084" h="2062" extrusionOk="0">
                    <a:moveTo>
                      <a:pt x="1042" y="0"/>
                    </a:moveTo>
                    <a:cubicBezTo>
                      <a:pt x="480" y="0"/>
                      <a:pt x="1" y="458"/>
                      <a:pt x="1" y="1041"/>
                    </a:cubicBezTo>
                    <a:cubicBezTo>
                      <a:pt x="1" y="1604"/>
                      <a:pt x="480" y="2062"/>
                      <a:pt x="1042" y="2062"/>
                    </a:cubicBezTo>
                    <a:cubicBezTo>
                      <a:pt x="1604" y="2062"/>
                      <a:pt x="2083" y="1604"/>
                      <a:pt x="2083" y="104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6"/>
              <p:cNvSpPr/>
              <p:nvPr/>
            </p:nvSpPr>
            <p:spPr>
              <a:xfrm>
                <a:off x="2949925" y="1731825"/>
                <a:ext cx="54150" cy="54175"/>
              </a:xfrm>
              <a:custGeom>
                <a:avLst/>
                <a:gdLst/>
                <a:ahLst/>
                <a:cxnLst/>
                <a:rect l="l" t="t" r="r" b="b"/>
                <a:pathLst>
                  <a:path w="2166" h="2167" extrusionOk="0">
                    <a:moveTo>
                      <a:pt x="1083" y="0"/>
                    </a:moveTo>
                    <a:cubicBezTo>
                      <a:pt x="500" y="0"/>
                      <a:pt x="0" y="479"/>
                      <a:pt x="0" y="1083"/>
                    </a:cubicBezTo>
                    <a:cubicBezTo>
                      <a:pt x="0" y="1687"/>
                      <a:pt x="500" y="2166"/>
                      <a:pt x="1083" y="2166"/>
                    </a:cubicBezTo>
                    <a:cubicBezTo>
                      <a:pt x="1687" y="2166"/>
                      <a:pt x="2166" y="1687"/>
                      <a:pt x="2166" y="1083"/>
                    </a:cubicBezTo>
                    <a:cubicBezTo>
                      <a:pt x="2166" y="479"/>
                      <a:pt x="1687" y="0"/>
                      <a:pt x="1083" y="0"/>
                    </a:cubicBezTo>
                    <a:close/>
                  </a:path>
                </a:pathLst>
              </a:custGeom>
              <a:solidFill>
                <a:srgbClr val="FFFFFF"/>
              </a:solid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 name="Google Shape;110;p6"/>
            <p:cNvGrpSpPr/>
            <p:nvPr/>
          </p:nvGrpSpPr>
          <p:grpSpPr>
            <a:xfrm flipH="1">
              <a:off x="8576750" y="-1271775"/>
              <a:ext cx="942400" cy="1626525"/>
              <a:chOff x="1959125" y="256300"/>
              <a:chExt cx="942400" cy="1626525"/>
            </a:xfrm>
          </p:grpSpPr>
          <p:sp>
            <p:nvSpPr>
              <p:cNvPr id="111" name="Google Shape;111;p6"/>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6"/>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6"/>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6"/>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6"/>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 name="Google Shape;116;p6"/>
          <p:cNvGrpSpPr/>
          <p:nvPr/>
        </p:nvGrpSpPr>
        <p:grpSpPr>
          <a:xfrm>
            <a:off x="7254182" y="4406500"/>
            <a:ext cx="2857875" cy="1839450"/>
            <a:chOff x="7254182" y="4406500"/>
            <a:chExt cx="2857875" cy="1839450"/>
          </a:xfrm>
        </p:grpSpPr>
        <p:grpSp>
          <p:nvGrpSpPr>
            <p:cNvPr id="117" name="Google Shape;117;p6"/>
            <p:cNvGrpSpPr/>
            <p:nvPr/>
          </p:nvGrpSpPr>
          <p:grpSpPr>
            <a:xfrm>
              <a:off x="7391632" y="4913600"/>
              <a:ext cx="1001750" cy="400925"/>
              <a:chOff x="5136125" y="3433825"/>
              <a:chExt cx="1001750" cy="400925"/>
            </a:xfrm>
          </p:grpSpPr>
          <p:sp>
            <p:nvSpPr>
              <p:cNvPr id="118" name="Google Shape;118;p6"/>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6"/>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6"/>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6"/>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122;p6"/>
            <p:cNvGrpSpPr/>
            <p:nvPr/>
          </p:nvGrpSpPr>
          <p:grpSpPr>
            <a:xfrm>
              <a:off x="7254182" y="4792300"/>
              <a:ext cx="1199075" cy="1453650"/>
              <a:chOff x="4998675" y="3312525"/>
              <a:chExt cx="1199075" cy="1453650"/>
            </a:xfrm>
          </p:grpSpPr>
          <p:sp>
            <p:nvSpPr>
              <p:cNvPr id="123" name="Google Shape;123;p6"/>
              <p:cNvSpPr/>
              <p:nvPr/>
            </p:nvSpPr>
            <p:spPr>
              <a:xfrm>
                <a:off x="5017425" y="3346875"/>
                <a:ext cx="1150650" cy="1419300"/>
              </a:xfrm>
              <a:custGeom>
                <a:avLst/>
                <a:gdLst/>
                <a:ahLst/>
                <a:cxnLst/>
                <a:rect l="l" t="t" r="r" b="b"/>
                <a:pathLst>
                  <a:path w="46026" h="56772" fill="none" extrusionOk="0">
                    <a:moveTo>
                      <a:pt x="46026" y="56772"/>
                    </a:moveTo>
                    <a:lnTo>
                      <a:pt x="46026" y="13038"/>
                    </a:lnTo>
                    <a:cubicBezTo>
                      <a:pt x="46026" y="11309"/>
                      <a:pt x="44630" y="9914"/>
                      <a:pt x="42902" y="9914"/>
                    </a:cubicBezTo>
                    <a:lnTo>
                      <a:pt x="3124" y="9914"/>
                    </a:lnTo>
                    <a:cubicBezTo>
                      <a:pt x="1396" y="9914"/>
                      <a:pt x="1" y="8518"/>
                      <a:pt x="1" y="6790"/>
                    </a:cubicBez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6"/>
              <p:cNvSpPr/>
              <p:nvPr/>
            </p:nvSpPr>
            <p:spPr>
              <a:xfrm>
                <a:off x="4998675" y="3312525"/>
                <a:ext cx="37525" cy="37500"/>
              </a:xfrm>
              <a:custGeom>
                <a:avLst/>
                <a:gdLst/>
                <a:ahLst/>
                <a:cxnLst/>
                <a:rect l="l" t="t" r="r" b="b"/>
                <a:pathLst>
                  <a:path w="1501" h="1500" extrusionOk="0">
                    <a:moveTo>
                      <a:pt x="751" y="0"/>
                    </a:moveTo>
                    <a:cubicBezTo>
                      <a:pt x="334" y="0"/>
                      <a:pt x="1" y="333"/>
                      <a:pt x="1" y="750"/>
                    </a:cubicBezTo>
                    <a:cubicBezTo>
                      <a:pt x="1" y="1166"/>
                      <a:pt x="334" y="1500"/>
                      <a:pt x="751" y="1500"/>
                    </a:cubicBezTo>
                    <a:cubicBezTo>
                      <a:pt x="1167" y="1500"/>
                      <a:pt x="1500" y="1166"/>
                      <a:pt x="1500" y="750"/>
                    </a:cubicBezTo>
                    <a:cubicBezTo>
                      <a:pt x="1500" y="333"/>
                      <a:pt x="1167" y="0"/>
                      <a:pt x="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6"/>
              <p:cNvSpPr/>
              <p:nvPr/>
            </p:nvSpPr>
            <p:spPr>
              <a:xfrm>
                <a:off x="6138375" y="3889400"/>
                <a:ext cx="59375" cy="59375"/>
              </a:xfrm>
              <a:custGeom>
                <a:avLst/>
                <a:gdLst/>
                <a:ahLst/>
                <a:cxnLst/>
                <a:rect l="l" t="t" r="r" b="b"/>
                <a:pathLst>
                  <a:path w="2375" h="2375" extrusionOk="0">
                    <a:moveTo>
                      <a:pt x="1188" y="0"/>
                    </a:moveTo>
                    <a:cubicBezTo>
                      <a:pt x="521" y="0"/>
                      <a:pt x="1" y="542"/>
                      <a:pt x="1" y="1187"/>
                    </a:cubicBezTo>
                    <a:cubicBezTo>
                      <a:pt x="1" y="1854"/>
                      <a:pt x="521" y="2374"/>
                      <a:pt x="1188" y="2374"/>
                    </a:cubicBezTo>
                    <a:cubicBezTo>
                      <a:pt x="1833" y="2374"/>
                      <a:pt x="2375" y="1854"/>
                      <a:pt x="2375" y="1187"/>
                    </a:cubicBezTo>
                    <a:cubicBezTo>
                      <a:pt x="2375" y="542"/>
                      <a:pt x="1833" y="0"/>
                      <a:pt x="1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6"/>
            <p:cNvGrpSpPr/>
            <p:nvPr/>
          </p:nvGrpSpPr>
          <p:grpSpPr>
            <a:xfrm>
              <a:off x="7611357" y="4605900"/>
              <a:ext cx="636250" cy="487350"/>
              <a:chOff x="5355850" y="3126125"/>
              <a:chExt cx="636250" cy="487350"/>
            </a:xfrm>
          </p:grpSpPr>
          <p:sp>
            <p:nvSpPr>
              <p:cNvPr id="127" name="Google Shape;127;p6"/>
              <p:cNvSpPr/>
              <p:nvPr/>
            </p:nvSpPr>
            <p:spPr>
              <a:xfrm>
                <a:off x="5406350" y="3151625"/>
                <a:ext cx="535775" cy="236400"/>
              </a:xfrm>
              <a:custGeom>
                <a:avLst/>
                <a:gdLst/>
                <a:ahLst/>
                <a:cxnLst/>
                <a:rect l="l" t="t" r="r" b="b"/>
                <a:pathLst>
                  <a:path w="21431" h="9456" fill="none" extrusionOk="0">
                    <a:moveTo>
                      <a:pt x="15412" y="1"/>
                    </a:moveTo>
                    <a:lnTo>
                      <a:pt x="3124" y="1"/>
                    </a:lnTo>
                    <a:cubicBezTo>
                      <a:pt x="1396" y="1"/>
                      <a:pt x="1" y="1396"/>
                      <a:pt x="1" y="3125"/>
                    </a:cubicBezTo>
                    <a:lnTo>
                      <a:pt x="1" y="6332"/>
                    </a:lnTo>
                    <a:cubicBezTo>
                      <a:pt x="1" y="8061"/>
                      <a:pt x="1396" y="9456"/>
                      <a:pt x="3124" y="9456"/>
                    </a:cubicBezTo>
                    <a:lnTo>
                      <a:pt x="21430" y="9456"/>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6"/>
              <p:cNvSpPr/>
              <p:nvPr/>
            </p:nvSpPr>
            <p:spPr>
              <a:xfrm>
                <a:off x="5406350" y="3312525"/>
                <a:ext cx="25" cy="282200"/>
              </a:xfrm>
              <a:custGeom>
                <a:avLst/>
                <a:gdLst/>
                <a:ahLst/>
                <a:cxnLst/>
                <a:rect l="l" t="t" r="r" b="b"/>
                <a:pathLst>
                  <a:path w="1" h="11288" fill="none" extrusionOk="0">
                    <a:moveTo>
                      <a:pt x="1" y="11288"/>
                    </a:moveTo>
                    <a:lnTo>
                      <a:pt x="1" y="0"/>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6"/>
              <p:cNvSpPr/>
              <p:nvPr/>
            </p:nvSpPr>
            <p:spPr>
              <a:xfrm>
                <a:off x="5791625" y="3126125"/>
                <a:ext cx="50525" cy="50525"/>
              </a:xfrm>
              <a:custGeom>
                <a:avLst/>
                <a:gdLst/>
                <a:ahLst/>
                <a:cxnLst/>
                <a:rect l="l" t="t" r="r" b="b"/>
                <a:pathLst>
                  <a:path w="2021" h="2021" fill="none" extrusionOk="0">
                    <a:moveTo>
                      <a:pt x="2021" y="1021"/>
                    </a:moveTo>
                    <a:cubicBezTo>
                      <a:pt x="2021" y="1562"/>
                      <a:pt x="1563" y="2021"/>
                      <a:pt x="1000" y="2021"/>
                    </a:cubicBezTo>
                    <a:cubicBezTo>
                      <a:pt x="459" y="2021"/>
                      <a:pt x="1" y="1562"/>
                      <a:pt x="1" y="1021"/>
                    </a:cubicBezTo>
                    <a:cubicBezTo>
                      <a:pt x="1" y="459"/>
                      <a:pt x="459" y="0"/>
                      <a:pt x="1000" y="0"/>
                    </a:cubicBezTo>
                    <a:cubicBezTo>
                      <a:pt x="1563" y="0"/>
                      <a:pt x="2021" y="459"/>
                      <a:pt x="2021" y="1021"/>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6"/>
              <p:cNvSpPr/>
              <p:nvPr/>
            </p:nvSpPr>
            <p:spPr>
              <a:xfrm>
                <a:off x="5355850" y="3296375"/>
                <a:ext cx="101025" cy="101025"/>
              </a:xfrm>
              <a:custGeom>
                <a:avLst/>
                <a:gdLst/>
                <a:ahLst/>
                <a:cxnLst/>
                <a:rect l="l" t="t" r="r" b="b"/>
                <a:pathLst>
                  <a:path w="4041" h="4041" extrusionOk="0">
                    <a:moveTo>
                      <a:pt x="2021" y="1"/>
                    </a:moveTo>
                    <a:cubicBezTo>
                      <a:pt x="896" y="1"/>
                      <a:pt x="0" y="896"/>
                      <a:pt x="0" y="2021"/>
                    </a:cubicBezTo>
                    <a:cubicBezTo>
                      <a:pt x="0" y="3145"/>
                      <a:pt x="896" y="4041"/>
                      <a:pt x="2021" y="4041"/>
                    </a:cubicBezTo>
                    <a:cubicBezTo>
                      <a:pt x="3145" y="4041"/>
                      <a:pt x="4041" y="3145"/>
                      <a:pt x="4041" y="2021"/>
                    </a:cubicBezTo>
                    <a:cubicBezTo>
                      <a:pt x="4041" y="896"/>
                      <a:pt x="3145" y="1"/>
                      <a:pt x="20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6"/>
              <p:cNvSpPr/>
              <p:nvPr/>
            </p:nvSpPr>
            <p:spPr>
              <a:xfrm>
                <a:off x="5942100" y="3362500"/>
                <a:ext cx="50000" cy="50525"/>
              </a:xfrm>
              <a:custGeom>
                <a:avLst/>
                <a:gdLst/>
                <a:ahLst/>
                <a:cxnLst/>
                <a:rect l="l" t="t" r="r" b="b"/>
                <a:pathLst>
                  <a:path w="2000" h="2021" fill="none" extrusionOk="0">
                    <a:moveTo>
                      <a:pt x="2000" y="1021"/>
                    </a:moveTo>
                    <a:cubicBezTo>
                      <a:pt x="2000" y="1562"/>
                      <a:pt x="1562" y="2021"/>
                      <a:pt x="1000" y="2021"/>
                    </a:cubicBezTo>
                    <a:cubicBezTo>
                      <a:pt x="438" y="2021"/>
                      <a:pt x="0" y="1562"/>
                      <a:pt x="0" y="1021"/>
                    </a:cubicBezTo>
                    <a:cubicBezTo>
                      <a:pt x="0" y="459"/>
                      <a:pt x="438" y="0"/>
                      <a:pt x="1000" y="0"/>
                    </a:cubicBezTo>
                    <a:cubicBezTo>
                      <a:pt x="1562" y="0"/>
                      <a:pt x="2000" y="459"/>
                      <a:pt x="2000" y="1021"/>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6"/>
              <p:cNvSpPr/>
              <p:nvPr/>
            </p:nvSpPr>
            <p:spPr>
              <a:xfrm>
                <a:off x="5387600" y="3575975"/>
                <a:ext cx="37525" cy="37500"/>
              </a:xfrm>
              <a:custGeom>
                <a:avLst/>
                <a:gdLst/>
                <a:ahLst/>
                <a:cxnLst/>
                <a:rect l="l" t="t" r="r" b="b"/>
                <a:pathLst>
                  <a:path w="1501" h="1500" extrusionOk="0">
                    <a:moveTo>
                      <a:pt x="751" y="0"/>
                    </a:moveTo>
                    <a:cubicBezTo>
                      <a:pt x="334" y="0"/>
                      <a:pt x="1" y="333"/>
                      <a:pt x="1" y="750"/>
                    </a:cubicBezTo>
                    <a:cubicBezTo>
                      <a:pt x="1" y="1166"/>
                      <a:pt x="334" y="1499"/>
                      <a:pt x="751" y="1499"/>
                    </a:cubicBezTo>
                    <a:cubicBezTo>
                      <a:pt x="1167" y="1499"/>
                      <a:pt x="1500" y="1166"/>
                      <a:pt x="1500" y="750"/>
                    </a:cubicBezTo>
                    <a:cubicBezTo>
                      <a:pt x="1500" y="333"/>
                      <a:pt x="1167" y="0"/>
                      <a:pt x="751" y="0"/>
                    </a:cubicBezTo>
                    <a:close/>
                  </a:path>
                </a:pathLst>
              </a:custGeom>
              <a:solidFill>
                <a:srgbClr val="FFFFFF"/>
              </a:solid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 name="Google Shape;133;p6"/>
            <p:cNvGrpSpPr/>
            <p:nvPr/>
          </p:nvGrpSpPr>
          <p:grpSpPr>
            <a:xfrm>
              <a:off x="8559982" y="4406500"/>
              <a:ext cx="1552075" cy="1656725"/>
              <a:chOff x="6304475" y="2926725"/>
              <a:chExt cx="1552075" cy="1656725"/>
            </a:xfrm>
          </p:grpSpPr>
          <p:sp>
            <p:nvSpPr>
              <p:cNvPr id="134" name="Google Shape;134;p6"/>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6"/>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6"/>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6"/>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6"/>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6"/>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6"/>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6"/>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42"/>
        <p:cNvGrpSpPr/>
        <p:nvPr/>
      </p:nvGrpSpPr>
      <p:grpSpPr>
        <a:xfrm>
          <a:off x="0" y="0"/>
          <a:ext cx="0" cy="0"/>
          <a:chOff x="0" y="0"/>
          <a:chExt cx="0" cy="0"/>
        </a:xfrm>
      </p:grpSpPr>
      <p:sp>
        <p:nvSpPr>
          <p:cNvPr id="143" name="Google Shape;143;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4" name="Google Shape;144;p7"/>
          <p:cNvSpPr txBox="1">
            <a:spLocks noGrp="1"/>
          </p:cNvSpPr>
          <p:nvPr>
            <p:ph type="subTitle" idx="1"/>
          </p:nvPr>
        </p:nvSpPr>
        <p:spPr>
          <a:xfrm>
            <a:off x="720000" y="1541950"/>
            <a:ext cx="46974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1600"/>
              <a:buFont typeface="Nunito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grpSp>
        <p:nvGrpSpPr>
          <p:cNvPr id="145" name="Google Shape;145;p7"/>
          <p:cNvGrpSpPr/>
          <p:nvPr/>
        </p:nvGrpSpPr>
        <p:grpSpPr>
          <a:xfrm>
            <a:off x="4423243" y="2943575"/>
            <a:ext cx="4744570" cy="3270400"/>
            <a:chOff x="4423243" y="2943575"/>
            <a:chExt cx="4744570" cy="3270400"/>
          </a:xfrm>
        </p:grpSpPr>
        <p:grpSp>
          <p:nvGrpSpPr>
            <p:cNvPr id="146" name="Google Shape;146;p7"/>
            <p:cNvGrpSpPr/>
            <p:nvPr/>
          </p:nvGrpSpPr>
          <p:grpSpPr>
            <a:xfrm rot="10800000">
              <a:off x="5423425" y="4711350"/>
              <a:ext cx="1452100" cy="298875"/>
              <a:chOff x="2471450" y="1460050"/>
              <a:chExt cx="1452100" cy="298875"/>
            </a:xfrm>
          </p:grpSpPr>
          <p:sp>
            <p:nvSpPr>
              <p:cNvPr id="147" name="Google Shape;147;p7"/>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7"/>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7"/>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 name="Google Shape;150;p7"/>
            <p:cNvSpPr/>
            <p:nvPr/>
          </p:nvSpPr>
          <p:spPr>
            <a:xfrm rot="10800000">
              <a:off x="6375175" y="5211175"/>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7"/>
            <p:cNvGrpSpPr/>
            <p:nvPr/>
          </p:nvGrpSpPr>
          <p:grpSpPr>
            <a:xfrm rot="10800000">
              <a:off x="7422700" y="4823300"/>
              <a:ext cx="1721300" cy="369675"/>
              <a:chOff x="202975" y="1277300"/>
              <a:chExt cx="1721300" cy="369675"/>
            </a:xfrm>
          </p:grpSpPr>
          <p:sp>
            <p:nvSpPr>
              <p:cNvPr id="152" name="Google Shape;152;p7"/>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7"/>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7"/>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rot="10800000">
              <a:off x="8638325" y="2943575"/>
              <a:ext cx="529488" cy="1325825"/>
              <a:chOff x="202975" y="1362675"/>
              <a:chExt cx="529488" cy="1325825"/>
            </a:xfrm>
          </p:grpSpPr>
          <p:sp>
            <p:nvSpPr>
              <p:cNvPr id="157" name="Google Shape;157;p7"/>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7"/>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7"/>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 name="Google Shape;160;p7"/>
            <p:cNvGrpSpPr/>
            <p:nvPr/>
          </p:nvGrpSpPr>
          <p:grpSpPr>
            <a:xfrm rot="10800000">
              <a:off x="5176118" y="5382475"/>
              <a:ext cx="329575" cy="829925"/>
              <a:chOff x="3799100" y="257875"/>
              <a:chExt cx="329575" cy="829925"/>
            </a:xfrm>
          </p:grpSpPr>
          <p:sp>
            <p:nvSpPr>
              <p:cNvPr id="161" name="Google Shape;161;p7"/>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7"/>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7"/>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7"/>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 name="Google Shape;166;p7"/>
            <p:cNvGrpSpPr/>
            <p:nvPr/>
          </p:nvGrpSpPr>
          <p:grpSpPr>
            <a:xfrm rot="10800000">
              <a:off x="5663975" y="5074775"/>
              <a:ext cx="1385975" cy="1132950"/>
              <a:chOff x="2297025" y="262550"/>
              <a:chExt cx="1385975" cy="1132950"/>
            </a:xfrm>
          </p:grpSpPr>
          <p:sp>
            <p:nvSpPr>
              <p:cNvPr id="167" name="Google Shape;167;p7"/>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7"/>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7"/>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7"/>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7"/>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7"/>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 name="Google Shape;173;p7"/>
            <p:cNvGrpSpPr/>
            <p:nvPr/>
          </p:nvGrpSpPr>
          <p:grpSpPr>
            <a:xfrm rot="10800000">
              <a:off x="6086718" y="5577725"/>
              <a:ext cx="2897950" cy="631550"/>
              <a:chOff x="320125" y="261000"/>
              <a:chExt cx="2897950" cy="631550"/>
            </a:xfrm>
          </p:grpSpPr>
          <p:sp>
            <p:nvSpPr>
              <p:cNvPr id="174" name="Google Shape;174;p7"/>
              <p:cNvSpPr/>
              <p:nvPr/>
            </p:nvSpPr>
            <p:spPr>
              <a:xfrm>
                <a:off x="1988800" y="430200"/>
                <a:ext cx="1188150" cy="182250"/>
              </a:xfrm>
              <a:custGeom>
                <a:avLst/>
                <a:gdLst/>
                <a:ahLst/>
                <a:cxnLst/>
                <a:rect l="l" t="t" r="r" b="b"/>
                <a:pathLst>
                  <a:path w="47526" h="7290" fill="none" extrusionOk="0">
                    <a:moveTo>
                      <a:pt x="1" y="7290"/>
                    </a:moveTo>
                    <a:cubicBezTo>
                      <a:pt x="13392" y="7290"/>
                      <a:pt x="36071" y="7290"/>
                      <a:pt x="36071" y="7290"/>
                    </a:cubicBezTo>
                    <a:cubicBezTo>
                      <a:pt x="37799" y="7290"/>
                      <a:pt x="39195" y="5873"/>
                      <a:pt x="39195" y="4166"/>
                    </a:cubicBezTo>
                    <a:lnTo>
                      <a:pt x="39195" y="3124"/>
                    </a:lnTo>
                    <a:cubicBezTo>
                      <a:pt x="39195" y="1396"/>
                      <a:pt x="40590" y="1"/>
                      <a:pt x="42319" y="1"/>
                    </a:cubicBezTo>
                    <a:lnTo>
                      <a:pt x="4752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7"/>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7"/>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7"/>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7"/>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7"/>
              <p:cNvSpPr/>
              <p:nvPr/>
            </p:nvSpPr>
            <p:spPr>
              <a:xfrm>
                <a:off x="3176925" y="409375"/>
                <a:ext cx="41150" cy="41150"/>
              </a:xfrm>
              <a:custGeom>
                <a:avLst/>
                <a:gdLst/>
                <a:ahLst/>
                <a:cxnLst/>
                <a:rect l="l" t="t" r="r" b="b"/>
                <a:pathLst>
                  <a:path w="1646" h="1646" fill="none" extrusionOk="0">
                    <a:moveTo>
                      <a:pt x="1645" y="813"/>
                    </a:moveTo>
                    <a:cubicBezTo>
                      <a:pt x="1645" y="1271"/>
                      <a:pt x="1271" y="1646"/>
                      <a:pt x="833" y="1646"/>
                    </a:cubicBezTo>
                    <a:cubicBezTo>
                      <a:pt x="375" y="1646"/>
                      <a:pt x="0" y="1271"/>
                      <a:pt x="0" y="813"/>
                    </a:cubicBezTo>
                    <a:cubicBezTo>
                      <a:pt x="0" y="375"/>
                      <a:pt x="375" y="1"/>
                      <a:pt x="833" y="1"/>
                    </a:cubicBezTo>
                    <a:cubicBezTo>
                      <a:pt x="1271" y="1"/>
                      <a:pt x="1645" y="375"/>
                      <a:pt x="1645" y="81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7"/>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 name="Google Shape;181;p7"/>
            <p:cNvGrpSpPr/>
            <p:nvPr/>
          </p:nvGrpSpPr>
          <p:grpSpPr>
            <a:xfrm rot="10800000">
              <a:off x="6445450" y="4587450"/>
              <a:ext cx="942400" cy="1626525"/>
              <a:chOff x="1959125" y="256300"/>
              <a:chExt cx="942400" cy="1626525"/>
            </a:xfrm>
          </p:grpSpPr>
          <p:sp>
            <p:nvSpPr>
              <p:cNvPr id="182" name="Google Shape;182;p7"/>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7"/>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7"/>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7"/>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7"/>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 name="Google Shape;187;p7"/>
            <p:cNvGrpSpPr/>
            <p:nvPr/>
          </p:nvGrpSpPr>
          <p:grpSpPr>
            <a:xfrm rot="10800000">
              <a:off x="7404500" y="4662925"/>
              <a:ext cx="556075" cy="1443800"/>
              <a:chOff x="1386400" y="363550"/>
              <a:chExt cx="556075" cy="1443800"/>
            </a:xfrm>
          </p:grpSpPr>
          <p:sp>
            <p:nvSpPr>
              <p:cNvPr id="188" name="Google Shape;188;p7"/>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7"/>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7"/>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7"/>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7"/>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7"/>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7"/>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 name="Google Shape;195;p7"/>
            <p:cNvGrpSpPr/>
            <p:nvPr/>
          </p:nvGrpSpPr>
          <p:grpSpPr>
            <a:xfrm rot="10800000">
              <a:off x="4423243" y="5683925"/>
              <a:ext cx="1621325" cy="528475"/>
              <a:chOff x="3260225" y="257875"/>
              <a:chExt cx="1621325" cy="528475"/>
            </a:xfrm>
          </p:grpSpPr>
          <p:sp>
            <p:nvSpPr>
              <p:cNvPr id="196" name="Google Shape;196;p7"/>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7"/>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7"/>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7"/>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7"/>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7"/>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7"/>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 name="Google Shape;203;p7"/>
            <p:cNvGrpSpPr/>
            <p:nvPr/>
          </p:nvGrpSpPr>
          <p:grpSpPr>
            <a:xfrm rot="10800000">
              <a:off x="6071625" y="4898800"/>
              <a:ext cx="508175" cy="1310475"/>
              <a:chOff x="2767175" y="261000"/>
              <a:chExt cx="508175" cy="1310475"/>
            </a:xfrm>
          </p:grpSpPr>
          <p:sp>
            <p:nvSpPr>
              <p:cNvPr id="204" name="Google Shape;204;p7"/>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7"/>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7"/>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7"/>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7"/>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09"/>
        <p:cNvGrpSpPr/>
        <p:nvPr/>
      </p:nvGrpSpPr>
      <p:grpSpPr>
        <a:xfrm>
          <a:off x="0" y="0"/>
          <a:ext cx="0" cy="0"/>
          <a:chOff x="0" y="0"/>
          <a:chExt cx="0" cy="0"/>
        </a:xfrm>
      </p:grpSpPr>
      <p:grpSp>
        <p:nvGrpSpPr>
          <p:cNvPr id="210" name="Google Shape;210;p8"/>
          <p:cNvGrpSpPr/>
          <p:nvPr/>
        </p:nvGrpSpPr>
        <p:grpSpPr>
          <a:xfrm>
            <a:off x="0" y="1575"/>
            <a:ext cx="9172575" cy="5114468"/>
            <a:chOff x="0" y="1575"/>
            <a:chExt cx="9172575" cy="5114468"/>
          </a:xfrm>
        </p:grpSpPr>
        <p:grpSp>
          <p:nvGrpSpPr>
            <p:cNvPr id="211" name="Google Shape;211;p8"/>
            <p:cNvGrpSpPr/>
            <p:nvPr/>
          </p:nvGrpSpPr>
          <p:grpSpPr>
            <a:xfrm>
              <a:off x="0" y="1575"/>
              <a:ext cx="3442154" cy="2733425"/>
              <a:chOff x="0" y="1575"/>
              <a:chExt cx="3442154" cy="2733425"/>
            </a:xfrm>
          </p:grpSpPr>
          <p:grpSp>
            <p:nvGrpSpPr>
              <p:cNvPr id="212" name="Google Shape;212;p8"/>
              <p:cNvGrpSpPr/>
              <p:nvPr/>
            </p:nvGrpSpPr>
            <p:grpSpPr>
              <a:xfrm>
                <a:off x="117150" y="4700"/>
                <a:ext cx="1668700" cy="631550"/>
                <a:chOff x="320125" y="261000"/>
                <a:chExt cx="1668700" cy="631550"/>
              </a:xfrm>
            </p:grpSpPr>
            <p:sp>
              <p:nvSpPr>
                <p:cNvPr id="213" name="Google Shape;213;p8"/>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8"/>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8"/>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8"/>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8"/>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 name="Google Shape;218;p8"/>
              <p:cNvGrpSpPr/>
              <p:nvPr/>
            </p:nvGrpSpPr>
            <p:grpSpPr>
              <a:xfrm>
                <a:off x="1820829" y="1575"/>
                <a:ext cx="1621325" cy="528475"/>
                <a:chOff x="3260225" y="257875"/>
                <a:chExt cx="1621325" cy="528475"/>
              </a:xfrm>
            </p:grpSpPr>
            <p:sp>
              <p:nvSpPr>
                <p:cNvPr id="219" name="Google Shape;219;p8"/>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8"/>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8"/>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8"/>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8"/>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8"/>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8"/>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 name="Google Shape;226;p8"/>
              <p:cNvGrpSpPr/>
              <p:nvPr/>
            </p:nvGrpSpPr>
            <p:grpSpPr>
              <a:xfrm>
                <a:off x="0" y="1106375"/>
                <a:ext cx="518600" cy="1291750"/>
                <a:chOff x="202975" y="1362675"/>
                <a:chExt cx="518600" cy="1291750"/>
              </a:xfrm>
            </p:grpSpPr>
            <p:sp>
              <p:nvSpPr>
                <p:cNvPr id="227" name="Google Shape;227;p8"/>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8"/>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8"/>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 name="Google Shape;230;p8"/>
              <p:cNvGrpSpPr/>
              <p:nvPr/>
            </p:nvGrpSpPr>
            <p:grpSpPr>
              <a:xfrm>
                <a:off x="240550" y="1842050"/>
                <a:ext cx="328550" cy="892950"/>
                <a:chOff x="443525" y="2098350"/>
                <a:chExt cx="328550" cy="892950"/>
              </a:xfrm>
            </p:grpSpPr>
            <p:sp>
              <p:nvSpPr>
                <p:cNvPr id="231" name="Google Shape;231;p8"/>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8"/>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8"/>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8"/>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8"/>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6" name="Google Shape;236;p8"/>
            <p:cNvGrpSpPr/>
            <p:nvPr/>
          </p:nvGrpSpPr>
          <p:grpSpPr>
            <a:xfrm>
              <a:off x="6489600" y="3322775"/>
              <a:ext cx="2682975" cy="1793268"/>
              <a:chOff x="6489600" y="3322775"/>
              <a:chExt cx="2682975" cy="1793268"/>
            </a:xfrm>
          </p:grpSpPr>
          <p:grpSp>
            <p:nvGrpSpPr>
              <p:cNvPr id="237" name="Google Shape;237;p8"/>
              <p:cNvGrpSpPr/>
              <p:nvPr/>
            </p:nvGrpSpPr>
            <p:grpSpPr>
              <a:xfrm>
                <a:off x="6489600" y="4816946"/>
                <a:ext cx="615425" cy="212204"/>
                <a:chOff x="5029400" y="4363421"/>
                <a:chExt cx="615425" cy="212204"/>
              </a:xfrm>
            </p:grpSpPr>
            <p:sp>
              <p:nvSpPr>
                <p:cNvPr id="238" name="Google Shape;238;p8"/>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8"/>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8"/>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 name="Google Shape;241;p8"/>
              <p:cNvGrpSpPr/>
              <p:nvPr/>
            </p:nvGrpSpPr>
            <p:grpSpPr>
              <a:xfrm>
                <a:off x="8663788" y="3322775"/>
                <a:ext cx="508788" cy="1226150"/>
                <a:chOff x="7556013" y="2945450"/>
                <a:chExt cx="508788" cy="1226150"/>
              </a:xfrm>
            </p:grpSpPr>
            <p:sp>
              <p:nvSpPr>
                <p:cNvPr id="242" name="Google Shape;242;p8"/>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8"/>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8"/>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8"/>
                <p:cNvSpPr/>
                <p:nvPr/>
              </p:nvSpPr>
              <p:spPr>
                <a:xfrm>
                  <a:off x="7556013"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8"/>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8"/>
              <p:cNvGrpSpPr/>
              <p:nvPr/>
            </p:nvGrpSpPr>
            <p:grpSpPr>
              <a:xfrm>
                <a:off x="8581100" y="3322775"/>
                <a:ext cx="309275" cy="544100"/>
                <a:chOff x="7473325" y="2945450"/>
                <a:chExt cx="309275" cy="544100"/>
              </a:xfrm>
            </p:grpSpPr>
            <p:sp>
              <p:nvSpPr>
                <p:cNvPr id="248" name="Google Shape;248;p8"/>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8"/>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8"/>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 name="Google Shape;251;p8"/>
              <p:cNvGrpSpPr/>
              <p:nvPr/>
            </p:nvGrpSpPr>
            <p:grpSpPr>
              <a:xfrm>
                <a:off x="7979107" y="4715118"/>
                <a:ext cx="1001750" cy="400925"/>
                <a:chOff x="5136125" y="3433825"/>
                <a:chExt cx="1001750" cy="400925"/>
              </a:xfrm>
            </p:grpSpPr>
            <p:sp>
              <p:nvSpPr>
                <p:cNvPr id="252" name="Google Shape;252;p8"/>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8"/>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8"/>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8"/>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56" name="Google Shape;256;p8"/>
          <p:cNvSpPr txBox="1">
            <a:spLocks noGrp="1"/>
          </p:cNvSpPr>
          <p:nvPr>
            <p:ph type="title"/>
          </p:nvPr>
        </p:nvSpPr>
        <p:spPr>
          <a:xfrm>
            <a:off x="2507400" y="1632750"/>
            <a:ext cx="4129200" cy="18780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5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57"/>
        <p:cNvGrpSpPr/>
        <p:nvPr/>
      </p:nvGrpSpPr>
      <p:grpSpPr>
        <a:xfrm>
          <a:off x="0" y="0"/>
          <a:ext cx="0" cy="0"/>
          <a:chOff x="0" y="0"/>
          <a:chExt cx="0" cy="0"/>
        </a:xfrm>
      </p:grpSpPr>
      <p:grpSp>
        <p:nvGrpSpPr>
          <p:cNvPr id="258" name="Google Shape;258;p9"/>
          <p:cNvGrpSpPr/>
          <p:nvPr/>
        </p:nvGrpSpPr>
        <p:grpSpPr>
          <a:xfrm>
            <a:off x="-13107" y="-525850"/>
            <a:ext cx="9157107" cy="6892225"/>
            <a:chOff x="-13107" y="-525850"/>
            <a:chExt cx="9157107" cy="6892225"/>
          </a:xfrm>
        </p:grpSpPr>
        <p:grpSp>
          <p:nvGrpSpPr>
            <p:cNvPr id="259" name="Google Shape;259;p9"/>
            <p:cNvGrpSpPr/>
            <p:nvPr/>
          </p:nvGrpSpPr>
          <p:grpSpPr>
            <a:xfrm>
              <a:off x="-13107" y="-525850"/>
              <a:ext cx="4568157" cy="2109150"/>
              <a:chOff x="-13107" y="-525850"/>
              <a:chExt cx="4568157" cy="2109150"/>
            </a:xfrm>
          </p:grpSpPr>
          <p:grpSp>
            <p:nvGrpSpPr>
              <p:cNvPr id="260" name="Google Shape;260;p9"/>
              <p:cNvGrpSpPr/>
              <p:nvPr/>
            </p:nvGrpSpPr>
            <p:grpSpPr>
              <a:xfrm rot="10800000">
                <a:off x="2406868" y="-525850"/>
                <a:ext cx="615425" cy="838775"/>
                <a:chOff x="5029400" y="3925325"/>
                <a:chExt cx="615425" cy="838775"/>
              </a:xfrm>
            </p:grpSpPr>
            <p:sp>
              <p:nvSpPr>
                <p:cNvPr id="261" name="Google Shape;261;p9"/>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9"/>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9"/>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9"/>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 name="Google Shape;265;p9"/>
              <p:cNvGrpSpPr/>
              <p:nvPr/>
            </p:nvGrpSpPr>
            <p:grpSpPr>
              <a:xfrm rot="10800000">
                <a:off x="-13107" y="66650"/>
                <a:ext cx="504025" cy="1226150"/>
                <a:chOff x="7560775" y="2945450"/>
                <a:chExt cx="504025" cy="1226150"/>
              </a:xfrm>
            </p:grpSpPr>
            <p:sp>
              <p:nvSpPr>
                <p:cNvPr id="266" name="Google Shape;266;p9"/>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9"/>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9"/>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9"/>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9"/>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 name="Google Shape;271;p9"/>
              <p:cNvGrpSpPr/>
              <p:nvPr/>
            </p:nvGrpSpPr>
            <p:grpSpPr>
              <a:xfrm rot="10800000">
                <a:off x="547118" y="285825"/>
                <a:ext cx="1336525" cy="456650"/>
                <a:chOff x="6168050" y="3495775"/>
                <a:chExt cx="1336525" cy="456650"/>
              </a:xfrm>
            </p:grpSpPr>
            <p:sp>
              <p:nvSpPr>
                <p:cNvPr id="272" name="Google Shape;272;p9"/>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9"/>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9"/>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9"/>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9"/>
              <p:cNvGrpSpPr/>
              <p:nvPr/>
            </p:nvGrpSpPr>
            <p:grpSpPr>
              <a:xfrm rot="10800000">
                <a:off x="3515629" y="-78100"/>
                <a:ext cx="1039421" cy="515475"/>
                <a:chOff x="3310225" y="3800875"/>
                <a:chExt cx="1039421" cy="515475"/>
              </a:xfrm>
            </p:grpSpPr>
            <p:sp>
              <p:nvSpPr>
                <p:cNvPr id="277" name="Google Shape;277;p9"/>
                <p:cNvSpPr/>
                <p:nvPr/>
              </p:nvSpPr>
              <p:spPr>
                <a:xfrm>
                  <a:off x="3334181" y="3852425"/>
                  <a:ext cx="101546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9"/>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9"/>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9"/>
              <p:cNvGrpSpPr/>
              <p:nvPr/>
            </p:nvGrpSpPr>
            <p:grpSpPr>
              <a:xfrm rot="10800000">
                <a:off x="2210568" y="-525850"/>
                <a:ext cx="1300100" cy="889800"/>
                <a:chOff x="4541025" y="3874300"/>
                <a:chExt cx="1300100" cy="889800"/>
              </a:xfrm>
            </p:grpSpPr>
            <p:sp>
              <p:nvSpPr>
                <p:cNvPr id="281" name="Google Shape;281;p9"/>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9"/>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9"/>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9"/>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9"/>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 name="Google Shape;286;p9"/>
              <p:cNvGrpSpPr/>
              <p:nvPr/>
            </p:nvGrpSpPr>
            <p:grpSpPr>
              <a:xfrm rot="10800000">
                <a:off x="195143" y="-345200"/>
                <a:ext cx="1552075" cy="1656725"/>
                <a:chOff x="6304475" y="2926725"/>
                <a:chExt cx="1552075" cy="1656725"/>
              </a:xfrm>
            </p:grpSpPr>
            <p:sp>
              <p:nvSpPr>
                <p:cNvPr id="287" name="Google Shape;287;p9"/>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9"/>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9"/>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9"/>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9"/>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9"/>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9"/>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 name="Google Shape;294;p9"/>
              <p:cNvGrpSpPr/>
              <p:nvPr/>
            </p:nvGrpSpPr>
            <p:grpSpPr>
              <a:xfrm rot="10800000">
                <a:off x="-13107" y="133800"/>
                <a:ext cx="1550000" cy="198400"/>
                <a:chOff x="6514800" y="3906050"/>
                <a:chExt cx="1550000" cy="198400"/>
              </a:xfrm>
            </p:grpSpPr>
            <p:sp>
              <p:nvSpPr>
                <p:cNvPr id="295" name="Google Shape;295;p9"/>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9"/>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9"/>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9"/>
              <p:cNvGrpSpPr/>
              <p:nvPr/>
            </p:nvGrpSpPr>
            <p:grpSpPr>
              <a:xfrm rot="10800000">
                <a:off x="269093" y="748700"/>
                <a:ext cx="309275" cy="834600"/>
                <a:chOff x="7473325" y="2654950"/>
                <a:chExt cx="309275" cy="834600"/>
              </a:xfrm>
            </p:grpSpPr>
            <p:sp>
              <p:nvSpPr>
                <p:cNvPr id="299" name="Google Shape;299;p9"/>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9"/>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9"/>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9"/>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9"/>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4" name="Google Shape;304;p9"/>
            <p:cNvGrpSpPr/>
            <p:nvPr/>
          </p:nvGrpSpPr>
          <p:grpSpPr>
            <a:xfrm>
              <a:off x="4423243" y="3968250"/>
              <a:ext cx="4720757" cy="2398125"/>
              <a:chOff x="4423243" y="3968250"/>
              <a:chExt cx="4720757" cy="2398125"/>
            </a:xfrm>
          </p:grpSpPr>
          <p:sp>
            <p:nvSpPr>
              <p:cNvPr id="305" name="Google Shape;305;p9"/>
              <p:cNvSpPr/>
              <p:nvPr/>
            </p:nvSpPr>
            <p:spPr>
              <a:xfrm rot="10800000">
                <a:off x="6375175" y="5363575"/>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 name="Google Shape;306;p9"/>
              <p:cNvGrpSpPr/>
              <p:nvPr/>
            </p:nvGrpSpPr>
            <p:grpSpPr>
              <a:xfrm rot="10800000">
                <a:off x="5862850" y="4334775"/>
                <a:ext cx="1281850" cy="1633300"/>
                <a:chOff x="2202275" y="654600"/>
                <a:chExt cx="1281850" cy="1633300"/>
              </a:xfrm>
            </p:grpSpPr>
            <p:sp>
              <p:nvSpPr>
                <p:cNvPr id="307" name="Google Shape;307;p9"/>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9"/>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9"/>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9"/>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9"/>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9"/>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9"/>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9"/>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 name="Google Shape;315;p9"/>
              <p:cNvGrpSpPr/>
              <p:nvPr/>
            </p:nvGrpSpPr>
            <p:grpSpPr>
              <a:xfrm rot="10800000">
                <a:off x="7422700" y="4975700"/>
                <a:ext cx="1721300" cy="369675"/>
                <a:chOff x="202975" y="1277300"/>
                <a:chExt cx="1721300" cy="369675"/>
              </a:xfrm>
            </p:grpSpPr>
            <p:sp>
              <p:nvSpPr>
                <p:cNvPr id="316" name="Google Shape;316;p9"/>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9"/>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9"/>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9"/>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 name="Google Shape;320;p9"/>
              <p:cNvGrpSpPr/>
              <p:nvPr/>
            </p:nvGrpSpPr>
            <p:grpSpPr>
              <a:xfrm rot="10800000">
                <a:off x="5386975" y="4863750"/>
                <a:ext cx="1488550" cy="324925"/>
                <a:chOff x="2471450" y="1434000"/>
                <a:chExt cx="1488550" cy="324925"/>
              </a:xfrm>
            </p:grpSpPr>
            <p:sp>
              <p:nvSpPr>
                <p:cNvPr id="321" name="Google Shape;321;p9"/>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9"/>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9"/>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9"/>
                <p:cNvSpPr/>
                <p:nvPr/>
              </p:nvSpPr>
              <p:spPr>
                <a:xfrm>
                  <a:off x="3907375" y="1434000"/>
                  <a:ext cx="52625" cy="53150"/>
                </a:xfrm>
                <a:custGeom>
                  <a:avLst/>
                  <a:gdLst/>
                  <a:ahLst/>
                  <a:cxnLst/>
                  <a:rect l="l" t="t" r="r" b="b"/>
                  <a:pathLst>
                    <a:path w="2105" h="2126" fill="none" extrusionOk="0">
                      <a:moveTo>
                        <a:pt x="2104" y="1063"/>
                      </a:moveTo>
                      <a:cubicBezTo>
                        <a:pt x="2104" y="1646"/>
                        <a:pt x="1646" y="2125"/>
                        <a:pt x="1063" y="2125"/>
                      </a:cubicBezTo>
                      <a:cubicBezTo>
                        <a:pt x="480" y="2125"/>
                        <a:pt x="1" y="1646"/>
                        <a:pt x="1" y="1063"/>
                      </a:cubicBezTo>
                      <a:cubicBezTo>
                        <a:pt x="1" y="480"/>
                        <a:pt x="480" y="1"/>
                        <a:pt x="1063" y="1"/>
                      </a:cubicBezTo>
                      <a:cubicBezTo>
                        <a:pt x="1646" y="1"/>
                        <a:pt x="2104" y="480"/>
                        <a:pt x="2104" y="1063"/>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 name="Google Shape;325;p9"/>
              <p:cNvGrpSpPr/>
              <p:nvPr/>
            </p:nvGrpSpPr>
            <p:grpSpPr>
              <a:xfrm rot="10800000">
                <a:off x="6445450" y="4739850"/>
                <a:ext cx="942400" cy="1626525"/>
                <a:chOff x="1959125" y="256300"/>
                <a:chExt cx="942400" cy="1626525"/>
              </a:xfrm>
            </p:grpSpPr>
            <p:sp>
              <p:nvSpPr>
                <p:cNvPr id="326" name="Google Shape;326;p9"/>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9"/>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9"/>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9"/>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9"/>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 name="Google Shape;331;p9"/>
              <p:cNvGrpSpPr/>
              <p:nvPr/>
            </p:nvGrpSpPr>
            <p:grpSpPr>
              <a:xfrm rot="10800000">
                <a:off x="7404500" y="4815325"/>
                <a:ext cx="556075" cy="1443800"/>
                <a:chOff x="1386400" y="363550"/>
                <a:chExt cx="556075" cy="1443800"/>
              </a:xfrm>
            </p:grpSpPr>
            <p:sp>
              <p:nvSpPr>
                <p:cNvPr id="332" name="Google Shape;332;p9"/>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9"/>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9"/>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9"/>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9"/>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9"/>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9"/>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 name="Google Shape;339;p9"/>
              <p:cNvGrpSpPr/>
              <p:nvPr/>
            </p:nvGrpSpPr>
            <p:grpSpPr>
              <a:xfrm rot="10800000">
                <a:off x="8625400" y="3968250"/>
                <a:ext cx="518600" cy="1291750"/>
                <a:chOff x="202975" y="1362675"/>
                <a:chExt cx="518600" cy="1291750"/>
              </a:xfrm>
            </p:grpSpPr>
            <p:sp>
              <p:nvSpPr>
                <p:cNvPr id="340" name="Google Shape;340;p9"/>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9"/>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9"/>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 name="Google Shape;343;p9"/>
              <p:cNvGrpSpPr/>
              <p:nvPr/>
            </p:nvGrpSpPr>
            <p:grpSpPr>
              <a:xfrm rot="10800000">
                <a:off x="5176118" y="5534875"/>
                <a:ext cx="329575" cy="829925"/>
                <a:chOff x="3799100" y="257875"/>
                <a:chExt cx="329575" cy="829925"/>
              </a:xfrm>
            </p:grpSpPr>
            <p:sp>
              <p:nvSpPr>
                <p:cNvPr id="344" name="Google Shape;344;p9"/>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9"/>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9"/>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9"/>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9"/>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 name="Google Shape;349;p9"/>
              <p:cNvGrpSpPr/>
              <p:nvPr/>
            </p:nvGrpSpPr>
            <p:grpSpPr>
              <a:xfrm rot="10800000">
                <a:off x="5663975" y="5227175"/>
                <a:ext cx="1385975" cy="1132950"/>
                <a:chOff x="2297025" y="262550"/>
                <a:chExt cx="1385975" cy="1132950"/>
              </a:xfrm>
            </p:grpSpPr>
            <p:sp>
              <p:nvSpPr>
                <p:cNvPr id="350" name="Google Shape;350;p9"/>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9"/>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9"/>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9"/>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9"/>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9"/>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 name="Google Shape;356;p9"/>
              <p:cNvGrpSpPr/>
              <p:nvPr/>
            </p:nvGrpSpPr>
            <p:grpSpPr>
              <a:xfrm rot="10800000">
                <a:off x="6086718" y="5730125"/>
                <a:ext cx="2897950" cy="631550"/>
                <a:chOff x="320125" y="261000"/>
                <a:chExt cx="2897950" cy="631550"/>
              </a:xfrm>
            </p:grpSpPr>
            <p:sp>
              <p:nvSpPr>
                <p:cNvPr id="357" name="Google Shape;357;p9"/>
                <p:cNvSpPr/>
                <p:nvPr/>
              </p:nvSpPr>
              <p:spPr>
                <a:xfrm>
                  <a:off x="1988800" y="430200"/>
                  <a:ext cx="1188150" cy="182250"/>
                </a:xfrm>
                <a:custGeom>
                  <a:avLst/>
                  <a:gdLst/>
                  <a:ahLst/>
                  <a:cxnLst/>
                  <a:rect l="l" t="t" r="r" b="b"/>
                  <a:pathLst>
                    <a:path w="47526" h="7290" fill="none" extrusionOk="0">
                      <a:moveTo>
                        <a:pt x="1" y="7290"/>
                      </a:moveTo>
                      <a:cubicBezTo>
                        <a:pt x="13392" y="7290"/>
                        <a:pt x="36071" y="7290"/>
                        <a:pt x="36071" y="7290"/>
                      </a:cubicBezTo>
                      <a:cubicBezTo>
                        <a:pt x="37799" y="7290"/>
                        <a:pt x="39195" y="5873"/>
                        <a:pt x="39195" y="4166"/>
                      </a:cubicBezTo>
                      <a:lnTo>
                        <a:pt x="39195" y="3124"/>
                      </a:lnTo>
                      <a:cubicBezTo>
                        <a:pt x="39195" y="1396"/>
                        <a:pt x="40590" y="1"/>
                        <a:pt x="42319" y="1"/>
                      </a:cubicBezTo>
                      <a:lnTo>
                        <a:pt x="4752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9"/>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9"/>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9"/>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9"/>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9"/>
                <p:cNvSpPr/>
                <p:nvPr/>
              </p:nvSpPr>
              <p:spPr>
                <a:xfrm>
                  <a:off x="3176925" y="409375"/>
                  <a:ext cx="41150" cy="41150"/>
                </a:xfrm>
                <a:custGeom>
                  <a:avLst/>
                  <a:gdLst/>
                  <a:ahLst/>
                  <a:cxnLst/>
                  <a:rect l="l" t="t" r="r" b="b"/>
                  <a:pathLst>
                    <a:path w="1646" h="1646" fill="none" extrusionOk="0">
                      <a:moveTo>
                        <a:pt x="1645" y="813"/>
                      </a:moveTo>
                      <a:cubicBezTo>
                        <a:pt x="1645" y="1271"/>
                        <a:pt x="1271" y="1646"/>
                        <a:pt x="833" y="1646"/>
                      </a:cubicBezTo>
                      <a:cubicBezTo>
                        <a:pt x="375" y="1646"/>
                        <a:pt x="0" y="1271"/>
                        <a:pt x="0" y="813"/>
                      </a:cubicBezTo>
                      <a:cubicBezTo>
                        <a:pt x="0" y="375"/>
                        <a:pt x="375" y="1"/>
                        <a:pt x="833" y="1"/>
                      </a:cubicBezTo>
                      <a:cubicBezTo>
                        <a:pt x="1271" y="1"/>
                        <a:pt x="1645" y="375"/>
                        <a:pt x="1645" y="81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9"/>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 name="Google Shape;364;p9"/>
              <p:cNvGrpSpPr/>
              <p:nvPr/>
            </p:nvGrpSpPr>
            <p:grpSpPr>
              <a:xfrm rot="10800000">
                <a:off x="4423243" y="5836325"/>
                <a:ext cx="1621325" cy="528475"/>
                <a:chOff x="3260225" y="257875"/>
                <a:chExt cx="1621325" cy="528475"/>
              </a:xfrm>
            </p:grpSpPr>
            <p:sp>
              <p:nvSpPr>
                <p:cNvPr id="365" name="Google Shape;365;p9"/>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9"/>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9"/>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9"/>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9"/>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9"/>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9"/>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 name="Google Shape;372;p9"/>
              <p:cNvGrpSpPr/>
              <p:nvPr/>
            </p:nvGrpSpPr>
            <p:grpSpPr>
              <a:xfrm rot="10800000">
                <a:off x="6071625" y="5051200"/>
                <a:ext cx="508175" cy="1310475"/>
                <a:chOff x="2767175" y="261000"/>
                <a:chExt cx="508175" cy="1310475"/>
              </a:xfrm>
            </p:grpSpPr>
            <p:sp>
              <p:nvSpPr>
                <p:cNvPr id="373" name="Google Shape;373;p9"/>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9"/>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9"/>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9"/>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9"/>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378" name="Google Shape;378;p9"/>
          <p:cNvSpPr txBox="1">
            <a:spLocks noGrp="1"/>
          </p:cNvSpPr>
          <p:nvPr>
            <p:ph type="title"/>
          </p:nvPr>
        </p:nvSpPr>
        <p:spPr>
          <a:xfrm>
            <a:off x="2256125" y="1388100"/>
            <a:ext cx="4631700" cy="1460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sz="96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79" name="Google Shape;379;p9"/>
          <p:cNvSpPr txBox="1">
            <a:spLocks noGrp="1"/>
          </p:cNvSpPr>
          <p:nvPr>
            <p:ph type="subTitle" idx="1"/>
          </p:nvPr>
        </p:nvSpPr>
        <p:spPr>
          <a:xfrm>
            <a:off x="2256175" y="2772500"/>
            <a:ext cx="4631700" cy="883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80"/>
        <p:cNvGrpSpPr/>
        <p:nvPr/>
      </p:nvGrpSpPr>
      <p:grpSpPr>
        <a:xfrm>
          <a:off x="0" y="0"/>
          <a:ext cx="0" cy="0"/>
          <a:chOff x="0" y="0"/>
          <a:chExt cx="0" cy="0"/>
        </a:xfrm>
      </p:grpSpPr>
      <p:sp>
        <p:nvSpPr>
          <p:cNvPr id="381" name="Google Shape;381;p10"/>
          <p:cNvSpPr>
            <a:spLocks noGrp="1"/>
          </p:cNvSpPr>
          <p:nvPr>
            <p:ph type="pic" idx="2"/>
          </p:nvPr>
        </p:nvSpPr>
        <p:spPr>
          <a:xfrm>
            <a:off x="0" y="0"/>
            <a:ext cx="9144000" cy="5143500"/>
          </a:xfrm>
          <a:prstGeom prst="rect">
            <a:avLst/>
          </a:prstGeom>
          <a:noFill/>
          <a:ln>
            <a:noFill/>
          </a:ln>
        </p:spPr>
      </p:sp>
      <p:sp>
        <p:nvSpPr>
          <p:cNvPr id="382" name="Google Shape;382;p10"/>
          <p:cNvSpPr txBox="1">
            <a:spLocks noGrp="1"/>
          </p:cNvSpPr>
          <p:nvPr>
            <p:ph type="title"/>
          </p:nvPr>
        </p:nvSpPr>
        <p:spPr>
          <a:xfrm>
            <a:off x="1857000" y="3752225"/>
            <a:ext cx="5430000" cy="851700"/>
          </a:xfrm>
          <a:prstGeom prst="rect">
            <a:avLst/>
          </a:prstGeom>
          <a:solidFill>
            <a:schemeClr val="lt1"/>
          </a:solid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83"/>
        <p:cNvGrpSpPr/>
        <p:nvPr/>
      </p:nvGrpSpPr>
      <p:grpSpPr>
        <a:xfrm>
          <a:off x="0" y="0"/>
          <a:ext cx="0" cy="0"/>
          <a:chOff x="0" y="0"/>
          <a:chExt cx="0" cy="0"/>
        </a:xfrm>
      </p:grpSpPr>
      <p:grpSp>
        <p:nvGrpSpPr>
          <p:cNvPr id="384" name="Google Shape;384;p11"/>
          <p:cNvGrpSpPr/>
          <p:nvPr/>
        </p:nvGrpSpPr>
        <p:grpSpPr>
          <a:xfrm>
            <a:off x="-13107" y="-373450"/>
            <a:ext cx="9157107" cy="6739825"/>
            <a:chOff x="-13107" y="-373450"/>
            <a:chExt cx="9157107" cy="6739825"/>
          </a:xfrm>
        </p:grpSpPr>
        <p:grpSp>
          <p:nvGrpSpPr>
            <p:cNvPr id="385" name="Google Shape;385;p11"/>
            <p:cNvGrpSpPr/>
            <p:nvPr/>
          </p:nvGrpSpPr>
          <p:grpSpPr>
            <a:xfrm>
              <a:off x="4575843" y="-373450"/>
              <a:ext cx="4568157" cy="1956750"/>
              <a:chOff x="4575843" y="-373450"/>
              <a:chExt cx="4568157" cy="1956750"/>
            </a:xfrm>
          </p:grpSpPr>
          <p:grpSp>
            <p:nvGrpSpPr>
              <p:cNvPr id="386" name="Google Shape;386;p11"/>
              <p:cNvGrpSpPr/>
              <p:nvPr/>
            </p:nvGrpSpPr>
            <p:grpSpPr>
              <a:xfrm rot="10800000" flipH="1">
                <a:off x="8639975" y="66650"/>
                <a:ext cx="504025" cy="1226150"/>
                <a:chOff x="7560775" y="2945450"/>
                <a:chExt cx="504025" cy="1226150"/>
              </a:xfrm>
            </p:grpSpPr>
            <p:sp>
              <p:nvSpPr>
                <p:cNvPr id="387" name="Google Shape;387;p11"/>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1"/>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1"/>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1"/>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1"/>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 name="Google Shape;392;p11"/>
              <p:cNvGrpSpPr/>
              <p:nvPr/>
            </p:nvGrpSpPr>
            <p:grpSpPr>
              <a:xfrm rot="10800000" flipH="1">
                <a:off x="7247250" y="285825"/>
                <a:ext cx="1336525" cy="456650"/>
                <a:chOff x="6168050" y="3495775"/>
                <a:chExt cx="1336525" cy="456650"/>
              </a:xfrm>
            </p:grpSpPr>
            <p:sp>
              <p:nvSpPr>
                <p:cNvPr id="393" name="Google Shape;393;p11"/>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1"/>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1"/>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1"/>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 name="Google Shape;397;p11"/>
              <p:cNvGrpSpPr/>
              <p:nvPr/>
            </p:nvGrpSpPr>
            <p:grpSpPr>
              <a:xfrm rot="10800000" flipH="1">
                <a:off x="6108600" y="-373450"/>
                <a:ext cx="615425" cy="838775"/>
                <a:chOff x="5029400" y="3925325"/>
                <a:chExt cx="615425" cy="838775"/>
              </a:xfrm>
            </p:grpSpPr>
            <p:sp>
              <p:nvSpPr>
                <p:cNvPr id="398" name="Google Shape;398;p11"/>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1"/>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1"/>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1"/>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 name="Google Shape;402;p11"/>
              <p:cNvGrpSpPr/>
              <p:nvPr/>
            </p:nvGrpSpPr>
            <p:grpSpPr>
              <a:xfrm rot="10800000" flipH="1">
                <a:off x="4575843" y="74300"/>
                <a:ext cx="1039421" cy="515475"/>
                <a:chOff x="3310225" y="3800875"/>
                <a:chExt cx="1039421" cy="515475"/>
              </a:xfrm>
            </p:grpSpPr>
            <p:sp>
              <p:nvSpPr>
                <p:cNvPr id="403" name="Google Shape;403;p11"/>
                <p:cNvSpPr/>
                <p:nvPr/>
              </p:nvSpPr>
              <p:spPr>
                <a:xfrm>
                  <a:off x="3334181" y="3852425"/>
                  <a:ext cx="101546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1"/>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1"/>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11"/>
              <p:cNvGrpSpPr/>
              <p:nvPr/>
            </p:nvGrpSpPr>
            <p:grpSpPr>
              <a:xfrm rot="10800000" flipH="1">
                <a:off x="5620225" y="-373450"/>
                <a:ext cx="1300100" cy="889800"/>
                <a:chOff x="4541025" y="3874300"/>
                <a:chExt cx="1300100" cy="889800"/>
              </a:xfrm>
            </p:grpSpPr>
            <p:sp>
              <p:nvSpPr>
                <p:cNvPr id="407" name="Google Shape;407;p11"/>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1"/>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1"/>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1"/>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1"/>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 name="Google Shape;412;p11"/>
              <p:cNvGrpSpPr/>
              <p:nvPr/>
            </p:nvGrpSpPr>
            <p:grpSpPr>
              <a:xfrm rot="10800000" flipH="1">
                <a:off x="7594000" y="133800"/>
                <a:ext cx="1550000" cy="198400"/>
                <a:chOff x="6514800" y="3906050"/>
                <a:chExt cx="1550000" cy="198400"/>
              </a:xfrm>
            </p:grpSpPr>
            <p:sp>
              <p:nvSpPr>
                <p:cNvPr id="413" name="Google Shape;413;p11"/>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1"/>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1"/>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 name="Google Shape;416;p11"/>
              <p:cNvGrpSpPr/>
              <p:nvPr/>
            </p:nvGrpSpPr>
            <p:grpSpPr>
              <a:xfrm rot="10800000" flipH="1">
                <a:off x="8552525" y="748700"/>
                <a:ext cx="309275" cy="834600"/>
                <a:chOff x="7473325" y="2654950"/>
                <a:chExt cx="309275" cy="834600"/>
              </a:xfrm>
            </p:grpSpPr>
            <p:sp>
              <p:nvSpPr>
                <p:cNvPr id="417" name="Google Shape;417;p11"/>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1"/>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1"/>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1"/>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1"/>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2" name="Google Shape;422;p11"/>
            <p:cNvGrpSpPr/>
            <p:nvPr/>
          </p:nvGrpSpPr>
          <p:grpSpPr>
            <a:xfrm>
              <a:off x="-13107" y="3968250"/>
              <a:ext cx="3757025" cy="2398125"/>
              <a:chOff x="-13107" y="3968250"/>
              <a:chExt cx="3757025" cy="2398125"/>
            </a:xfrm>
          </p:grpSpPr>
          <p:grpSp>
            <p:nvGrpSpPr>
              <p:cNvPr id="423" name="Google Shape;423;p11"/>
              <p:cNvGrpSpPr/>
              <p:nvPr/>
            </p:nvGrpSpPr>
            <p:grpSpPr>
              <a:xfrm rot="10800000" flipH="1">
                <a:off x="1743043" y="4739850"/>
                <a:ext cx="942400" cy="1626525"/>
                <a:chOff x="1959125" y="256300"/>
                <a:chExt cx="942400" cy="1626525"/>
              </a:xfrm>
            </p:grpSpPr>
            <p:sp>
              <p:nvSpPr>
                <p:cNvPr id="424" name="Google Shape;424;p11"/>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1"/>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1"/>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1"/>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1"/>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 name="Google Shape;429;p11"/>
              <p:cNvGrpSpPr/>
              <p:nvPr/>
            </p:nvGrpSpPr>
            <p:grpSpPr>
              <a:xfrm rot="10800000" flipH="1">
                <a:off x="-13107" y="4975700"/>
                <a:ext cx="1721300" cy="369675"/>
                <a:chOff x="202975" y="1277300"/>
                <a:chExt cx="1721300" cy="369675"/>
              </a:xfrm>
            </p:grpSpPr>
            <p:sp>
              <p:nvSpPr>
                <p:cNvPr id="430" name="Google Shape;430;p11"/>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1"/>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1"/>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 name="Google Shape;434;p11"/>
              <p:cNvGrpSpPr/>
              <p:nvPr/>
            </p:nvGrpSpPr>
            <p:grpSpPr>
              <a:xfrm rot="10800000" flipH="1">
                <a:off x="2255368" y="4863750"/>
                <a:ext cx="1488550" cy="324925"/>
                <a:chOff x="2471450" y="1434000"/>
                <a:chExt cx="1488550" cy="324925"/>
              </a:xfrm>
            </p:grpSpPr>
            <p:sp>
              <p:nvSpPr>
                <p:cNvPr id="435" name="Google Shape;435;p11"/>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375" y="1434000"/>
                  <a:ext cx="52625" cy="53150"/>
                </a:xfrm>
                <a:custGeom>
                  <a:avLst/>
                  <a:gdLst/>
                  <a:ahLst/>
                  <a:cxnLst/>
                  <a:rect l="l" t="t" r="r" b="b"/>
                  <a:pathLst>
                    <a:path w="2105" h="2126" fill="none" extrusionOk="0">
                      <a:moveTo>
                        <a:pt x="2104" y="1063"/>
                      </a:moveTo>
                      <a:cubicBezTo>
                        <a:pt x="2104" y="1646"/>
                        <a:pt x="1646" y="2125"/>
                        <a:pt x="1063" y="2125"/>
                      </a:cubicBezTo>
                      <a:cubicBezTo>
                        <a:pt x="480" y="2125"/>
                        <a:pt x="1" y="1646"/>
                        <a:pt x="1" y="1063"/>
                      </a:cubicBezTo>
                      <a:cubicBezTo>
                        <a:pt x="1" y="480"/>
                        <a:pt x="480" y="1"/>
                        <a:pt x="1063" y="1"/>
                      </a:cubicBezTo>
                      <a:cubicBezTo>
                        <a:pt x="1646" y="1"/>
                        <a:pt x="2104" y="480"/>
                        <a:pt x="2104" y="1063"/>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 name="Google Shape;439;p11"/>
              <p:cNvGrpSpPr/>
              <p:nvPr/>
            </p:nvGrpSpPr>
            <p:grpSpPr>
              <a:xfrm rot="10800000" flipH="1">
                <a:off x="1170318" y="4815325"/>
                <a:ext cx="556075" cy="1443800"/>
                <a:chOff x="1386400" y="363550"/>
                <a:chExt cx="556075" cy="1443800"/>
              </a:xfrm>
            </p:grpSpPr>
            <p:sp>
              <p:nvSpPr>
                <p:cNvPr id="440" name="Google Shape;440;p11"/>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1"/>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1"/>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11"/>
              <p:cNvGrpSpPr/>
              <p:nvPr/>
            </p:nvGrpSpPr>
            <p:grpSpPr>
              <a:xfrm rot="10800000" flipH="1">
                <a:off x="-13107" y="3968250"/>
                <a:ext cx="518600" cy="1291750"/>
                <a:chOff x="202975" y="1362675"/>
                <a:chExt cx="518600" cy="1291750"/>
              </a:xfrm>
            </p:grpSpPr>
            <p:sp>
              <p:nvSpPr>
                <p:cNvPr id="448" name="Google Shape;448;p11"/>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1"/>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11"/>
              <p:cNvGrpSpPr/>
              <p:nvPr/>
            </p:nvGrpSpPr>
            <p:grpSpPr>
              <a:xfrm rot="10800000" flipH="1">
                <a:off x="2551093" y="5051200"/>
                <a:ext cx="508175" cy="1310475"/>
                <a:chOff x="2767175" y="261000"/>
                <a:chExt cx="508175" cy="1310475"/>
              </a:xfrm>
            </p:grpSpPr>
            <p:sp>
              <p:nvSpPr>
                <p:cNvPr id="452" name="Google Shape;452;p11"/>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1"/>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1"/>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1"/>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1"/>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57" name="Google Shape;457;p11"/>
          <p:cNvSpPr txBox="1">
            <a:spLocks noGrp="1"/>
          </p:cNvSpPr>
          <p:nvPr>
            <p:ph type="title" hasCustomPrompt="1"/>
          </p:nvPr>
        </p:nvSpPr>
        <p:spPr>
          <a:xfrm>
            <a:off x="2171325" y="1649338"/>
            <a:ext cx="4801500" cy="10107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5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58" name="Google Shape;458;p11"/>
          <p:cNvSpPr txBox="1">
            <a:spLocks noGrp="1"/>
          </p:cNvSpPr>
          <p:nvPr>
            <p:ph type="subTitle" idx="1"/>
          </p:nvPr>
        </p:nvSpPr>
        <p:spPr>
          <a:xfrm>
            <a:off x="2171325" y="2812563"/>
            <a:ext cx="4801500" cy="68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60"/>
        <p:cNvGrpSpPr/>
        <p:nvPr/>
      </p:nvGrpSpPr>
      <p:grpSpPr>
        <a:xfrm>
          <a:off x="0" y="0"/>
          <a:ext cx="0" cy="0"/>
          <a:chOff x="0" y="0"/>
          <a:chExt cx="0" cy="0"/>
        </a:xfrm>
      </p:grpSpPr>
      <p:grpSp>
        <p:nvGrpSpPr>
          <p:cNvPr id="461" name="Google Shape;461;p13"/>
          <p:cNvGrpSpPr/>
          <p:nvPr/>
        </p:nvGrpSpPr>
        <p:grpSpPr>
          <a:xfrm>
            <a:off x="215575" y="-867126"/>
            <a:ext cx="8928425" cy="6313351"/>
            <a:chOff x="215575" y="-867126"/>
            <a:chExt cx="8928425" cy="6313351"/>
          </a:xfrm>
        </p:grpSpPr>
        <p:grpSp>
          <p:nvGrpSpPr>
            <p:cNvPr id="462" name="Google Shape;462;p13"/>
            <p:cNvGrpSpPr/>
            <p:nvPr/>
          </p:nvGrpSpPr>
          <p:grpSpPr>
            <a:xfrm>
              <a:off x="215575" y="4330421"/>
              <a:ext cx="1300100" cy="1115804"/>
              <a:chOff x="215575" y="4330421"/>
              <a:chExt cx="1300100" cy="1115804"/>
            </a:xfrm>
          </p:grpSpPr>
          <p:grpSp>
            <p:nvGrpSpPr>
              <p:cNvPr id="463" name="Google Shape;463;p13"/>
              <p:cNvGrpSpPr/>
              <p:nvPr/>
            </p:nvGrpSpPr>
            <p:grpSpPr>
              <a:xfrm>
                <a:off x="703950" y="4330421"/>
                <a:ext cx="615425" cy="887204"/>
                <a:chOff x="627750" y="4254221"/>
                <a:chExt cx="615425" cy="887204"/>
              </a:xfrm>
            </p:grpSpPr>
            <p:grpSp>
              <p:nvGrpSpPr>
                <p:cNvPr id="464" name="Google Shape;464;p13"/>
                <p:cNvGrpSpPr/>
                <p:nvPr/>
              </p:nvGrpSpPr>
              <p:grpSpPr>
                <a:xfrm>
                  <a:off x="627750" y="4302650"/>
                  <a:ext cx="615425" cy="838775"/>
                  <a:chOff x="5029400" y="3925325"/>
                  <a:chExt cx="615425" cy="838775"/>
                </a:xfrm>
              </p:grpSpPr>
              <p:sp>
                <p:nvSpPr>
                  <p:cNvPr id="465" name="Google Shape;465;p13"/>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3"/>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3"/>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3"/>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 name="Google Shape;469;p13"/>
                <p:cNvSpPr/>
                <p:nvPr/>
              </p:nvSpPr>
              <p:spPr>
                <a:xfrm>
                  <a:off x="1070000" y="42542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13"/>
              <p:cNvGrpSpPr/>
              <p:nvPr/>
            </p:nvGrpSpPr>
            <p:grpSpPr>
              <a:xfrm>
                <a:off x="215575" y="4556425"/>
                <a:ext cx="1300100" cy="889800"/>
                <a:chOff x="4541025" y="3874300"/>
                <a:chExt cx="1300100" cy="889800"/>
              </a:xfrm>
            </p:grpSpPr>
            <p:sp>
              <p:nvSpPr>
                <p:cNvPr id="471" name="Google Shape;471;p13"/>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3"/>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3"/>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3"/>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3"/>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 name="Google Shape;476;p13"/>
            <p:cNvGrpSpPr/>
            <p:nvPr/>
          </p:nvGrpSpPr>
          <p:grpSpPr>
            <a:xfrm flipH="1">
              <a:off x="7422700" y="46624"/>
              <a:ext cx="1721300" cy="369675"/>
              <a:chOff x="202975" y="1277300"/>
              <a:chExt cx="1721300" cy="369675"/>
            </a:xfrm>
          </p:grpSpPr>
          <p:sp>
            <p:nvSpPr>
              <p:cNvPr id="477" name="Google Shape;477;p13"/>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3"/>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3"/>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3"/>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 name="Google Shape;481;p13"/>
            <p:cNvGrpSpPr/>
            <p:nvPr/>
          </p:nvGrpSpPr>
          <p:grpSpPr>
            <a:xfrm flipH="1">
              <a:off x="8251125" y="-191704"/>
              <a:ext cx="647725" cy="2014925"/>
              <a:chOff x="905325" y="1001350"/>
              <a:chExt cx="647725" cy="2014925"/>
            </a:xfrm>
          </p:grpSpPr>
          <p:sp>
            <p:nvSpPr>
              <p:cNvPr id="482" name="Google Shape;482;p13"/>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3"/>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3"/>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3"/>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3"/>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3"/>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3"/>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3"/>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3"/>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3"/>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3"/>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13"/>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3"/>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3"/>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13"/>
            <p:cNvGrpSpPr/>
            <p:nvPr/>
          </p:nvGrpSpPr>
          <p:grpSpPr>
            <a:xfrm flipH="1">
              <a:off x="8625400" y="131999"/>
              <a:ext cx="518600" cy="1291750"/>
              <a:chOff x="202975" y="1362675"/>
              <a:chExt cx="518600" cy="1291750"/>
            </a:xfrm>
          </p:grpSpPr>
          <p:sp>
            <p:nvSpPr>
              <p:cNvPr id="497" name="Google Shape;497;p13"/>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3"/>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3"/>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 name="Google Shape;500;p13"/>
            <p:cNvGrpSpPr/>
            <p:nvPr/>
          </p:nvGrpSpPr>
          <p:grpSpPr>
            <a:xfrm flipH="1">
              <a:off x="8651100" y="1057696"/>
              <a:ext cx="328550" cy="892950"/>
              <a:chOff x="443525" y="2098350"/>
              <a:chExt cx="328550" cy="892950"/>
            </a:xfrm>
          </p:grpSpPr>
          <p:sp>
            <p:nvSpPr>
              <p:cNvPr id="501" name="Google Shape;501;p13"/>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3"/>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3"/>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3"/>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3"/>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 name="Google Shape;506;p13"/>
            <p:cNvGrpSpPr/>
            <p:nvPr/>
          </p:nvGrpSpPr>
          <p:grpSpPr>
            <a:xfrm flipH="1">
              <a:off x="7404500" y="-867126"/>
              <a:ext cx="556075" cy="1443800"/>
              <a:chOff x="1386400" y="363550"/>
              <a:chExt cx="556075" cy="1443800"/>
            </a:xfrm>
          </p:grpSpPr>
          <p:sp>
            <p:nvSpPr>
              <p:cNvPr id="507" name="Google Shape;507;p13"/>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3"/>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3"/>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3"/>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14" name="Google Shape;514;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15" name="Google Shape;515;p13"/>
          <p:cNvSpPr txBox="1">
            <a:spLocks noGrp="1"/>
          </p:cNvSpPr>
          <p:nvPr>
            <p:ph type="subTitle" idx="1"/>
          </p:nvPr>
        </p:nvSpPr>
        <p:spPr>
          <a:xfrm>
            <a:off x="1696950" y="206268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16" name="Google Shape;516;p13"/>
          <p:cNvSpPr txBox="1">
            <a:spLocks noGrp="1"/>
          </p:cNvSpPr>
          <p:nvPr>
            <p:ph type="subTitle" idx="2"/>
          </p:nvPr>
        </p:nvSpPr>
        <p:spPr>
          <a:xfrm>
            <a:off x="5876244" y="206268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17" name="Google Shape;517;p13"/>
          <p:cNvSpPr txBox="1">
            <a:spLocks noGrp="1"/>
          </p:cNvSpPr>
          <p:nvPr>
            <p:ph type="subTitle" idx="3"/>
          </p:nvPr>
        </p:nvSpPr>
        <p:spPr>
          <a:xfrm>
            <a:off x="1696950" y="349608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18" name="Google Shape;518;p13"/>
          <p:cNvSpPr txBox="1">
            <a:spLocks noGrp="1"/>
          </p:cNvSpPr>
          <p:nvPr>
            <p:ph type="subTitle" idx="4"/>
          </p:nvPr>
        </p:nvSpPr>
        <p:spPr>
          <a:xfrm>
            <a:off x="5876244" y="349608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19" name="Google Shape;519;p13"/>
          <p:cNvSpPr txBox="1">
            <a:spLocks noGrp="1"/>
          </p:cNvSpPr>
          <p:nvPr>
            <p:ph type="title" idx="5" hasCustomPrompt="1"/>
          </p:nvPr>
        </p:nvSpPr>
        <p:spPr>
          <a:xfrm>
            <a:off x="962252" y="1758192"/>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0" name="Google Shape;520;p13"/>
          <p:cNvSpPr txBox="1">
            <a:spLocks noGrp="1"/>
          </p:cNvSpPr>
          <p:nvPr>
            <p:ph type="title" idx="6" hasCustomPrompt="1"/>
          </p:nvPr>
        </p:nvSpPr>
        <p:spPr>
          <a:xfrm>
            <a:off x="962252" y="3191600"/>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1" name="Google Shape;521;p13"/>
          <p:cNvSpPr txBox="1">
            <a:spLocks noGrp="1"/>
          </p:cNvSpPr>
          <p:nvPr>
            <p:ph type="title" idx="7" hasCustomPrompt="1"/>
          </p:nvPr>
        </p:nvSpPr>
        <p:spPr>
          <a:xfrm>
            <a:off x="5141552" y="1758192"/>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2" name="Google Shape;522;p13"/>
          <p:cNvSpPr txBox="1">
            <a:spLocks noGrp="1"/>
          </p:cNvSpPr>
          <p:nvPr>
            <p:ph type="title" idx="8" hasCustomPrompt="1"/>
          </p:nvPr>
        </p:nvSpPr>
        <p:spPr>
          <a:xfrm>
            <a:off x="5141552" y="3191600"/>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3" name="Google Shape;523;p13"/>
          <p:cNvSpPr txBox="1">
            <a:spLocks noGrp="1"/>
          </p:cNvSpPr>
          <p:nvPr>
            <p:ph type="subTitle" idx="9"/>
          </p:nvPr>
        </p:nvSpPr>
        <p:spPr>
          <a:xfrm>
            <a:off x="1696950" y="178893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24" name="Google Shape;524;p13"/>
          <p:cNvSpPr txBox="1">
            <a:spLocks noGrp="1"/>
          </p:cNvSpPr>
          <p:nvPr>
            <p:ph type="subTitle" idx="13"/>
          </p:nvPr>
        </p:nvSpPr>
        <p:spPr>
          <a:xfrm>
            <a:off x="5876250" y="178893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25" name="Google Shape;525;p13"/>
          <p:cNvSpPr txBox="1">
            <a:spLocks noGrp="1"/>
          </p:cNvSpPr>
          <p:nvPr>
            <p:ph type="subTitle" idx="14"/>
          </p:nvPr>
        </p:nvSpPr>
        <p:spPr>
          <a:xfrm>
            <a:off x="1696950" y="3222405"/>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26" name="Google Shape;526;p13"/>
          <p:cNvSpPr txBox="1">
            <a:spLocks noGrp="1"/>
          </p:cNvSpPr>
          <p:nvPr>
            <p:ph type="subTitle" idx="15"/>
          </p:nvPr>
        </p:nvSpPr>
        <p:spPr>
          <a:xfrm>
            <a:off x="5876250" y="3222405"/>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527" name="Google Shape;527;p13"/>
          <p:cNvGrpSpPr/>
          <p:nvPr/>
        </p:nvGrpSpPr>
        <p:grpSpPr>
          <a:xfrm>
            <a:off x="7834922" y="47262"/>
            <a:ext cx="368400" cy="368400"/>
            <a:chOff x="7834922" y="47262"/>
            <a:chExt cx="368400" cy="368400"/>
          </a:xfrm>
        </p:grpSpPr>
        <p:sp>
          <p:nvSpPr>
            <p:cNvPr id="528" name="Google Shape;528;p13"/>
            <p:cNvSpPr/>
            <p:nvPr/>
          </p:nvSpPr>
          <p:spPr>
            <a:xfrm>
              <a:off x="7834922" y="47262"/>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7917242" y="152540"/>
              <a:ext cx="204138" cy="157924"/>
              <a:chOff x="4404638" y="2403088"/>
              <a:chExt cx="339325" cy="262550"/>
            </a:xfrm>
          </p:grpSpPr>
          <p:sp>
            <p:nvSpPr>
              <p:cNvPr id="530" name="Google Shape;530;p13"/>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3"/>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3" name="Google Shape;533;p13"/>
          <p:cNvGrpSpPr/>
          <p:nvPr/>
        </p:nvGrpSpPr>
        <p:grpSpPr>
          <a:xfrm>
            <a:off x="8515272" y="1751759"/>
            <a:ext cx="368400" cy="368400"/>
            <a:chOff x="8515272" y="1751759"/>
            <a:chExt cx="368400" cy="368400"/>
          </a:xfrm>
        </p:grpSpPr>
        <p:sp>
          <p:nvSpPr>
            <p:cNvPr id="534" name="Google Shape;534;p13"/>
            <p:cNvSpPr/>
            <p:nvPr/>
          </p:nvSpPr>
          <p:spPr>
            <a:xfrm>
              <a:off x="8515272" y="1751759"/>
              <a:ext cx="368400" cy="368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 name="Google Shape;535;p13"/>
            <p:cNvGrpSpPr/>
            <p:nvPr/>
          </p:nvGrpSpPr>
          <p:grpSpPr>
            <a:xfrm>
              <a:off x="8627358" y="1819900"/>
              <a:ext cx="144228" cy="232138"/>
              <a:chOff x="6444288" y="2402288"/>
              <a:chExt cx="196550" cy="316350"/>
            </a:xfrm>
          </p:grpSpPr>
          <p:sp>
            <p:nvSpPr>
              <p:cNvPr id="536" name="Google Shape;536;p13"/>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3"/>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539"/>
        <p:cNvGrpSpPr/>
        <p:nvPr/>
      </p:nvGrpSpPr>
      <p:grpSpPr>
        <a:xfrm>
          <a:off x="0" y="0"/>
          <a:ext cx="0" cy="0"/>
          <a:chOff x="0" y="0"/>
          <a:chExt cx="0" cy="0"/>
        </a:xfrm>
      </p:grpSpPr>
      <p:sp>
        <p:nvSpPr>
          <p:cNvPr id="540" name="Google Shape;540;p14"/>
          <p:cNvSpPr txBox="1">
            <a:spLocks noGrp="1"/>
          </p:cNvSpPr>
          <p:nvPr>
            <p:ph type="title"/>
          </p:nvPr>
        </p:nvSpPr>
        <p:spPr>
          <a:xfrm>
            <a:off x="713225" y="1729900"/>
            <a:ext cx="3832500" cy="16026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41" name="Google Shape;541;p14"/>
          <p:cNvSpPr txBox="1">
            <a:spLocks noGrp="1"/>
          </p:cNvSpPr>
          <p:nvPr>
            <p:ph type="title" idx="2" hasCustomPrompt="1"/>
          </p:nvPr>
        </p:nvSpPr>
        <p:spPr>
          <a:xfrm>
            <a:off x="713225" y="961450"/>
            <a:ext cx="1546500" cy="10065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6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42" name="Google Shape;542;p14"/>
          <p:cNvSpPr txBox="1">
            <a:spLocks noGrp="1"/>
          </p:cNvSpPr>
          <p:nvPr>
            <p:ph type="subTitle" idx="1"/>
          </p:nvPr>
        </p:nvSpPr>
        <p:spPr>
          <a:xfrm>
            <a:off x="713225" y="3395725"/>
            <a:ext cx="3832500" cy="676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2">
  <p:cSld name="SECTION_HEADER_2">
    <p:spTree>
      <p:nvGrpSpPr>
        <p:cNvPr id="1" name="Shape 543"/>
        <p:cNvGrpSpPr/>
        <p:nvPr/>
      </p:nvGrpSpPr>
      <p:grpSpPr>
        <a:xfrm>
          <a:off x="0" y="0"/>
          <a:ext cx="0" cy="0"/>
          <a:chOff x="0" y="0"/>
          <a:chExt cx="0" cy="0"/>
        </a:xfrm>
      </p:grpSpPr>
      <p:sp>
        <p:nvSpPr>
          <p:cNvPr id="544" name="Google Shape;544;p15"/>
          <p:cNvSpPr txBox="1">
            <a:spLocks noGrp="1"/>
          </p:cNvSpPr>
          <p:nvPr>
            <p:ph type="title"/>
          </p:nvPr>
        </p:nvSpPr>
        <p:spPr>
          <a:xfrm>
            <a:off x="4598275" y="1729900"/>
            <a:ext cx="3832500" cy="1602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45" name="Google Shape;545;p15"/>
          <p:cNvSpPr txBox="1">
            <a:spLocks noGrp="1"/>
          </p:cNvSpPr>
          <p:nvPr>
            <p:ph type="title" idx="2" hasCustomPrompt="1"/>
          </p:nvPr>
        </p:nvSpPr>
        <p:spPr>
          <a:xfrm>
            <a:off x="6884275" y="961450"/>
            <a:ext cx="1546500" cy="1006500"/>
          </a:xfrm>
          <a:prstGeom prst="rect">
            <a:avLst/>
          </a:prstGeom>
          <a:noFill/>
        </p:spPr>
        <p:txBody>
          <a:bodyPr spcFirstLastPara="1" wrap="square" lIns="91425" tIns="91425" rIns="91425" bIns="91425" anchor="b" anchorCtr="0">
            <a:noAutofit/>
          </a:bodyPr>
          <a:lstStyle>
            <a:lvl1pPr lvl="0" algn="r" rtl="0">
              <a:spcBef>
                <a:spcPts val="0"/>
              </a:spcBef>
              <a:spcAft>
                <a:spcPts val="0"/>
              </a:spcAft>
              <a:buClr>
                <a:schemeClr val="lt1"/>
              </a:buClr>
              <a:buSzPts val="6000"/>
              <a:buNone/>
              <a:defRPr sz="6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46" name="Google Shape;546;p15"/>
          <p:cNvSpPr txBox="1">
            <a:spLocks noGrp="1"/>
          </p:cNvSpPr>
          <p:nvPr>
            <p:ph type="subTitle" idx="1"/>
          </p:nvPr>
        </p:nvSpPr>
        <p:spPr>
          <a:xfrm>
            <a:off x="4598275" y="3395725"/>
            <a:ext cx="3832500" cy="6765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547"/>
        <p:cNvGrpSpPr/>
        <p:nvPr/>
      </p:nvGrpSpPr>
      <p:grpSpPr>
        <a:xfrm>
          <a:off x="0" y="0"/>
          <a:ext cx="0" cy="0"/>
          <a:chOff x="0" y="0"/>
          <a:chExt cx="0" cy="0"/>
        </a:xfrm>
      </p:grpSpPr>
      <p:grpSp>
        <p:nvGrpSpPr>
          <p:cNvPr id="548" name="Google Shape;548;p16"/>
          <p:cNvGrpSpPr/>
          <p:nvPr/>
        </p:nvGrpSpPr>
        <p:grpSpPr>
          <a:xfrm>
            <a:off x="-609100" y="-602550"/>
            <a:ext cx="10959900" cy="5711575"/>
            <a:chOff x="-609100" y="-602550"/>
            <a:chExt cx="10959900" cy="5711575"/>
          </a:xfrm>
        </p:grpSpPr>
        <p:grpSp>
          <p:nvGrpSpPr>
            <p:cNvPr id="549" name="Google Shape;549;p16"/>
            <p:cNvGrpSpPr/>
            <p:nvPr/>
          </p:nvGrpSpPr>
          <p:grpSpPr>
            <a:xfrm>
              <a:off x="5468571" y="-602550"/>
              <a:ext cx="4882229" cy="2938025"/>
              <a:chOff x="5468571" y="-602550"/>
              <a:chExt cx="4882229" cy="2938025"/>
            </a:xfrm>
          </p:grpSpPr>
          <p:grpSp>
            <p:nvGrpSpPr>
              <p:cNvPr id="550" name="Google Shape;550;p16"/>
              <p:cNvGrpSpPr/>
              <p:nvPr/>
            </p:nvGrpSpPr>
            <p:grpSpPr>
              <a:xfrm flipH="1">
                <a:off x="6221446" y="-602550"/>
                <a:ext cx="329575" cy="829925"/>
                <a:chOff x="3799100" y="257875"/>
                <a:chExt cx="329575" cy="829925"/>
              </a:xfrm>
            </p:grpSpPr>
            <p:sp>
              <p:nvSpPr>
                <p:cNvPr id="551" name="Google Shape;551;p16"/>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6"/>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6"/>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6"/>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6"/>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16"/>
              <p:cNvGrpSpPr/>
              <p:nvPr/>
            </p:nvGrpSpPr>
            <p:grpSpPr>
              <a:xfrm flipH="1">
                <a:off x="6819521" y="-597875"/>
                <a:ext cx="1385975" cy="1132950"/>
                <a:chOff x="2297025" y="262550"/>
                <a:chExt cx="1385975" cy="1132950"/>
              </a:xfrm>
            </p:grpSpPr>
            <p:sp>
              <p:nvSpPr>
                <p:cNvPr id="557" name="Google Shape;557;p16"/>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6"/>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6"/>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6"/>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6"/>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6"/>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 name="Google Shape;563;p16"/>
              <p:cNvGrpSpPr/>
              <p:nvPr/>
            </p:nvGrpSpPr>
            <p:grpSpPr>
              <a:xfrm flipH="1">
                <a:off x="8284650" y="598050"/>
                <a:ext cx="1504175" cy="188500"/>
                <a:chOff x="202975" y="1458475"/>
                <a:chExt cx="1504175" cy="188500"/>
              </a:xfrm>
            </p:grpSpPr>
            <p:sp>
              <p:nvSpPr>
                <p:cNvPr id="564" name="Google Shape;564;p16"/>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6"/>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 name="Google Shape;566;p16"/>
              <p:cNvGrpSpPr/>
              <p:nvPr/>
            </p:nvGrpSpPr>
            <p:grpSpPr>
              <a:xfrm flipH="1">
                <a:off x="8264350" y="-373475"/>
                <a:ext cx="1055875" cy="2708950"/>
                <a:chOff x="671575" y="486950"/>
                <a:chExt cx="1055875" cy="2708950"/>
              </a:xfrm>
            </p:grpSpPr>
            <p:sp>
              <p:nvSpPr>
                <p:cNvPr id="567" name="Google Shape;567;p16"/>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6"/>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6"/>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6"/>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6"/>
                <p:cNvSpPr/>
                <p:nvPr/>
              </p:nvSpPr>
              <p:spPr>
                <a:xfrm>
                  <a:off x="671575" y="10085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6"/>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6"/>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6"/>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16"/>
              <p:cNvGrpSpPr/>
              <p:nvPr/>
            </p:nvGrpSpPr>
            <p:grpSpPr>
              <a:xfrm flipH="1">
                <a:off x="8438750" y="140925"/>
                <a:ext cx="647725" cy="2014925"/>
                <a:chOff x="905325" y="1001350"/>
                <a:chExt cx="647725" cy="2014925"/>
              </a:xfrm>
            </p:grpSpPr>
            <p:sp>
              <p:nvSpPr>
                <p:cNvPr id="576" name="Google Shape;576;p16"/>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6"/>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6"/>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6"/>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6"/>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6"/>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6"/>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6"/>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6"/>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6"/>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6"/>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6"/>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6"/>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6"/>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 name="Google Shape;590;p16"/>
              <p:cNvGrpSpPr/>
              <p:nvPr/>
            </p:nvGrpSpPr>
            <p:grpSpPr>
              <a:xfrm flipH="1">
                <a:off x="9219725" y="1237925"/>
                <a:ext cx="328550" cy="892950"/>
                <a:chOff x="443525" y="2098350"/>
                <a:chExt cx="328550" cy="892950"/>
              </a:xfrm>
            </p:grpSpPr>
            <p:sp>
              <p:nvSpPr>
                <p:cNvPr id="591" name="Google Shape;591;p16"/>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6"/>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6"/>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6"/>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6"/>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 name="Google Shape;596;p16"/>
              <p:cNvGrpSpPr/>
              <p:nvPr/>
            </p:nvGrpSpPr>
            <p:grpSpPr>
              <a:xfrm>
                <a:off x="9006975" y="1643275"/>
                <a:ext cx="1343825" cy="645625"/>
                <a:chOff x="202975" y="2389400"/>
                <a:chExt cx="1343825" cy="645625"/>
              </a:xfrm>
            </p:grpSpPr>
            <p:sp>
              <p:nvSpPr>
                <p:cNvPr id="597" name="Google Shape;597;p16"/>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6"/>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 name="Google Shape;599;p16"/>
              <p:cNvGrpSpPr/>
              <p:nvPr/>
            </p:nvGrpSpPr>
            <p:grpSpPr>
              <a:xfrm flipH="1">
                <a:off x="5468571" y="-602550"/>
                <a:ext cx="1621325" cy="528475"/>
                <a:chOff x="3260225" y="257875"/>
                <a:chExt cx="1621325" cy="528475"/>
              </a:xfrm>
            </p:grpSpPr>
            <p:sp>
              <p:nvSpPr>
                <p:cNvPr id="600" name="Google Shape;600;p16"/>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6"/>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6"/>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6"/>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6"/>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6"/>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6"/>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 name="Google Shape;607;p16"/>
            <p:cNvGrpSpPr/>
            <p:nvPr/>
          </p:nvGrpSpPr>
          <p:grpSpPr>
            <a:xfrm>
              <a:off x="-609100" y="2564075"/>
              <a:ext cx="3035400" cy="2544950"/>
              <a:chOff x="-609100" y="2564075"/>
              <a:chExt cx="3035400" cy="2544950"/>
            </a:xfrm>
          </p:grpSpPr>
          <p:grpSp>
            <p:nvGrpSpPr>
              <p:cNvPr id="608" name="Google Shape;608;p16"/>
              <p:cNvGrpSpPr/>
              <p:nvPr/>
            </p:nvGrpSpPr>
            <p:grpSpPr>
              <a:xfrm flipH="1">
                <a:off x="-609100" y="2564075"/>
                <a:ext cx="1291225" cy="1202725"/>
                <a:chOff x="6773575" y="2030675"/>
                <a:chExt cx="1291225" cy="1202725"/>
              </a:xfrm>
            </p:grpSpPr>
            <p:sp>
              <p:nvSpPr>
                <p:cNvPr id="609" name="Google Shape;609;p16"/>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6"/>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6"/>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6"/>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 name="Google Shape;613;p16"/>
              <p:cNvGrpSpPr/>
              <p:nvPr/>
            </p:nvGrpSpPr>
            <p:grpSpPr>
              <a:xfrm flipH="1">
                <a:off x="-609100" y="4439450"/>
                <a:ext cx="1550000" cy="198400"/>
                <a:chOff x="6514800" y="3906050"/>
                <a:chExt cx="1550000" cy="198400"/>
              </a:xfrm>
            </p:grpSpPr>
            <p:sp>
              <p:nvSpPr>
                <p:cNvPr id="614" name="Google Shape;614;p16"/>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6"/>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6"/>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16"/>
              <p:cNvGrpSpPr/>
              <p:nvPr/>
            </p:nvGrpSpPr>
            <p:grpSpPr>
              <a:xfrm flipH="1">
                <a:off x="1810875" y="4896821"/>
                <a:ext cx="615425" cy="212204"/>
                <a:chOff x="5029400" y="4363421"/>
                <a:chExt cx="615425" cy="212204"/>
              </a:xfrm>
            </p:grpSpPr>
            <p:sp>
              <p:nvSpPr>
                <p:cNvPr id="618" name="Google Shape;618;p16"/>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6"/>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21" name="Google Shape;621;p16"/>
          <p:cNvSpPr txBox="1">
            <a:spLocks noGrp="1"/>
          </p:cNvSpPr>
          <p:nvPr>
            <p:ph type="title"/>
          </p:nvPr>
        </p:nvSpPr>
        <p:spPr>
          <a:xfrm>
            <a:off x="1807688" y="3435325"/>
            <a:ext cx="5584200" cy="531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2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622" name="Google Shape;622;p16"/>
          <p:cNvSpPr txBox="1">
            <a:spLocks noGrp="1"/>
          </p:cNvSpPr>
          <p:nvPr>
            <p:ph type="subTitle" idx="1"/>
          </p:nvPr>
        </p:nvSpPr>
        <p:spPr>
          <a:xfrm>
            <a:off x="1807688" y="1324950"/>
            <a:ext cx="5584200" cy="1999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3000"/>
              <a:buNone/>
              <a:defRPr sz="26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23"/>
        <p:cNvGrpSpPr/>
        <p:nvPr/>
      </p:nvGrpSpPr>
      <p:grpSpPr>
        <a:xfrm>
          <a:off x="0" y="0"/>
          <a:ext cx="0" cy="0"/>
          <a:chOff x="0" y="0"/>
          <a:chExt cx="0" cy="0"/>
        </a:xfrm>
      </p:grpSpPr>
      <p:grpSp>
        <p:nvGrpSpPr>
          <p:cNvPr id="624" name="Google Shape;624;p17"/>
          <p:cNvGrpSpPr/>
          <p:nvPr/>
        </p:nvGrpSpPr>
        <p:grpSpPr>
          <a:xfrm>
            <a:off x="-89225" y="-163875"/>
            <a:ext cx="9233225" cy="5610100"/>
            <a:chOff x="-89225" y="-163875"/>
            <a:chExt cx="9233225" cy="5610100"/>
          </a:xfrm>
        </p:grpSpPr>
        <p:grpSp>
          <p:nvGrpSpPr>
            <p:cNvPr id="625" name="Google Shape;625;p17"/>
            <p:cNvGrpSpPr/>
            <p:nvPr/>
          </p:nvGrpSpPr>
          <p:grpSpPr>
            <a:xfrm flipH="1">
              <a:off x="-89225" y="4330421"/>
              <a:ext cx="1300100" cy="1115804"/>
              <a:chOff x="139375" y="4254221"/>
              <a:chExt cx="1300100" cy="1115804"/>
            </a:xfrm>
          </p:grpSpPr>
          <p:grpSp>
            <p:nvGrpSpPr>
              <p:cNvPr id="626" name="Google Shape;626;p17"/>
              <p:cNvGrpSpPr/>
              <p:nvPr/>
            </p:nvGrpSpPr>
            <p:grpSpPr>
              <a:xfrm>
                <a:off x="627750" y="4254221"/>
                <a:ext cx="615425" cy="887204"/>
                <a:chOff x="627750" y="4254221"/>
                <a:chExt cx="615425" cy="887204"/>
              </a:xfrm>
            </p:grpSpPr>
            <p:grpSp>
              <p:nvGrpSpPr>
                <p:cNvPr id="627" name="Google Shape;627;p17"/>
                <p:cNvGrpSpPr/>
                <p:nvPr/>
              </p:nvGrpSpPr>
              <p:grpSpPr>
                <a:xfrm>
                  <a:off x="627750" y="4302650"/>
                  <a:ext cx="615425" cy="838775"/>
                  <a:chOff x="5029400" y="3925325"/>
                  <a:chExt cx="615425" cy="838775"/>
                </a:xfrm>
              </p:grpSpPr>
              <p:sp>
                <p:nvSpPr>
                  <p:cNvPr id="628" name="Google Shape;628;p17"/>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7"/>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7"/>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7"/>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2" name="Google Shape;632;p17"/>
                <p:cNvSpPr/>
                <p:nvPr/>
              </p:nvSpPr>
              <p:spPr>
                <a:xfrm>
                  <a:off x="1070000" y="42542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17"/>
              <p:cNvGrpSpPr/>
              <p:nvPr/>
            </p:nvGrpSpPr>
            <p:grpSpPr>
              <a:xfrm>
                <a:off x="139375" y="4480225"/>
                <a:ext cx="1300100" cy="889800"/>
                <a:chOff x="4541025" y="3874300"/>
                <a:chExt cx="1300100" cy="889800"/>
              </a:xfrm>
            </p:grpSpPr>
            <p:sp>
              <p:nvSpPr>
                <p:cNvPr id="634" name="Google Shape;634;p17"/>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7"/>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7"/>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7"/>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7"/>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9" name="Google Shape;639;p17"/>
            <p:cNvGrpSpPr/>
            <p:nvPr/>
          </p:nvGrpSpPr>
          <p:grpSpPr>
            <a:xfrm flipH="1">
              <a:off x="7422700" y="112075"/>
              <a:ext cx="1721300" cy="369675"/>
              <a:chOff x="202975" y="1277300"/>
              <a:chExt cx="1721300" cy="369675"/>
            </a:xfrm>
          </p:grpSpPr>
          <p:sp>
            <p:nvSpPr>
              <p:cNvPr id="640" name="Google Shape;640;p17"/>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7"/>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7"/>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7"/>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 name="Google Shape;644;p17"/>
            <p:cNvGrpSpPr/>
            <p:nvPr/>
          </p:nvGrpSpPr>
          <p:grpSpPr>
            <a:xfrm flipH="1">
              <a:off x="8375050" y="-163875"/>
              <a:ext cx="523800" cy="2014925"/>
              <a:chOff x="905325" y="1001350"/>
              <a:chExt cx="523800" cy="2014925"/>
            </a:xfrm>
          </p:grpSpPr>
          <p:sp>
            <p:nvSpPr>
              <p:cNvPr id="645" name="Google Shape;645;p17"/>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7"/>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7"/>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7"/>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7"/>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7"/>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7"/>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7"/>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7"/>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7"/>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7"/>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7"/>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 name="Google Shape;657;p17"/>
            <p:cNvGrpSpPr/>
            <p:nvPr/>
          </p:nvGrpSpPr>
          <p:grpSpPr>
            <a:xfrm flipH="1">
              <a:off x="8625400" y="197450"/>
              <a:ext cx="518600" cy="1291750"/>
              <a:chOff x="202975" y="1362675"/>
              <a:chExt cx="518600" cy="1291750"/>
            </a:xfrm>
          </p:grpSpPr>
          <p:sp>
            <p:nvSpPr>
              <p:cNvPr id="658" name="Google Shape;658;p17"/>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7"/>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7"/>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 name="Google Shape;661;p17"/>
            <p:cNvGrpSpPr/>
            <p:nvPr/>
          </p:nvGrpSpPr>
          <p:grpSpPr>
            <a:xfrm flipH="1">
              <a:off x="8651100" y="1085525"/>
              <a:ext cx="328550" cy="892950"/>
              <a:chOff x="443525" y="2098350"/>
              <a:chExt cx="328550" cy="892950"/>
            </a:xfrm>
          </p:grpSpPr>
          <p:sp>
            <p:nvSpPr>
              <p:cNvPr id="662" name="Google Shape;662;p17"/>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7"/>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7"/>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7"/>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7"/>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 name="Google Shape;667;p17"/>
            <p:cNvSpPr/>
            <p:nvPr/>
          </p:nvSpPr>
          <p:spPr>
            <a:xfrm flipH="1">
              <a:off x="7585675" y="246777"/>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 name="Google Shape;668;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669" name="Google Shape;669;p17"/>
          <p:cNvGrpSpPr/>
          <p:nvPr/>
        </p:nvGrpSpPr>
        <p:grpSpPr>
          <a:xfrm>
            <a:off x="8664357" y="4248997"/>
            <a:ext cx="232288" cy="162334"/>
            <a:chOff x="1680638" y="3081963"/>
            <a:chExt cx="346750" cy="242325"/>
          </a:xfrm>
        </p:grpSpPr>
        <p:sp>
          <p:nvSpPr>
            <p:cNvPr id="670" name="Google Shape;670;p17"/>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7"/>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17"/>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7"/>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674"/>
        <p:cNvGrpSpPr/>
        <p:nvPr/>
      </p:nvGrpSpPr>
      <p:grpSpPr>
        <a:xfrm>
          <a:off x="0" y="0"/>
          <a:ext cx="0" cy="0"/>
          <a:chOff x="0" y="0"/>
          <a:chExt cx="0" cy="0"/>
        </a:xfrm>
      </p:grpSpPr>
      <p:sp>
        <p:nvSpPr>
          <p:cNvPr id="675" name="Google Shape;675;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676" name="Google Shape;676;p18"/>
          <p:cNvGrpSpPr/>
          <p:nvPr/>
        </p:nvGrpSpPr>
        <p:grpSpPr>
          <a:xfrm>
            <a:off x="8664357" y="4248997"/>
            <a:ext cx="232288" cy="162334"/>
            <a:chOff x="1680638" y="3081963"/>
            <a:chExt cx="346750" cy="242325"/>
          </a:xfrm>
        </p:grpSpPr>
        <p:sp>
          <p:nvSpPr>
            <p:cNvPr id="677" name="Google Shape;677;p18"/>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8"/>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8"/>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8"/>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 name="Google Shape;681;p18"/>
          <p:cNvGrpSpPr/>
          <p:nvPr/>
        </p:nvGrpSpPr>
        <p:grpSpPr>
          <a:xfrm flipH="1">
            <a:off x="8251125" y="-163875"/>
            <a:ext cx="647725" cy="2014925"/>
            <a:chOff x="905325" y="1001350"/>
            <a:chExt cx="647725" cy="2014925"/>
          </a:xfrm>
        </p:grpSpPr>
        <p:sp>
          <p:nvSpPr>
            <p:cNvPr id="682" name="Google Shape;682;p18"/>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8"/>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8"/>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8"/>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8"/>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8"/>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8"/>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8"/>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8"/>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8"/>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8"/>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8"/>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8"/>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 name="Google Shape;695;p18"/>
          <p:cNvGrpSpPr/>
          <p:nvPr/>
        </p:nvGrpSpPr>
        <p:grpSpPr>
          <a:xfrm flipH="1">
            <a:off x="8625400" y="273650"/>
            <a:ext cx="518600" cy="1291750"/>
            <a:chOff x="202975" y="1362675"/>
            <a:chExt cx="518600" cy="1291750"/>
          </a:xfrm>
        </p:grpSpPr>
        <p:sp>
          <p:nvSpPr>
            <p:cNvPr id="696" name="Google Shape;696;p18"/>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8"/>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8"/>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 name="Google Shape;699;p18"/>
          <p:cNvGrpSpPr/>
          <p:nvPr/>
        </p:nvGrpSpPr>
        <p:grpSpPr>
          <a:xfrm flipH="1">
            <a:off x="8651100" y="1085525"/>
            <a:ext cx="328550" cy="892950"/>
            <a:chOff x="443525" y="2098350"/>
            <a:chExt cx="328550" cy="892950"/>
          </a:xfrm>
        </p:grpSpPr>
        <p:sp>
          <p:nvSpPr>
            <p:cNvPr id="700" name="Google Shape;700;p18"/>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8"/>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8"/>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8"/>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8"/>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 name="Google Shape;705;p18"/>
          <p:cNvGrpSpPr/>
          <p:nvPr/>
        </p:nvGrpSpPr>
        <p:grpSpPr>
          <a:xfrm flipH="1">
            <a:off x="-89225" y="4330421"/>
            <a:ext cx="1300100" cy="1115804"/>
            <a:chOff x="139375" y="4254221"/>
            <a:chExt cx="1300100" cy="1115804"/>
          </a:xfrm>
        </p:grpSpPr>
        <p:grpSp>
          <p:nvGrpSpPr>
            <p:cNvPr id="706" name="Google Shape;706;p18"/>
            <p:cNvGrpSpPr/>
            <p:nvPr/>
          </p:nvGrpSpPr>
          <p:grpSpPr>
            <a:xfrm>
              <a:off x="627750" y="4254221"/>
              <a:ext cx="615425" cy="887204"/>
              <a:chOff x="627750" y="4254221"/>
              <a:chExt cx="615425" cy="887204"/>
            </a:xfrm>
          </p:grpSpPr>
          <p:grpSp>
            <p:nvGrpSpPr>
              <p:cNvPr id="707" name="Google Shape;707;p18"/>
              <p:cNvGrpSpPr/>
              <p:nvPr/>
            </p:nvGrpSpPr>
            <p:grpSpPr>
              <a:xfrm>
                <a:off x="627750" y="4302650"/>
                <a:ext cx="615425" cy="838775"/>
                <a:chOff x="5029400" y="3925325"/>
                <a:chExt cx="615425" cy="838775"/>
              </a:xfrm>
            </p:grpSpPr>
            <p:sp>
              <p:nvSpPr>
                <p:cNvPr id="708" name="Google Shape;708;p18"/>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8"/>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8"/>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8"/>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 name="Google Shape;712;p18"/>
              <p:cNvSpPr/>
              <p:nvPr/>
            </p:nvSpPr>
            <p:spPr>
              <a:xfrm>
                <a:off x="1070000" y="42542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 name="Google Shape;713;p18"/>
            <p:cNvGrpSpPr/>
            <p:nvPr/>
          </p:nvGrpSpPr>
          <p:grpSpPr>
            <a:xfrm>
              <a:off x="139375" y="4480225"/>
              <a:ext cx="1300100" cy="889800"/>
              <a:chOff x="4541025" y="3874300"/>
              <a:chExt cx="1300100" cy="889800"/>
            </a:xfrm>
          </p:grpSpPr>
          <p:sp>
            <p:nvSpPr>
              <p:cNvPr id="714" name="Google Shape;714;p18"/>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8"/>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8"/>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8"/>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8"/>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719"/>
        <p:cNvGrpSpPr/>
        <p:nvPr/>
      </p:nvGrpSpPr>
      <p:grpSpPr>
        <a:xfrm>
          <a:off x="0" y="0"/>
          <a:ext cx="0" cy="0"/>
          <a:chOff x="0" y="0"/>
          <a:chExt cx="0" cy="0"/>
        </a:xfrm>
      </p:grpSpPr>
      <p:grpSp>
        <p:nvGrpSpPr>
          <p:cNvPr id="720" name="Google Shape;720;p19"/>
          <p:cNvGrpSpPr/>
          <p:nvPr/>
        </p:nvGrpSpPr>
        <p:grpSpPr>
          <a:xfrm>
            <a:off x="-29019" y="-2015950"/>
            <a:ext cx="9501631" cy="8229925"/>
            <a:chOff x="-29019" y="-2015950"/>
            <a:chExt cx="9501631" cy="8229925"/>
          </a:xfrm>
        </p:grpSpPr>
        <p:grpSp>
          <p:nvGrpSpPr>
            <p:cNvPr id="721" name="Google Shape;721;p19"/>
            <p:cNvGrpSpPr/>
            <p:nvPr/>
          </p:nvGrpSpPr>
          <p:grpSpPr>
            <a:xfrm rot="10800000">
              <a:off x="8128788" y="3373338"/>
              <a:ext cx="1343825" cy="645625"/>
              <a:chOff x="202975" y="2389400"/>
              <a:chExt cx="1343825" cy="645625"/>
            </a:xfrm>
          </p:grpSpPr>
          <p:sp>
            <p:nvSpPr>
              <p:cNvPr id="722" name="Google Shape;722;p19"/>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9"/>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 name="Google Shape;724;p19"/>
            <p:cNvGrpSpPr/>
            <p:nvPr/>
          </p:nvGrpSpPr>
          <p:grpSpPr>
            <a:xfrm>
              <a:off x="-29019" y="-2015950"/>
              <a:ext cx="9196831" cy="8229925"/>
              <a:chOff x="-29019" y="-2015950"/>
              <a:chExt cx="9196831" cy="8229925"/>
            </a:xfrm>
          </p:grpSpPr>
          <p:grpSp>
            <p:nvGrpSpPr>
              <p:cNvPr id="725" name="Google Shape;725;p19"/>
              <p:cNvGrpSpPr/>
              <p:nvPr/>
            </p:nvGrpSpPr>
            <p:grpSpPr>
              <a:xfrm>
                <a:off x="-29019" y="-2015950"/>
                <a:ext cx="1529213" cy="3215125"/>
                <a:chOff x="-29019" y="-2015950"/>
                <a:chExt cx="1529213" cy="3215125"/>
              </a:xfrm>
            </p:grpSpPr>
            <p:grpSp>
              <p:nvGrpSpPr>
                <p:cNvPr id="726" name="Google Shape;726;p19"/>
                <p:cNvGrpSpPr/>
                <p:nvPr/>
              </p:nvGrpSpPr>
              <p:grpSpPr>
                <a:xfrm>
                  <a:off x="-12" y="-244625"/>
                  <a:ext cx="556075" cy="1443800"/>
                  <a:chOff x="1386400" y="363550"/>
                  <a:chExt cx="556075" cy="1443800"/>
                </a:xfrm>
              </p:grpSpPr>
              <p:sp>
                <p:nvSpPr>
                  <p:cNvPr id="727" name="Google Shape;727;p19"/>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9"/>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9"/>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9"/>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9"/>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9"/>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9"/>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 name="Google Shape;734;p19"/>
                <p:cNvGrpSpPr/>
                <p:nvPr/>
              </p:nvGrpSpPr>
              <p:grpSpPr>
                <a:xfrm>
                  <a:off x="-29019" y="197438"/>
                  <a:ext cx="1529213" cy="204178"/>
                  <a:chOff x="202975" y="1442797"/>
                  <a:chExt cx="1529213" cy="204178"/>
                </a:xfrm>
              </p:grpSpPr>
              <p:sp>
                <p:nvSpPr>
                  <p:cNvPr id="735" name="Google Shape;735;p19"/>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9"/>
                  <p:cNvSpPr/>
                  <p:nvPr/>
                </p:nvSpPr>
                <p:spPr>
                  <a:xfrm>
                    <a:off x="546811"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9"/>
                  <p:cNvSpPr/>
                  <p:nvPr/>
                </p:nvSpPr>
                <p:spPr>
                  <a:xfrm>
                    <a:off x="1695713" y="1442797"/>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 name="Google Shape;738;p19"/>
                <p:cNvGrpSpPr/>
                <p:nvPr/>
              </p:nvGrpSpPr>
              <p:grpSpPr>
                <a:xfrm>
                  <a:off x="720006" y="-2015950"/>
                  <a:ext cx="595625" cy="2708950"/>
                  <a:chOff x="671575" y="486950"/>
                  <a:chExt cx="595625" cy="2708950"/>
                </a:xfrm>
              </p:grpSpPr>
              <p:sp>
                <p:nvSpPr>
                  <p:cNvPr id="739" name="Google Shape;739;p19"/>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9"/>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9"/>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9"/>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9"/>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9"/>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 name="Google Shape;745;p19"/>
              <p:cNvGrpSpPr/>
              <p:nvPr/>
            </p:nvGrpSpPr>
            <p:grpSpPr>
              <a:xfrm>
                <a:off x="5663975" y="2943575"/>
                <a:ext cx="3503838" cy="3270400"/>
                <a:chOff x="5663975" y="2943575"/>
                <a:chExt cx="3503838" cy="3270400"/>
              </a:xfrm>
            </p:grpSpPr>
            <p:grpSp>
              <p:nvGrpSpPr>
                <p:cNvPr id="746" name="Google Shape;746;p19"/>
                <p:cNvGrpSpPr/>
                <p:nvPr/>
              </p:nvGrpSpPr>
              <p:grpSpPr>
                <a:xfrm rot="10800000">
                  <a:off x="7404500" y="4662925"/>
                  <a:ext cx="556075" cy="1443800"/>
                  <a:chOff x="1386400" y="363550"/>
                  <a:chExt cx="556075" cy="1443800"/>
                </a:xfrm>
              </p:grpSpPr>
              <p:sp>
                <p:nvSpPr>
                  <p:cNvPr id="747" name="Google Shape;747;p19"/>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9"/>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9"/>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9"/>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9"/>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9"/>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9"/>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 name="Google Shape;754;p19"/>
                <p:cNvGrpSpPr/>
                <p:nvPr/>
              </p:nvGrpSpPr>
              <p:grpSpPr>
                <a:xfrm rot="10800000">
                  <a:off x="5663975" y="4846175"/>
                  <a:ext cx="1385975" cy="1132950"/>
                  <a:chOff x="2297025" y="262550"/>
                  <a:chExt cx="1385975" cy="1132950"/>
                </a:xfrm>
              </p:grpSpPr>
              <p:sp>
                <p:nvSpPr>
                  <p:cNvPr id="755" name="Google Shape;755;p19"/>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9"/>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9"/>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9"/>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9"/>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9"/>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 name="Google Shape;761;p19"/>
                <p:cNvGrpSpPr/>
                <p:nvPr/>
              </p:nvGrpSpPr>
              <p:grpSpPr>
                <a:xfrm rot="10800000">
                  <a:off x="7422700" y="4823300"/>
                  <a:ext cx="1721300" cy="369675"/>
                  <a:chOff x="202975" y="1277300"/>
                  <a:chExt cx="1721300" cy="369675"/>
                </a:xfrm>
              </p:grpSpPr>
              <p:sp>
                <p:nvSpPr>
                  <p:cNvPr id="762" name="Google Shape;762;p19"/>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9"/>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9"/>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9"/>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19"/>
                <p:cNvGrpSpPr/>
                <p:nvPr/>
              </p:nvGrpSpPr>
              <p:grpSpPr>
                <a:xfrm rot="10800000">
                  <a:off x="6445450" y="4587450"/>
                  <a:ext cx="942400" cy="1626525"/>
                  <a:chOff x="1959125" y="256300"/>
                  <a:chExt cx="942400" cy="1626525"/>
                </a:xfrm>
              </p:grpSpPr>
              <p:sp>
                <p:nvSpPr>
                  <p:cNvPr id="767" name="Google Shape;767;p19"/>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9"/>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19"/>
                <p:cNvGrpSpPr/>
                <p:nvPr/>
              </p:nvGrpSpPr>
              <p:grpSpPr>
                <a:xfrm rot="10800000">
                  <a:off x="6071625" y="4898800"/>
                  <a:ext cx="508175" cy="1310475"/>
                  <a:chOff x="2767175" y="261000"/>
                  <a:chExt cx="508175" cy="1310475"/>
                </a:xfrm>
              </p:grpSpPr>
              <p:sp>
                <p:nvSpPr>
                  <p:cNvPr id="773" name="Google Shape;773;p19"/>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9"/>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9"/>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19"/>
                <p:cNvGrpSpPr/>
                <p:nvPr/>
              </p:nvGrpSpPr>
              <p:grpSpPr>
                <a:xfrm rot="10800000">
                  <a:off x="8638325" y="2943575"/>
                  <a:ext cx="529488" cy="1325825"/>
                  <a:chOff x="202975" y="1362675"/>
                  <a:chExt cx="529488" cy="1325825"/>
                </a:xfrm>
              </p:grpSpPr>
              <p:sp>
                <p:nvSpPr>
                  <p:cNvPr id="779" name="Google Shape;779;p19"/>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9"/>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82" name="Google Shape;782;p19"/>
          <p:cNvSpPr txBox="1">
            <a:spLocks noGrp="1"/>
          </p:cNvSpPr>
          <p:nvPr>
            <p:ph type="title"/>
          </p:nvPr>
        </p:nvSpPr>
        <p:spPr>
          <a:xfrm>
            <a:off x="720000" y="1226400"/>
            <a:ext cx="3965400" cy="1632000"/>
          </a:xfrm>
          <a:prstGeom prst="rect">
            <a:avLst/>
          </a:prstGeom>
        </p:spPr>
        <p:txBody>
          <a:bodyPr spcFirstLastPara="1" wrap="square" lIns="91425" tIns="91425" rIns="91425" bIns="91425" anchor="b"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83" name="Google Shape;783;p19"/>
          <p:cNvSpPr txBox="1">
            <a:spLocks noGrp="1"/>
          </p:cNvSpPr>
          <p:nvPr>
            <p:ph type="subTitle" idx="1"/>
          </p:nvPr>
        </p:nvSpPr>
        <p:spPr>
          <a:xfrm>
            <a:off x="720000" y="3086998"/>
            <a:ext cx="3965400" cy="83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4" name="Google Shape;784;p19"/>
          <p:cNvSpPr>
            <a:spLocks noGrp="1"/>
          </p:cNvSpPr>
          <p:nvPr>
            <p:ph type="pic" idx="2"/>
          </p:nvPr>
        </p:nvSpPr>
        <p:spPr>
          <a:xfrm>
            <a:off x="5238550" y="977250"/>
            <a:ext cx="3192300" cy="3188700"/>
          </a:xfrm>
          <a:prstGeom prst="ellipse">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85"/>
        <p:cNvGrpSpPr/>
        <p:nvPr/>
      </p:nvGrpSpPr>
      <p:grpSpPr>
        <a:xfrm>
          <a:off x="0" y="0"/>
          <a:ext cx="0" cy="0"/>
          <a:chOff x="0" y="0"/>
          <a:chExt cx="0" cy="0"/>
        </a:xfrm>
      </p:grpSpPr>
      <p:sp>
        <p:nvSpPr>
          <p:cNvPr id="786" name="Google Shape;786;p20"/>
          <p:cNvSpPr txBox="1">
            <a:spLocks noGrp="1"/>
          </p:cNvSpPr>
          <p:nvPr>
            <p:ph type="title"/>
          </p:nvPr>
        </p:nvSpPr>
        <p:spPr>
          <a:xfrm>
            <a:off x="720000" y="1567700"/>
            <a:ext cx="3062700" cy="913200"/>
          </a:xfrm>
          <a:prstGeom prst="rect">
            <a:avLst/>
          </a:prstGeom>
        </p:spPr>
        <p:txBody>
          <a:bodyPr spcFirstLastPara="1" wrap="square" lIns="91425" tIns="91425" rIns="91425" bIns="91425" anchor="b"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87" name="Google Shape;787;p20"/>
          <p:cNvSpPr txBox="1">
            <a:spLocks noGrp="1"/>
          </p:cNvSpPr>
          <p:nvPr>
            <p:ph type="subTitle" idx="1"/>
          </p:nvPr>
        </p:nvSpPr>
        <p:spPr>
          <a:xfrm>
            <a:off x="720000" y="2557000"/>
            <a:ext cx="3062700" cy="101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88" name="Google Shape;788;p20"/>
          <p:cNvGrpSpPr/>
          <p:nvPr/>
        </p:nvGrpSpPr>
        <p:grpSpPr>
          <a:xfrm>
            <a:off x="5663975" y="2562575"/>
            <a:ext cx="3808638" cy="3270400"/>
            <a:chOff x="5663975" y="2562575"/>
            <a:chExt cx="3808638" cy="3270400"/>
          </a:xfrm>
        </p:grpSpPr>
        <p:grpSp>
          <p:nvGrpSpPr>
            <p:cNvPr id="789" name="Google Shape;789;p20"/>
            <p:cNvGrpSpPr/>
            <p:nvPr/>
          </p:nvGrpSpPr>
          <p:grpSpPr>
            <a:xfrm rot="10800000">
              <a:off x="8128788" y="2992338"/>
              <a:ext cx="1343825" cy="645625"/>
              <a:chOff x="202975" y="2389400"/>
              <a:chExt cx="1343825" cy="645625"/>
            </a:xfrm>
          </p:grpSpPr>
          <p:sp>
            <p:nvSpPr>
              <p:cNvPr id="790" name="Google Shape;790;p20"/>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0"/>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20"/>
            <p:cNvGrpSpPr/>
            <p:nvPr/>
          </p:nvGrpSpPr>
          <p:grpSpPr>
            <a:xfrm rot="10800000">
              <a:off x="5663975" y="4465175"/>
              <a:ext cx="1385975" cy="1132950"/>
              <a:chOff x="2297025" y="262550"/>
              <a:chExt cx="1385975" cy="1132950"/>
            </a:xfrm>
          </p:grpSpPr>
          <p:sp>
            <p:nvSpPr>
              <p:cNvPr id="793" name="Google Shape;793;p20"/>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0"/>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0"/>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0"/>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0"/>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0"/>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 name="Google Shape;799;p20"/>
            <p:cNvGrpSpPr/>
            <p:nvPr/>
          </p:nvGrpSpPr>
          <p:grpSpPr>
            <a:xfrm rot="10800000">
              <a:off x="5862850" y="3801375"/>
              <a:ext cx="1281850" cy="1633300"/>
              <a:chOff x="2202275" y="654600"/>
              <a:chExt cx="1281850" cy="1633300"/>
            </a:xfrm>
          </p:grpSpPr>
          <p:sp>
            <p:nvSpPr>
              <p:cNvPr id="800" name="Google Shape;800;p20"/>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0"/>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0"/>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0"/>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0"/>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 name="Google Shape;808;p20"/>
            <p:cNvGrpSpPr/>
            <p:nvPr/>
          </p:nvGrpSpPr>
          <p:grpSpPr>
            <a:xfrm rot="10800000">
              <a:off x="7422700" y="4442300"/>
              <a:ext cx="1721300" cy="369675"/>
              <a:chOff x="202975" y="1277300"/>
              <a:chExt cx="1721300" cy="369675"/>
            </a:xfrm>
          </p:grpSpPr>
          <p:sp>
            <p:nvSpPr>
              <p:cNvPr id="809" name="Google Shape;809;p20"/>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0"/>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0"/>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 name="Google Shape;813;p20"/>
            <p:cNvGrpSpPr/>
            <p:nvPr/>
          </p:nvGrpSpPr>
          <p:grpSpPr>
            <a:xfrm rot="10800000">
              <a:off x="7205425" y="3434850"/>
              <a:ext cx="1641625" cy="1646825"/>
              <a:chOff x="423725" y="1007600"/>
              <a:chExt cx="1641625" cy="1646825"/>
            </a:xfrm>
          </p:grpSpPr>
          <p:sp>
            <p:nvSpPr>
              <p:cNvPr id="814" name="Google Shape;814;p20"/>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0"/>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0"/>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0"/>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 name="Google Shape;820;p20"/>
            <p:cNvGrpSpPr/>
            <p:nvPr/>
          </p:nvGrpSpPr>
          <p:grpSpPr>
            <a:xfrm rot="10800000">
              <a:off x="6445450" y="4206450"/>
              <a:ext cx="942400" cy="1626525"/>
              <a:chOff x="1959125" y="256300"/>
              <a:chExt cx="942400" cy="1626525"/>
            </a:xfrm>
          </p:grpSpPr>
          <p:sp>
            <p:nvSpPr>
              <p:cNvPr id="821" name="Google Shape;821;p20"/>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0"/>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0"/>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0"/>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10800000">
              <a:off x="7404500" y="4281925"/>
              <a:ext cx="556075" cy="1443800"/>
              <a:chOff x="1386400" y="363550"/>
              <a:chExt cx="556075" cy="1443800"/>
            </a:xfrm>
          </p:grpSpPr>
          <p:sp>
            <p:nvSpPr>
              <p:cNvPr id="827" name="Google Shape;827;p20"/>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0"/>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0"/>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0"/>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 name="Google Shape;834;p20"/>
            <p:cNvGrpSpPr/>
            <p:nvPr/>
          </p:nvGrpSpPr>
          <p:grpSpPr>
            <a:xfrm rot="10800000">
              <a:off x="8079775" y="2893375"/>
              <a:ext cx="595625" cy="2708950"/>
              <a:chOff x="671575" y="486950"/>
              <a:chExt cx="595625" cy="2708950"/>
            </a:xfrm>
          </p:grpSpPr>
          <p:sp>
            <p:nvSpPr>
              <p:cNvPr id="835" name="Google Shape;835;p20"/>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0"/>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0"/>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 name="Google Shape;841;p20"/>
            <p:cNvGrpSpPr/>
            <p:nvPr/>
          </p:nvGrpSpPr>
          <p:grpSpPr>
            <a:xfrm rot="10800000">
              <a:off x="7793925" y="3073000"/>
              <a:ext cx="647725" cy="2014925"/>
              <a:chOff x="905325" y="1001350"/>
              <a:chExt cx="647725" cy="2014925"/>
            </a:xfrm>
          </p:grpSpPr>
          <p:sp>
            <p:nvSpPr>
              <p:cNvPr id="842" name="Google Shape;842;p20"/>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0"/>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0"/>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0"/>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0"/>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0"/>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0"/>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0"/>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0"/>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0"/>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0"/>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0"/>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0"/>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0"/>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 name="Google Shape;856;p20"/>
            <p:cNvGrpSpPr/>
            <p:nvPr/>
          </p:nvGrpSpPr>
          <p:grpSpPr>
            <a:xfrm rot="10800000">
              <a:off x="8638325" y="2562575"/>
              <a:ext cx="529488" cy="1325825"/>
              <a:chOff x="202975" y="1362675"/>
              <a:chExt cx="529488" cy="1325825"/>
            </a:xfrm>
          </p:grpSpPr>
          <p:sp>
            <p:nvSpPr>
              <p:cNvPr id="857" name="Google Shape;857;p20"/>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0"/>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0"/>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 name="Google Shape;860;p20"/>
            <p:cNvGrpSpPr/>
            <p:nvPr/>
          </p:nvGrpSpPr>
          <p:grpSpPr>
            <a:xfrm rot="10800000">
              <a:off x="6071625" y="4517800"/>
              <a:ext cx="508175" cy="1310475"/>
              <a:chOff x="2767175" y="261000"/>
              <a:chExt cx="508175" cy="1310475"/>
            </a:xfrm>
          </p:grpSpPr>
          <p:sp>
            <p:nvSpPr>
              <p:cNvPr id="861" name="Google Shape;861;p20"/>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0"/>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0"/>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0"/>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0"/>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 name="Google Shape;866;p20"/>
          <p:cNvGrpSpPr/>
          <p:nvPr/>
        </p:nvGrpSpPr>
        <p:grpSpPr>
          <a:xfrm>
            <a:off x="-29019" y="-1939750"/>
            <a:ext cx="1529213" cy="3215125"/>
            <a:chOff x="-29019" y="-1939750"/>
            <a:chExt cx="1529213" cy="3215125"/>
          </a:xfrm>
        </p:grpSpPr>
        <p:grpSp>
          <p:nvGrpSpPr>
            <p:cNvPr id="867" name="Google Shape;867;p20"/>
            <p:cNvGrpSpPr/>
            <p:nvPr/>
          </p:nvGrpSpPr>
          <p:grpSpPr>
            <a:xfrm>
              <a:off x="-12" y="-168425"/>
              <a:ext cx="556075" cy="1443800"/>
              <a:chOff x="1386400" y="363550"/>
              <a:chExt cx="556075" cy="1443800"/>
            </a:xfrm>
          </p:grpSpPr>
          <p:sp>
            <p:nvSpPr>
              <p:cNvPr id="868" name="Google Shape;868;p20"/>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0"/>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0"/>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0"/>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0"/>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0"/>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0"/>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20"/>
            <p:cNvGrpSpPr/>
            <p:nvPr/>
          </p:nvGrpSpPr>
          <p:grpSpPr>
            <a:xfrm>
              <a:off x="-29019" y="273638"/>
              <a:ext cx="1529213" cy="204178"/>
              <a:chOff x="202975" y="1442797"/>
              <a:chExt cx="1529213" cy="204178"/>
            </a:xfrm>
          </p:grpSpPr>
          <p:sp>
            <p:nvSpPr>
              <p:cNvPr id="876" name="Google Shape;876;p20"/>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0"/>
              <p:cNvSpPr/>
              <p:nvPr/>
            </p:nvSpPr>
            <p:spPr>
              <a:xfrm>
                <a:off x="546811"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0"/>
              <p:cNvSpPr/>
              <p:nvPr/>
            </p:nvSpPr>
            <p:spPr>
              <a:xfrm>
                <a:off x="1695713" y="1442797"/>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20"/>
            <p:cNvGrpSpPr/>
            <p:nvPr/>
          </p:nvGrpSpPr>
          <p:grpSpPr>
            <a:xfrm>
              <a:off x="720006" y="-1939750"/>
              <a:ext cx="595625" cy="2708950"/>
              <a:chOff x="671575" y="486950"/>
              <a:chExt cx="595625" cy="2708950"/>
            </a:xfrm>
          </p:grpSpPr>
          <p:sp>
            <p:nvSpPr>
              <p:cNvPr id="880" name="Google Shape;880;p20"/>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0"/>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0"/>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0"/>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0"/>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0"/>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86"/>
        <p:cNvGrpSpPr/>
        <p:nvPr/>
      </p:nvGrpSpPr>
      <p:grpSpPr>
        <a:xfrm>
          <a:off x="0" y="0"/>
          <a:ext cx="0" cy="0"/>
          <a:chOff x="0" y="0"/>
          <a:chExt cx="0" cy="0"/>
        </a:xfrm>
      </p:grpSpPr>
      <p:sp>
        <p:nvSpPr>
          <p:cNvPr id="887" name="Google Shape;887;p21"/>
          <p:cNvSpPr txBox="1">
            <a:spLocks noGrp="1"/>
          </p:cNvSpPr>
          <p:nvPr>
            <p:ph type="title"/>
          </p:nvPr>
        </p:nvSpPr>
        <p:spPr>
          <a:xfrm>
            <a:off x="5368075" y="1567700"/>
            <a:ext cx="3062700" cy="913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888" name="Google Shape;888;p21"/>
          <p:cNvSpPr txBox="1">
            <a:spLocks noGrp="1"/>
          </p:cNvSpPr>
          <p:nvPr>
            <p:ph type="subTitle" idx="1"/>
          </p:nvPr>
        </p:nvSpPr>
        <p:spPr>
          <a:xfrm>
            <a:off x="5368075" y="2557000"/>
            <a:ext cx="3062700" cy="1018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grpSp>
        <p:nvGrpSpPr>
          <p:cNvPr id="889" name="Google Shape;889;p21"/>
          <p:cNvGrpSpPr/>
          <p:nvPr/>
        </p:nvGrpSpPr>
        <p:grpSpPr>
          <a:xfrm>
            <a:off x="-583429" y="-602550"/>
            <a:ext cx="9575029" cy="6048775"/>
            <a:chOff x="-583429" y="-602550"/>
            <a:chExt cx="9575029" cy="6048775"/>
          </a:xfrm>
        </p:grpSpPr>
        <p:grpSp>
          <p:nvGrpSpPr>
            <p:cNvPr id="890" name="Google Shape;890;p21"/>
            <p:cNvGrpSpPr/>
            <p:nvPr/>
          </p:nvGrpSpPr>
          <p:grpSpPr>
            <a:xfrm>
              <a:off x="-583429" y="-602550"/>
              <a:ext cx="4882229" cy="2938025"/>
              <a:chOff x="-583429" y="-602550"/>
              <a:chExt cx="4882229" cy="2938025"/>
            </a:xfrm>
          </p:grpSpPr>
          <p:grpSp>
            <p:nvGrpSpPr>
              <p:cNvPr id="891" name="Google Shape;891;p21"/>
              <p:cNvGrpSpPr/>
              <p:nvPr/>
            </p:nvGrpSpPr>
            <p:grpSpPr>
              <a:xfrm>
                <a:off x="1161971" y="-496875"/>
                <a:ext cx="556075" cy="1443800"/>
                <a:chOff x="1386400" y="363550"/>
                <a:chExt cx="556075" cy="1443800"/>
              </a:xfrm>
            </p:grpSpPr>
            <p:sp>
              <p:nvSpPr>
                <p:cNvPr id="892" name="Google Shape;892;p21"/>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1"/>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1"/>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1"/>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1"/>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1"/>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1"/>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 name="Google Shape;899;p21"/>
              <p:cNvGrpSpPr/>
              <p:nvPr/>
            </p:nvGrpSpPr>
            <p:grpSpPr>
              <a:xfrm>
                <a:off x="3216350" y="-602550"/>
                <a:ext cx="329575" cy="829925"/>
                <a:chOff x="3799100" y="257875"/>
                <a:chExt cx="329575" cy="829925"/>
              </a:xfrm>
            </p:grpSpPr>
            <p:sp>
              <p:nvSpPr>
                <p:cNvPr id="900" name="Google Shape;900;p21"/>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1"/>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1"/>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1"/>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1"/>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21"/>
              <p:cNvGrpSpPr/>
              <p:nvPr/>
            </p:nvGrpSpPr>
            <p:grpSpPr>
              <a:xfrm>
                <a:off x="1561875" y="-597875"/>
                <a:ext cx="1385975" cy="1132950"/>
                <a:chOff x="2297025" y="262550"/>
                <a:chExt cx="1385975" cy="1132950"/>
              </a:xfrm>
            </p:grpSpPr>
            <p:sp>
              <p:nvSpPr>
                <p:cNvPr id="906" name="Google Shape;906;p21"/>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1"/>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1"/>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1"/>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1"/>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1"/>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 name="Google Shape;912;p21"/>
              <p:cNvGrpSpPr/>
              <p:nvPr/>
            </p:nvGrpSpPr>
            <p:grpSpPr>
              <a:xfrm>
                <a:off x="-21454" y="598050"/>
                <a:ext cx="1504175" cy="188500"/>
                <a:chOff x="202975" y="1458475"/>
                <a:chExt cx="1504175" cy="188500"/>
              </a:xfrm>
            </p:grpSpPr>
            <p:sp>
              <p:nvSpPr>
                <p:cNvPr id="913" name="Google Shape;913;p21"/>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1"/>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21"/>
              <p:cNvGrpSpPr/>
              <p:nvPr/>
            </p:nvGrpSpPr>
            <p:grpSpPr>
              <a:xfrm>
                <a:off x="1300175" y="-527925"/>
                <a:ext cx="942400" cy="1626525"/>
                <a:chOff x="1959125" y="256300"/>
                <a:chExt cx="942400" cy="1626525"/>
              </a:xfrm>
            </p:grpSpPr>
            <p:sp>
              <p:nvSpPr>
                <p:cNvPr id="916" name="Google Shape;916;p21"/>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1"/>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1"/>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1"/>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1"/>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 name="Google Shape;921;p21"/>
              <p:cNvGrpSpPr/>
              <p:nvPr/>
            </p:nvGrpSpPr>
            <p:grpSpPr>
              <a:xfrm>
                <a:off x="447146" y="-373475"/>
                <a:ext cx="1055875" cy="2708950"/>
                <a:chOff x="671575" y="486950"/>
                <a:chExt cx="1055875" cy="2708950"/>
              </a:xfrm>
            </p:grpSpPr>
            <p:sp>
              <p:nvSpPr>
                <p:cNvPr id="922" name="Google Shape;922;p21"/>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1"/>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1"/>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1"/>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1"/>
                <p:cNvSpPr/>
                <p:nvPr/>
              </p:nvSpPr>
              <p:spPr>
                <a:xfrm>
                  <a:off x="671575" y="10085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1"/>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1"/>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1"/>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 name="Google Shape;930;p21"/>
              <p:cNvGrpSpPr/>
              <p:nvPr/>
            </p:nvGrpSpPr>
            <p:grpSpPr>
              <a:xfrm>
                <a:off x="680896" y="140925"/>
                <a:ext cx="647725" cy="2014925"/>
                <a:chOff x="905325" y="1001350"/>
                <a:chExt cx="647725" cy="2014925"/>
              </a:xfrm>
            </p:grpSpPr>
            <p:sp>
              <p:nvSpPr>
                <p:cNvPr id="931" name="Google Shape;931;p21"/>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1"/>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1"/>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1"/>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1"/>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1"/>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1"/>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1"/>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1"/>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1"/>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1"/>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1"/>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1"/>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1"/>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 name="Google Shape;945;p21"/>
              <p:cNvGrpSpPr/>
              <p:nvPr/>
            </p:nvGrpSpPr>
            <p:grpSpPr>
              <a:xfrm>
                <a:off x="219096" y="1237925"/>
                <a:ext cx="328550" cy="892950"/>
                <a:chOff x="443525" y="2098350"/>
                <a:chExt cx="328550" cy="892950"/>
              </a:xfrm>
            </p:grpSpPr>
            <p:sp>
              <p:nvSpPr>
                <p:cNvPr id="946" name="Google Shape;946;p21"/>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1"/>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1"/>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1"/>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1"/>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 name="Google Shape;951;p21"/>
              <p:cNvGrpSpPr/>
              <p:nvPr/>
            </p:nvGrpSpPr>
            <p:grpSpPr>
              <a:xfrm flipH="1">
                <a:off x="-583429" y="1643275"/>
                <a:ext cx="1343825" cy="645625"/>
                <a:chOff x="202975" y="2389400"/>
                <a:chExt cx="1343825" cy="645625"/>
              </a:xfrm>
            </p:grpSpPr>
            <p:sp>
              <p:nvSpPr>
                <p:cNvPr id="952" name="Google Shape;952;p21"/>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1"/>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 name="Google Shape;954;p21"/>
              <p:cNvGrpSpPr/>
              <p:nvPr/>
            </p:nvGrpSpPr>
            <p:grpSpPr>
              <a:xfrm>
                <a:off x="2032025" y="-599425"/>
                <a:ext cx="508175" cy="1310475"/>
                <a:chOff x="2767175" y="261000"/>
                <a:chExt cx="508175" cy="1310475"/>
              </a:xfrm>
            </p:grpSpPr>
            <p:sp>
              <p:nvSpPr>
                <p:cNvPr id="955" name="Google Shape;955;p21"/>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1"/>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1"/>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1"/>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1"/>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21"/>
              <p:cNvGrpSpPr/>
              <p:nvPr/>
            </p:nvGrpSpPr>
            <p:grpSpPr>
              <a:xfrm>
                <a:off x="2677475" y="-602550"/>
                <a:ext cx="1621325" cy="528475"/>
                <a:chOff x="3260225" y="257875"/>
                <a:chExt cx="1621325" cy="528475"/>
              </a:xfrm>
            </p:grpSpPr>
            <p:sp>
              <p:nvSpPr>
                <p:cNvPr id="961" name="Google Shape;961;p21"/>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1"/>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1"/>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1"/>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1"/>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1"/>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1"/>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8" name="Google Shape;968;p21"/>
            <p:cNvGrpSpPr/>
            <p:nvPr/>
          </p:nvGrpSpPr>
          <p:grpSpPr>
            <a:xfrm flipH="1">
              <a:off x="7691500" y="4330421"/>
              <a:ext cx="1300100" cy="1115804"/>
              <a:chOff x="139375" y="4254221"/>
              <a:chExt cx="1300100" cy="1115804"/>
            </a:xfrm>
          </p:grpSpPr>
          <p:grpSp>
            <p:nvGrpSpPr>
              <p:cNvPr id="969" name="Google Shape;969;p21"/>
              <p:cNvGrpSpPr/>
              <p:nvPr/>
            </p:nvGrpSpPr>
            <p:grpSpPr>
              <a:xfrm>
                <a:off x="627750" y="4254221"/>
                <a:ext cx="615425" cy="887204"/>
                <a:chOff x="627750" y="4254221"/>
                <a:chExt cx="615425" cy="887204"/>
              </a:xfrm>
            </p:grpSpPr>
            <p:grpSp>
              <p:nvGrpSpPr>
                <p:cNvPr id="970" name="Google Shape;970;p21"/>
                <p:cNvGrpSpPr/>
                <p:nvPr/>
              </p:nvGrpSpPr>
              <p:grpSpPr>
                <a:xfrm>
                  <a:off x="627750" y="4302650"/>
                  <a:ext cx="615425" cy="838775"/>
                  <a:chOff x="5029400" y="3925325"/>
                  <a:chExt cx="615425" cy="838775"/>
                </a:xfrm>
              </p:grpSpPr>
              <p:sp>
                <p:nvSpPr>
                  <p:cNvPr id="971" name="Google Shape;971;p21"/>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1"/>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1"/>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1"/>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 name="Google Shape;975;p21"/>
                <p:cNvSpPr/>
                <p:nvPr/>
              </p:nvSpPr>
              <p:spPr>
                <a:xfrm>
                  <a:off x="1070000" y="42542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 name="Google Shape;976;p21"/>
              <p:cNvGrpSpPr/>
              <p:nvPr/>
            </p:nvGrpSpPr>
            <p:grpSpPr>
              <a:xfrm>
                <a:off x="139375" y="4480225"/>
                <a:ext cx="1300100" cy="889800"/>
                <a:chOff x="4541025" y="3874300"/>
                <a:chExt cx="1300100" cy="889800"/>
              </a:xfrm>
            </p:grpSpPr>
            <p:sp>
              <p:nvSpPr>
                <p:cNvPr id="977" name="Google Shape;977;p21"/>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1"/>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1"/>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1"/>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1"/>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TITLE_AND_BODY_1">
    <p:spTree>
      <p:nvGrpSpPr>
        <p:cNvPr id="1" name="Shape 982"/>
        <p:cNvGrpSpPr/>
        <p:nvPr/>
      </p:nvGrpSpPr>
      <p:grpSpPr>
        <a:xfrm>
          <a:off x="0" y="0"/>
          <a:ext cx="0" cy="0"/>
          <a:chOff x="0" y="0"/>
          <a:chExt cx="0" cy="0"/>
        </a:xfrm>
      </p:grpSpPr>
      <p:sp>
        <p:nvSpPr>
          <p:cNvPr id="983" name="Google Shape;983;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84" name="Google Shape;984;p22"/>
          <p:cNvSpPr txBox="1">
            <a:spLocks noGrp="1"/>
          </p:cNvSpPr>
          <p:nvPr>
            <p:ph type="body" idx="1"/>
          </p:nvPr>
        </p:nvSpPr>
        <p:spPr>
          <a:xfrm>
            <a:off x="713225" y="1017725"/>
            <a:ext cx="7704000" cy="35595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Clr>
                <a:srgbClr val="212121"/>
              </a:buClr>
              <a:buSzPts val="1400"/>
              <a:buFont typeface="Nunito Light"/>
              <a:buChar char="○"/>
              <a:defRPr/>
            </a:lvl2pPr>
            <a:lvl3pPr marL="1371600" lvl="2" indent="-317500" rtl="0">
              <a:lnSpc>
                <a:spcPct val="100000"/>
              </a:lnSpc>
              <a:spcBef>
                <a:spcPts val="0"/>
              </a:spcBef>
              <a:spcAft>
                <a:spcPts val="0"/>
              </a:spcAft>
              <a:buClr>
                <a:srgbClr val="212121"/>
              </a:buClr>
              <a:buSzPts val="1400"/>
              <a:buFont typeface="Nunito Light"/>
              <a:buChar char="■"/>
              <a:defRPr/>
            </a:lvl3pPr>
            <a:lvl4pPr marL="1828800" lvl="3" indent="-317500" rtl="0">
              <a:lnSpc>
                <a:spcPct val="100000"/>
              </a:lnSpc>
              <a:spcBef>
                <a:spcPts val="0"/>
              </a:spcBef>
              <a:spcAft>
                <a:spcPts val="0"/>
              </a:spcAft>
              <a:buClr>
                <a:srgbClr val="212121"/>
              </a:buClr>
              <a:buSzPts val="1400"/>
              <a:buFont typeface="Nunito Light"/>
              <a:buChar char="●"/>
              <a:defRPr/>
            </a:lvl4pPr>
            <a:lvl5pPr marL="2286000" lvl="4" indent="-317500" rtl="0">
              <a:lnSpc>
                <a:spcPct val="100000"/>
              </a:lnSpc>
              <a:spcBef>
                <a:spcPts val="0"/>
              </a:spcBef>
              <a:spcAft>
                <a:spcPts val="0"/>
              </a:spcAft>
              <a:buClr>
                <a:srgbClr val="212121"/>
              </a:buClr>
              <a:buSzPts val="1400"/>
              <a:buFont typeface="Nunito Light"/>
              <a:buChar char="○"/>
              <a:defRPr/>
            </a:lvl5pPr>
            <a:lvl6pPr marL="2743200" lvl="5" indent="-317500" rtl="0">
              <a:lnSpc>
                <a:spcPct val="100000"/>
              </a:lnSpc>
              <a:spcBef>
                <a:spcPts val="0"/>
              </a:spcBef>
              <a:spcAft>
                <a:spcPts val="0"/>
              </a:spcAft>
              <a:buClr>
                <a:srgbClr val="212121"/>
              </a:buClr>
              <a:buSzPts val="1400"/>
              <a:buFont typeface="Nunito Light"/>
              <a:buChar char="■"/>
              <a:defRPr/>
            </a:lvl6pPr>
            <a:lvl7pPr marL="3200400" lvl="6" indent="-317500" rtl="0">
              <a:lnSpc>
                <a:spcPct val="100000"/>
              </a:lnSpc>
              <a:spcBef>
                <a:spcPts val="0"/>
              </a:spcBef>
              <a:spcAft>
                <a:spcPts val="0"/>
              </a:spcAft>
              <a:buClr>
                <a:srgbClr val="212121"/>
              </a:buClr>
              <a:buSzPts val="1400"/>
              <a:buFont typeface="Nunito Light"/>
              <a:buChar char="●"/>
              <a:defRPr/>
            </a:lvl7pPr>
            <a:lvl8pPr marL="3657600" lvl="7" indent="-317500" rtl="0">
              <a:lnSpc>
                <a:spcPct val="100000"/>
              </a:lnSpc>
              <a:spcBef>
                <a:spcPts val="0"/>
              </a:spcBef>
              <a:spcAft>
                <a:spcPts val="0"/>
              </a:spcAft>
              <a:buClr>
                <a:srgbClr val="212121"/>
              </a:buClr>
              <a:buSzPts val="1400"/>
              <a:buFont typeface="Nunito Light"/>
              <a:buChar char="○"/>
              <a:defRPr/>
            </a:lvl8pPr>
            <a:lvl9pPr marL="4114800" lvl="8" indent="-317500" rtl="0">
              <a:lnSpc>
                <a:spcPct val="100000"/>
              </a:lnSpc>
              <a:spcBef>
                <a:spcPts val="0"/>
              </a:spcBef>
              <a:spcAft>
                <a:spcPts val="0"/>
              </a:spcAft>
              <a:buClr>
                <a:srgbClr val="212121"/>
              </a:buClr>
              <a:buSzPts val="1400"/>
              <a:buFont typeface="Nunito Light"/>
              <a:buChar char="■"/>
              <a:defRPr/>
            </a:lvl9pPr>
          </a:lstStyle>
          <a:p>
            <a:endParaRPr/>
          </a:p>
        </p:txBody>
      </p:sp>
      <p:grpSp>
        <p:nvGrpSpPr>
          <p:cNvPr id="985" name="Google Shape;985;p22"/>
          <p:cNvGrpSpPr/>
          <p:nvPr/>
        </p:nvGrpSpPr>
        <p:grpSpPr>
          <a:xfrm rot="10800000">
            <a:off x="8128788" y="3373338"/>
            <a:ext cx="1343825" cy="645625"/>
            <a:chOff x="202975" y="2389400"/>
            <a:chExt cx="1343825" cy="645625"/>
          </a:xfrm>
        </p:grpSpPr>
        <p:sp>
          <p:nvSpPr>
            <p:cNvPr id="986" name="Google Shape;986;p22"/>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2"/>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 name="Google Shape;988;p22"/>
          <p:cNvGrpSpPr/>
          <p:nvPr/>
        </p:nvGrpSpPr>
        <p:grpSpPr>
          <a:xfrm rot="10800000">
            <a:off x="7422700" y="4823300"/>
            <a:ext cx="1721300" cy="369675"/>
            <a:chOff x="202975" y="1277300"/>
            <a:chExt cx="1721300" cy="369675"/>
          </a:xfrm>
        </p:grpSpPr>
        <p:sp>
          <p:nvSpPr>
            <p:cNvPr id="989" name="Google Shape;989;p22"/>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2"/>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2"/>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2"/>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22"/>
          <p:cNvGrpSpPr/>
          <p:nvPr/>
        </p:nvGrpSpPr>
        <p:grpSpPr>
          <a:xfrm rot="10800000">
            <a:off x="7404500" y="4662925"/>
            <a:ext cx="556075" cy="1443800"/>
            <a:chOff x="1386400" y="363550"/>
            <a:chExt cx="556075" cy="1443800"/>
          </a:xfrm>
        </p:grpSpPr>
        <p:sp>
          <p:nvSpPr>
            <p:cNvPr id="994" name="Google Shape;994;p22"/>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2"/>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2"/>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2"/>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2"/>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2"/>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2"/>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22"/>
          <p:cNvGrpSpPr/>
          <p:nvPr/>
        </p:nvGrpSpPr>
        <p:grpSpPr>
          <a:xfrm rot="10800000">
            <a:off x="8079775" y="3274375"/>
            <a:ext cx="595625" cy="2708950"/>
            <a:chOff x="671575" y="486950"/>
            <a:chExt cx="595625" cy="2708950"/>
          </a:xfrm>
        </p:grpSpPr>
        <p:sp>
          <p:nvSpPr>
            <p:cNvPr id="1002" name="Google Shape;1002;p22"/>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2"/>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2"/>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2"/>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2"/>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2"/>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 name="Google Shape;1008;p22"/>
          <p:cNvGrpSpPr/>
          <p:nvPr/>
        </p:nvGrpSpPr>
        <p:grpSpPr>
          <a:xfrm rot="10800000">
            <a:off x="7793925" y="3454000"/>
            <a:ext cx="647725" cy="2014925"/>
            <a:chOff x="905325" y="1001350"/>
            <a:chExt cx="647725" cy="2014925"/>
          </a:xfrm>
        </p:grpSpPr>
        <p:sp>
          <p:nvSpPr>
            <p:cNvPr id="1009" name="Google Shape;1009;p22"/>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2"/>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2"/>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2"/>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2"/>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2"/>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2"/>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2"/>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2"/>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2"/>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2"/>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2"/>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2"/>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2"/>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22"/>
          <p:cNvGrpSpPr/>
          <p:nvPr/>
        </p:nvGrpSpPr>
        <p:grpSpPr>
          <a:xfrm rot="10800000">
            <a:off x="8638325" y="2943575"/>
            <a:ext cx="529488" cy="1325825"/>
            <a:chOff x="202975" y="1362675"/>
            <a:chExt cx="529488" cy="1325825"/>
          </a:xfrm>
        </p:grpSpPr>
        <p:sp>
          <p:nvSpPr>
            <p:cNvPr id="1024" name="Google Shape;1024;p22"/>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2"/>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2"/>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 name="Google Shape;1027;p22"/>
          <p:cNvSpPr/>
          <p:nvPr/>
        </p:nvSpPr>
        <p:spPr>
          <a:xfrm>
            <a:off x="8492650" y="281086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028"/>
        <p:cNvGrpSpPr/>
        <p:nvPr/>
      </p:nvGrpSpPr>
      <p:grpSpPr>
        <a:xfrm>
          <a:off x="0" y="0"/>
          <a:ext cx="0" cy="0"/>
          <a:chOff x="0" y="0"/>
          <a:chExt cx="0" cy="0"/>
        </a:xfrm>
      </p:grpSpPr>
      <p:sp>
        <p:nvSpPr>
          <p:cNvPr id="1029" name="Google Shape;1029;p23"/>
          <p:cNvSpPr txBox="1">
            <a:spLocks noGrp="1"/>
          </p:cNvSpPr>
          <p:nvPr>
            <p:ph type="title"/>
          </p:nvPr>
        </p:nvSpPr>
        <p:spPr>
          <a:xfrm>
            <a:off x="720000" y="445025"/>
            <a:ext cx="7704000" cy="5589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30" name="Google Shape;1030;p23"/>
          <p:cNvSpPr txBox="1">
            <a:spLocks noGrp="1"/>
          </p:cNvSpPr>
          <p:nvPr>
            <p:ph type="subTitle" idx="1"/>
          </p:nvPr>
        </p:nvSpPr>
        <p:spPr>
          <a:xfrm>
            <a:off x="4308874" y="3104426"/>
            <a:ext cx="2505600" cy="123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1" name="Google Shape;1031;p23"/>
          <p:cNvSpPr txBox="1">
            <a:spLocks noGrp="1"/>
          </p:cNvSpPr>
          <p:nvPr>
            <p:ph type="subTitle" idx="2"/>
          </p:nvPr>
        </p:nvSpPr>
        <p:spPr>
          <a:xfrm>
            <a:off x="720000" y="3104426"/>
            <a:ext cx="2505600" cy="123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2" name="Google Shape;1032;p23"/>
          <p:cNvSpPr txBox="1">
            <a:spLocks noGrp="1"/>
          </p:cNvSpPr>
          <p:nvPr>
            <p:ph type="subTitle" idx="3"/>
          </p:nvPr>
        </p:nvSpPr>
        <p:spPr>
          <a:xfrm>
            <a:off x="720000" y="2540600"/>
            <a:ext cx="25056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33" name="Google Shape;1033;p23"/>
          <p:cNvSpPr txBox="1">
            <a:spLocks noGrp="1"/>
          </p:cNvSpPr>
          <p:nvPr>
            <p:ph type="subTitle" idx="4"/>
          </p:nvPr>
        </p:nvSpPr>
        <p:spPr>
          <a:xfrm>
            <a:off x="4308875" y="2540600"/>
            <a:ext cx="25056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034" name="Google Shape;1034;p23"/>
          <p:cNvGrpSpPr/>
          <p:nvPr/>
        </p:nvGrpSpPr>
        <p:grpSpPr>
          <a:xfrm>
            <a:off x="8638325" y="1664600"/>
            <a:ext cx="705269" cy="3334400"/>
            <a:chOff x="8638325" y="1664600"/>
            <a:chExt cx="705269" cy="3334400"/>
          </a:xfrm>
        </p:grpSpPr>
        <p:grpSp>
          <p:nvGrpSpPr>
            <p:cNvPr id="1035" name="Google Shape;1035;p23"/>
            <p:cNvGrpSpPr/>
            <p:nvPr/>
          </p:nvGrpSpPr>
          <p:grpSpPr>
            <a:xfrm rot="10800000">
              <a:off x="8787519" y="3555200"/>
              <a:ext cx="556075" cy="1443800"/>
              <a:chOff x="1386400" y="363550"/>
              <a:chExt cx="556075" cy="1443800"/>
            </a:xfrm>
          </p:grpSpPr>
          <p:sp>
            <p:nvSpPr>
              <p:cNvPr id="1036" name="Google Shape;1036;p23"/>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3"/>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3"/>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3"/>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3"/>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3"/>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23"/>
            <p:cNvGrpSpPr/>
            <p:nvPr/>
          </p:nvGrpSpPr>
          <p:grpSpPr>
            <a:xfrm rot="10800000">
              <a:off x="8638325" y="1664600"/>
              <a:ext cx="529488" cy="1325825"/>
              <a:chOff x="202975" y="1362675"/>
              <a:chExt cx="529488" cy="1325825"/>
            </a:xfrm>
          </p:grpSpPr>
          <p:sp>
            <p:nvSpPr>
              <p:cNvPr id="1044" name="Google Shape;1044;p23"/>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3"/>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3"/>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7" name="Google Shape;1047;p23"/>
          <p:cNvGrpSpPr/>
          <p:nvPr/>
        </p:nvGrpSpPr>
        <p:grpSpPr>
          <a:xfrm>
            <a:off x="8444360" y="4626734"/>
            <a:ext cx="368400" cy="368400"/>
            <a:chOff x="8444360" y="4626734"/>
            <a:chExt cx="368400" cy="368400"/>
          </a:xfrm>
        </p:grpSpPr>
        <p:sp>
          <p:nvSpPr>
            <p:cNvPr id="1048" name="Google Shape;1048;p23"/>
            <p:cNvSpPr/>
            <p:nvPr/>
          </p:nvSpPr>
          <p:spPr>
            <a:xfrm>
              <a:off x="8444360" y="4626734"/>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 name="Google Shape;1049;p23"/>
            <p:cNvGrpSpPr/>
            <p:nvPr/>
          </p:nvGrpSpPr>
          <p:grpSpPr>
            <a:xfrm>
              <a:off x="8557626" y="4708651"/>
              <a:ext cx="141868" cy="204740"/>
              <a:chOff x="3709913" y="1722188"/>
              <a:chExt cx="235700" cy="340100"/>
            </a:xfrm>
          </p:grpSpPr>
          <p:sp>
            <p:nvSpPr>
              <p:cNvPr id="1050" name="Google Shape;1050;p23"/>
              <p:cNvSpPr/>
              <p:nvPr/>
            </p:nvSpPr>
            <p:spPr>
              <a:xfrm>
                <a:off x="3712988" y="1876513"/>
                <a:ext cx="94450" cy="83800"/>
              </a:xfrm>
              <a:custGeom>
                <a:avLst/>
                <a:gdLst/>
                <a:ahLst/>
                <a:cxnLst/>
                <a:rect l="l" t="t" r="r" b="b"/>
                <a:pathLst>
                  <a:path w="3778" h="3352" extrusionOk="0">
                    <a:moveTo>
                      <a:pt x="2098" y="0"/>
                    </a:moveTo>
                    <a:cubicBezTo>
                      <a:pt x="1761" y="0"/>
                      <a:pt x="1415" y="105"/>
                      <a:pt x="1106" y="337"/>
                    </a:cubicBezTo>
                    <a:cubicBezTo>
                      <a:pt x="0" y="1166"/>
                      <a:pt x="308" y="2916"/>
                      <a:pt x="1659" y="3285"/>
                    </a:cubicBezTo>
                    <a:cubicBezTo>
                      <a:pt x="1812" y="3330"/>
                      <a:pt x="1965" y="3351"/>
                      <a:pt x="2116" y="3351"/>
                    </a:cubicBezTo>
                    <a:cubicBezTo>
                      <a:pt x="2995" y="3351"/>
                      <a:pt x="3777" y="2631"/>
                      <a:pt x="3777" y="1688"/>
                    </a:cubicBezTo>
                    <a:cubicBezTo>
                      <a:pt x="3777" y="693"/>
                      <a:pt x="2965" y="0"/>
                      <a:pt x="20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3"/>
              <p:cNvSpPr/>
              <p:nvPr/>
            </p:nvSpPr>
            <p:spPr>
              <a:xfrm>
                <a:off x="3709913" y="1770538"/>
                <a:ext cx="97525" cy="83650"/>
              </a:xfrm>
              <a:custGeom>
                <a:avLst/>
                <a:gdLst/>
                <a:ahLst/>
                <a:cxnLst/>
                <a:rect l="l" t="t" r="r" b="b"/>
                <a:pathLst>
                  <a:path w="3901" h="3346" extrusionOk="0">
                    <a:moveTo>
                      <a:pt x="2242" y="1"/>
                    </a:moveTo>
                    <a:cubicBezTo>
                      <a:pt x="738" y="1"/>
                      <a:pt x="1" y="1813"/>
                      <a:pt x="1045" y="2857"/>
                    </a:cubicBezTo>
                    <a:cubicBezTo>
                      <a:pt x="1393" y="3195"/>
                      <a:pt x="1815" y="3346"/>
                      <a:pt x="2226" y="3346"/>
                    </a:cubicBezTo>
                    <a:cubicBezTo>
                      <a:pt x="3086" y="3346"/>
                      <a:pt x="3900" y="2686"/>
                      <a:pt x="3900" y="1690"/>
                    </a:cubicBezTo>
                    <a:cubicBezTo>
                      <a:pt x="3900" y="738"/>
                      <a:pt x="3163" y="1"/>
                      <a:pt x="2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3"/>
              <p:cNvSpPr/>
              <p:nvPr/>
            </p:nvSpPr>
            <p:spPr>
              <a:xfrm>
                <a:off x="3755988" y="1722188"/>
                <a:ext cx="189625" cy="340100"/>
              </a:xfrm>
              <a:custGeom>
                <a:avLst/>
                <a:gdLst/>
                <a:ahLst/>
                <a:cxnLst/>
                <a:rect l="l" t="t" r="r" b="b"/>
                <a:pathLst>
                  <a:path w="7585" h="13604" extrusionOk="0">
                    <a:moveTo>
                      <a:pt x="5496" y="2365"/>
                    </a:moveTo>
                    <a:cubicBezTo>
                      <a:pt x="6018" y="2365"/>
                      <a:pt x="6018" y="3163"/>
                      <a:pt x="5496" y="3163"/>
                    </a:cubicBezTo>
                    <a:lnTo>
                      <a:pt x="3378" y="3163"/>
                    </a:lnTo>
                    <a:cubicBezTo>
                      <a:pt x="2856" y="3163"/>
                      <a:pt x="2856" y="2365"/>
                      <a:pt x="3378" y="2365"/>
                    </a:cubicBezTo>
                    <a:close/>
                    <a:moveTo>
                      <a:pt x="4852" y="4084"/>
                    </a:moveTo>
                    <a:cubicBezTo>
                      <a:pt x="5374" y="4084"/>
                      <a:pt x="5374" y="4883"/>
                      <a:pt x="4852" y="4883"/>
                    </a:cubicBezTo>
                    <a:lnTo>
                      <a:pt x="3378" y="4883"/>
                    </a:lnTo>
                    <a:cubicBezTo>
                      <a:pt x="3132" y="4883"/>
                      <a:pt x="2948" y="4698"/>
                      <a:pt x="2978" y="4453"/>
                    </a:cubicBezTo>
                    <a:cubicBezTo>
                      <a:pt x="2978" y="4238"/>
                      <a:pt x="3163" y="4084"/>
                      <a:pt x="3378" y="4084"/>
                    </a:cubicBezTo>
                    <a:close/>
                    <a:moveTo>
                      <a:pt x="5496" y="6602"/>
                    </a:moveTo>
                    <a:cubicBezTo>
                      <a:pt x="6018" y="6602"/>
                      <a:pt x="6018" y="7401"/>
                      <a:pt x="5496" y="7401"/>
                    </a:cubicBezTo>
                    <a:lnTo>
                      <a:pt x="3378" y="7401"/>
                    </a:lnTo>
                    <a:cubicBezTo>
                      <a:pt x="2856" y="7401"/>
                      <a:pt x="2856" y="6602"/>
                      <a:pt x="3378" y="6602"/>
                    </a:cubicBezTo>
                    <a:close/>
                    <a:moveTo>
                      <a:pt x="4852" y="8322"/>
                    </a:moveTo>
                    <a:cubicBezTo>
                      <a:pt x="5404" y="8322"/>
                      <a:pt x="5404" y="9120"/>
                      <a:pt x="4852" y="9120"/>
                    </a:cubicBezTo>
                    <a:lnTo>
                      <a:pt x="3378" y="9120"/>
                    </a:lnTo>
                    <a:cubicBezTo>
                      <a:pt x="2856" y="9120"/>
                      <a:pt x="2856" y="8322"/>
                      <a:pt x="3378" y="8322"/>
                    </a:cubicBezTo>
                    <a:close/>
                    <a:moveTo>
                      <a:pt x="1198" y="0"/>
                    </a:moveTo>
                    <a:cubicBezTo>
                      <a:pt x="553" y="0"/>
                      <a:pt x="0" y="522"/>
                      <a:pt x="0" y="1167"/>
                    </a:cubicBezTo>
                    <a:cubicBezTo>
                      <a:pt x="158" y="1140"/>
                      <a:pt x="312" y="1127"/>
                      <a:pt x="461" y="1127"/>
                    </a:cubicBezTo>
                    <a:cubicBezTo>
                      <a:pt x="2844" y="1127"/>
                      <a:pt x="3884" y="4442"/>
                      <a:pt x="1658" y="5742"/>
                    </a:cubicBezTo>
                    <a:cubicBezTo>
                      <a:pt x="3883" y="7042"/>
                      <a:pt x="2845" y="10327"/>
                      <a:pt x="464" y="10327"/>
                    </a:cubicBezTo>
                    <a:cubicBezTo>
                      <a:pt x="315" y="10327"/>
                      <a:pt x="160" y="10314"/>
                      <a:pt x="0" y="10287"/>
                    </a:cubicBezTo>
                    <a:lnTo>
                      <a:pt x="0" y="11054"/>
                    </a:lnTo>
                    <a:lnTo>
                      <a:pt x="7584" y="11054"/>
                    </a:lnTo>
                    <a:lnTo>
                      <a:pt x="7584" y="1198"/>
                    </a:lnTo>
                    <a:cubicBezTo>
                      <a:pt x="7584" y="553"/>
                      <a:pt x="7062" y="0"/>
                      <a:pt x="6387" y="0"/>
                    </a:cubicBezTo>
                    <a:close/>
                    <a:moveTo>
                      <a:pt x="0" y="11884"/>
                    </a:moveTo>
                    <a:lnTo>
                      <a:pt x="0" y="12406"/>
                    </a:lnTo>
                    <a:cubicBezTo>
                      <a:pt x="0" y="13050"/>
                      <a:pt x="553" y="13603"/>
                      <a:pt x="1198" y="13603"/>
                    </a:cubicBezTo>
                    <a:lnTo>
                      <a:pt x="6418" y="13603"/>
                    </a:lnTo>
                    <a:cubicBezTo>
                      <a:pt x="7062" y="13603"/>
                      <a:pt x="7584" y="13050"/>
                      <a:pt x="7584" y="12406"/>
                    </a:cubicBezTo>
                    <a:lnTo>
                      <a:pt x="7584" y="118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053"/>
        <p:cNvGrpSpPr/>
        <p:nvPr/>
      </p:nvGrpSpPr>
      <p:grpSpPr>
        <a:xfrm>
          <a:off x="0" y="0"/>
          <a:ext cx="0" cy="0"/>
          <a:chOff x="0" y="0"/>
          <a:chExt cx="0" cy="0"/>
        </a:xfrm>
      </p:grpSpPr>
      <p:grpSp>
        <p:nvGrpSpPr>
          <p:cNvPr id="1054" name="Google Shape;1054;p24"/>
          <p:cNvGrpSpPr/>
          <p:nvPr/>
        </p:nvGrpSpPr>
        <p:grpSpPr>
          <a:xfrm>
            <a:off x="7614788" y="-320825"/>
            <a:ext cx="2349977" cy="5319825"/>
            <a:chOff x="7614788" y="-320825"/>
            <a:chExt cx="2349977" cy="5319825"/>
          </a:xfrm>
        </p:grpSpPr>
        <p:grpSp>
          <p:nvGrpSpPr>
            <p:cNvPr id="1055" name="Google Shape;1055;p24"/>
            <p:cNvGrpSpPr/>
            <p:nvPr/>
          </p:nvGrpSpPr>
          <p:grpSpPr>
            <a:xfrm flipH="1">
              <a:off x="7614788" y="197438"/>
              <a:ext cx="1529213" cy="204178"/>
              <a:chOff x="202975" y="1442797"/>
              <a:chExt cx="1529213" cy="204178"/>
            </a:xfrm>
          </p:grpSpPr>
          <p:sp>
            <p:nvSpPr>
              <p:cNvPr id="1056" name="Google Shape;1056;p24"/>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4"/>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4"/>
              <p:cNvSpPr/>
              <p:nvPr/>
            </p:nvSpPr>
            <p:spPr>
              <a:xfrm>
                <a:off x="1695713" y="1442797"/>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 name="Google Shape;1059;p24"/>
            <p:cNvGrpSpPr/>
            <p:nvPr/>
          </p:nvGrpSpPr>
          <p:grpSpPr>
            <a:xfrm flipH="1">
              <a:off x="8787519" y="-320825"/>
              <a:ext cx="556075" cy="1443800"/>
              <a:chOff x="1386400" y="363550"/>
              <a:chExt cx="556075" cy="1443800"/>
            </a:xfrm>
          </p:grpSpPr>
          <p:sp>
            <p:nvSpPr>
              <p:cNvPr id="1060" name="Google Shape;1060;p24"/>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4"/>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4"/>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4"/>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4"/>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4"/>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4"/>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 name="Google Shape;1067;p24"/>
            <p:cNvGrpSpPr/>
            <p:nvPr/>
          </p:nvGrpSpPr>
          <p:grpSpPr>
            <a:xfrm flipH="1">
              <a:off x="8343440" y="4470525"/>
              <a:ext cx="1621325" cy="528475"/>
              <a:chOff x="3260225" y="257875"/>
              <a:chExt cx="1621325" cy="528475"/>
            </a:xfrm>
          </p:grpSpPr>
          <p:sp>
            <p:nvSpPr>
              <p:cNvPr id="1068" name="Google Shape;1068;p24"/>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4"/>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 name="Google Shape;1075;p24"/>
            <p:cNvGrpSpPr/>
            <p:nvPr/>
          </p:nvGrpSpPr>
          <p:grpSpPr>
            <a:xfrm flipH="1">
              <a:off x="8638325" y="1687750"/>
              <a:ext cx="529488" cy="1325825"/>
              <a:chOff x="202975" y="1362675"/>
              <a:chExt cx="529488" cy="1325825"/>
            </a:xfrm>
          </p:grpSpPr>
          <p:sp>
            <p:nvSpPr>
              <p:cNvPr id="1076" name="Google Shape;1076;p24"/>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4"/>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79" name="Google Shape;1079;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80" name="Google Shape;1080;p24"/>
          <p:cNvSpPr txBox="1">
            <a:spLocks noGrp="1"/>
          </p:cNvSpPr>
          <p:nvPr>
            <p:ph type="subTitle" idx="1"/>
          </p:nvPr>
        </p:nvSpPr>
        <p:spPr>
          <a:xfrm>
            <a:off x="4200777" y="1896225"/>
            <a:ext cx="2718300" cy="203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1" name="Google Shape;1081;p24"/>
          <p:cNvSpPr txBox="1">
            <a:spLocks noGrp="1"/>
          </p:cNvSpPr>
          <p:nvPr>
            <p:ph type="subTitle" idx="2"/>
          </p:nvPr>
        </p:nvSpPr>
        <p:spPr>
          <a:xfrm>
            <a:off x="720000" y="1896225"/>
            <a:ext cx="2718300" cy="203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82"/>
        <p:cNvGrpSpPr/>
        <p:nvPr/>
      </p:nvGrpSpPr>
      <p:grpSpPr>
        <a:xfrm>
          <a:off x="0" y="0"/>
          <a:ext cx="0" cy="0"/>
          <a:chOff x="0" y="0"/>
          <a:chExt cx="0" cy="0"/>
        </a:xfrm>
      </p:grpSpPr>
      <p:sp>
        <p:nvSpPr>
          <p:cNvPr id="1083" name="Google Shape;1083;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84" name="Google Shape;1084;p25"/>
          <p:cNvSpPr txBox="1">
            <a:spLocks noGrp="1"/>
          </p:cNvSpPr>
          <p:nvPr>
            <p:ph type="subTitle" idx="1"/>
          </p:nvPr>
        </p:nvSpPr>
        <p:spPr>
          <a:xfrm>
            <a:off x="736325" y="3105852"/>
            <a:ext cx="22731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5" name="Google Shape;1085;p25"/>
          <p:cNvSpPr txBox="1">
            <a:spLocks noGrp="1"/>
          </p:cNvSpPr>
          <p:nvPr>
            <p:ph type="subTitle" idx="2"/>
          </p:nvPr>
        </p:nvSpPr>
        <p:spPr>
          <a:xfrm>
            <a:off x="3435450" y="3105852"/>
            <a:ext cx="22731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6" name="Google Shape;1086;p25"/>
          <p:cNvSpPr txBox="1">
            <a:spLocks noGrp="1"/>
          </p:cNvSpPr>
          <p:nvPr>
            <p:ph type="subTitle" idx="3"/>
          </p:nvPr>
        </p:nvSpPr>
        <p:spPr>
          <a:xfrm>
            <a:off x="6134575" y="3105852"/>
            <a:ext cx="2273100" cy="78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7" name="Google Shape;1087;p25"/>
          <p:cNvSpPr txBox="1">
            <a:spLocks noGrp="1"/>
          </p:cNvSpPr>
          <p:nvPr>
            <p:ph type="subTitle" idx="4"/>
          </p:nvPr>
        </p:nvSpPr>
        <p:spPr>
          <a:xfrm>
            <a:off x="736325" y="2569725"/>
            <a:ext cx="2273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88" name="Google Shape;1088;p25"/>
          <p:cNvSpPr txBox="1">
            <a:spLocks noGrp="1"/>
          </p:cNvSpPr>
          <p:nvPr>
            <p:ph type="subTitle" idx="5"/>
          </p:nvPr>
        </p:nvSpPr>
        <p:spPr>
          <a:xfrm>
            <a:off x="3435453" y="2569725"/>
            <a:ext cx="2273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89" name="Google Shape;1089;p25"/>
          <p:cNvSpPr txBox="1">
            <a:spLocks noGrp="1"/>
          </p:cNvSpPr>
          <p:nvPr>
            <p:ph type="subTitle" idx="6"/>
          </p:nvPr>
        </p:nvSpPr>
        <p:spPr>
          <a:xfrm>
            <a:off x="6134576" y="2569725"/>
            <a:ext cx="22731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090" name="Google Shape;1090;p25"/>
          <p:cNvGrpSpPr/>
          <p:nvPr/>
        </p:nvGrpSpPr>
        <p:grpSpPr>
          <a:xfrm>
            <a:off x="-11339" y="3421654"/>
            <a:ext cx="4425829" cy="2061711"/>
            <a:chOff x="-11339" y="3421654"/>
            <a:chExt cx="4425829" cy="2061711"/>
          </a:xfrm>
        </p:grpSpPr>
        <p:grpSp>
          <p:nvGrpSpPr>
            <p:cNvPr id="1091" name="Google Shape;1091;p25"/>
            <p:cNvGrpSpPr/>
            <p:nvPr/>
          </p:nvGrpSpPr>
          <p:grpSpPr>
            <a:xfrm flipH="1">
              <a:off x="893600" y="4657779"/>
              <a:ext cx="1336525" cy="456650"/>
              <a:chOff x="6168050" y="3495775"/>
              <a:chExt cx="1336525" cy="456650"/>
            </a:xfrm>
          </p:grpSpPr>
          <p:sp>
            <p:nvSpPr>
              <p:cNvPr id="1092" name="Google Shape;1092;p25"/>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5"/>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5"/>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5"/>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25"/>
            <p:cNvGrpSpPr/>
            <p:nvPr/>
          </p:nvGrpSpPr>
          <p:grpSpPr>
            <a:xfrm flipH="1">
              <a:off x="2103839" y="4450007"/>
              <a:ext cx="615425" cy="838775"/>
              <a:chOff x="5029400" y="3925325"/>
              <a:chExt cx="615425" cy="838775"/>
            </a:xfrm>
          </p:grpSpPr>
          <p:sp>
            <p:nvSpPr>
              <p:cNvPr id="1097" name="Google Shape;1097;p25"/>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5"/>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5"/>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5"/>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25"/>
            <p:cNvGrpSpPr/>
            <p:nvPr/>
          </p:nvGrpSpPr>
          <p:grpSpPr>
            <a:xfrm flipH="1">
              <a:off x="3207614" y="4574864"/>
              <a:ext cx="1206875" cy="463925"/>
              <a:chOff x="3334175" y="3852425"/>
              <a:chExt cx="1206875" cy="463925"/>
            </a:xfrm>
          </p:grpSpPr>
          <p:sp>
            <p:nvSpPr>
              <p:cNvPr id="1102" name="Google Shape;1102;p25"/>
              <p:cNvSpPr/>
              <p:nvPr/>
            </p:nvSpPr>
            <p:spPr>
              <a:xfrm>
                <a:off x="3334175" y="3852425"/>
                <a:ext cx="120687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5"/>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25"/>
            <p:cNvGrpSpPr/>
            <p:nvPr/>
          </p:nvGrpSpPr>
          <p:grpSpPr>
            <a:xfrm flipH="1">
              <a:off x="1907539" y="4593564"/>
              <a:ext cx="1300100" cy="889800"/>
              <a:chOff x="4541025" y="3874300"/>
              <a:chExt cx="1300100" cy="889800"/>
            </a:xfrm>
          </p:grpSpPr>
          <p:sp>
            <p:nvSpPr>
              <p:cNvPr id="1105" name="Google Shape;1105;p25"/>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5"/>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5"/>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5"/>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5"/>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 name="Google Shape;1110;p25"/>
            <p:cNvGrpSpPr/>
            <p:nvPr/>
          </p:nvGrpSpPr>
          <p:grpSpPr>
            <a:xfrm flipH="1">
              <a:off x="-11339" y="3421654"/>
              <a:ext cx="508788" cy="1226150"/>
              <a:chOff x="7556013" y="2945450"/>
              <a:chExt cx="508788" cy="1226150"/>
            </a:xfrm>
          </p:grpSpPr>
          <p:sp>
            <p:nvSpPr>
              <p:cNvPr id="1111" name="Google Shape;1111;p25"/>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5"/>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5"/>
              <p:cNvSpPr/>
              <p:nvPr/>
            </p:nvSpPr>
            <p:spPr>
              <a:xfrm>
                <a:off x="7732479"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5"/>
              <p:cNvSpPr/>
              <p:nvPr/>
            </p:nvSpPr>
            <p:spPr>
              <a:xfrm>
                <a:off x="7556013"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5"/>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6" name="Google Shape;1116;p25"/>
          <p:cNvGrpSpPr/>
          <p:nvPr/>
        </p:nvGrpSpPr>
        <p:grpSpPr>
          <a:xfrm>
            <a:off x="4238903" y="4572209"/>
            <a:ext cx="368400" cy="368400"/>
            <a:chOff x="4238903" y="4572209"/>
            <a:chExt cx="368400" cy="368400"/>
          </a:xfrm>
        </p:grpSpPr>
        <p:sp>
          <p:nvSpPr>
            <p:cNvPr id="1117" name="Google Shape;1117;p25"/>
            <p:cNvSpPr/>
            <p:nvPr/>
          </p:nvSpPr>
          <p:spPr>
            <a:xfrm>
              <a:off x="4238903" y="4572209"/>
              <a:ext cx="368400" cy="368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5"/>
            <p:cNvSpPr/>
            <p:nvPr/>
          </p:nvSpPr>
          <p:spPr>
            <a:xfrm>
              <a:off x="4302543" y="4635950"/>
              <a:ext cx="241124" cy="240892"/>
            </a:xfrm>
            <a:custGeom>
              <a:avLst/>
              <a:gdLst/>
              <a:ahLst/>
              <a:cxnLst/>
              <a:rect l="l" t="t" r="r" b="b"/>
              <a:pathLst>
                <a:path w="13573" h="13558" extrusionOk="0">
                  <a:moveTo>
                    <a:pt x="6771" y="1"/>
                  </a:moveTo>
                  <a:cubicBezTo>
                    <a:pt x="5827" y="1"/>
                    <a:pt x="4883" y="630"/>
                    <a:pt x="4883" y="1889"/>
                  </a:cubicBezTo>
                  <a:cubicBezTo>
                    <a:pt x="4883" y="2885"/>
                    <a:pt x="5683" y="3732"/>
                    <a:pt x="6702" y="3732"/>
                  </a:cubicBezTo>
                  <a:cubicBezTo>
                    <a:pt x="6720" y="3732"/>
                    <a:pt x="6738" y="3732"/>
                    <a:pt x="6756" y="3731"/>
                  </a:cubicBezTo>
                  <a:lnTo>
                    <a:pt x="6787" y="3731"/>
                  </a:lnTo>
                  <a:cubicBezTo>
                    <a:pt x="6804" y="3732"/>
                    <a:pt x="6822" y="3732"/>
                    <a:pt x="6839" y="3732"/>
                  </a:cubicBezTo>
                  <a:cubicBezTo>
                    <a:pt x="7829" y="3732"/>
                    <a:pt x="8660" y="2885"/>
                    <a:pt x="8660" y="1889"/>
                  </a:cubicBezTo>
                  <a:cubicBezTo>
                    <a:pt x="8660" y="630"/>
                    <a:pt x="7715" y="1"/>
                    <a:pt x="6771" y="1"/>
                  </a:cubicBezTo>
                  <a:close/>
                  <a:moveTo>
                    <a:pt x="4975" y="3854"/>
                  </a:moveTo>
                  <a:cubicBezTo>
                    <a:pt x="4484" y="4438"/>
                    <a:pt x="4238" y="5174"/>
                    <a:pt x="4238" y="5911"/>
                  </a:cubicBezTo>
                  <a:lnTo>
                    <a:pt x="4238" y="6433"/>
                  </a:lnTo>
                  <a:lnTo>
                    <a:pt x="9304" y="6433"/>
                  </a:lnTo>
                  <a:lnTo>
                    <a:pt x="9304" y="5911"/>
                  </a:lnTo>
                  <a:cubicBezTo>
                    <a:pt x="9304" y="5174"/>
                    <a:pt x="9059" y="4438"/>
                    <a:pt x="8568" y="3854"/>
                  </a:cubicBezTo>
                  <a:cubicBezTo>
                    <a:pt x="8061" y="4315"/>
                    <a:pt x="7416" y="4545"/>
                    <a:pt x="6771" y="4545"/>
                  </a:cubicBezTo>
                  <a:cubicBezTo>
                    <a:pt x="6126" y="4545"/>
                    <a:pt x="5482" y="4315"/>
                    <a:pt x="4975" y="3854"/>
                  </a:cubicBezTo>
                  <a:close/>
                  <a:moveTo>
                    <a:pt x="2512" y="2525"/>
                  </a:moveTo>
                  <a:cubicBezTo>
                    <a:pt x="1560" y="2525"/>
                    <a:pt x="813" y="3717"/>
                    <a:pt x="1567" y="4622"/>
                  </a:cubicBezTo>
                  <a:lnTo>
                    <a:pt x="922" y="5727"/>
                  </a:lnTo>
                  <a:cubicBezTo>
                    <a:pt x="860" y="5789"/>
                    <a:pt x="860" y="5850"/>
                    <a:pt x="860" y="5911"/>
                  </a:cubicBezTo>
                  <a:lnTo>
                    <a:pt x="860" y="7232"/>
                  </a:lnTo>
                  <a:lnTo>
                    <a:pt x="369" y="7232"/>
                  </a:lnTo>
                  <a:cubicBezTo>
                    <a:pt x="154" y="7232"/>
                    <a:pt x="1" y="7385"/>
                    <a:pt x="1" y="7600"/>
                  </a:cubicBezTo>
                  <a:lnTo>
                    <a:pt x="1" y="9719"/>
                  </a:lnTo>
                  <a:cubicBezTo>
                    <a:pt x="1" y="9934"/>
                    <a:pt x="154" y="10118"/>
                    <a:pt x="369" y="10118"/>
                  </a:cubicBezTo>
                  <a:lnTo>
                    <a:pt x="13173" y="10118"/>
                  </a:lnTo>
                  <a:cubicBezTo>
                    <a:pt x="13388" y="10118"/>
                    <a:pt x="13573" y="9934"/>
                    <a:pt x="13573" y="9719"/>
                  </a:cubicBezTo>
                  <a:lnTo>
                    <a:pt x="13573" y="7600"/>
                  </a:lnTo>
                  <a:cubicBezTo>
                    <a:pt x="13573" y="7385"/>
                    <a:pt x="13388" y="7232"/>
                    <a:pt x="13173" y="7232"/>
                  </a:cubicBezTo>
                  <a:lnTo>
                    <a:pt x="12682" y="7232"/>
                  </a:lnTo>
                  <a:lnTo>
                    <a:pt x="12682" y="5911"/>
                  </a:lnTo>
                  <a:cubicBezTo>
                    <a:pt x="12682" y="5850"/>
                    <a:pt x="12682" y="5789"/>
                    <a:pt x="12651" y="5727"/>
                  </a:cubicBezTo>
                  <a:lnTo>
                    <a:pt x="11976" y="4622"/>
                  </a:lnTo>
                  <a:cubicBezTo>
                    <a:pt x="12733" y="3714"/>
                    <a:pt x="11977" y="2536"/>
                    <a:pt x="11019" y="2536"/>
                  </a:cubicBezTo>
                  <a:cubicBezTo>
                    <a:pt x="10811" y="2536"/>
                    <a:pt x="10593" y="2592"/>
                    <a:pt x="10379" y="2718"/>
                  </a:cubicBezTo>
                  <a:cubicBezTo>
                    <a:pt x="9243" y="3400"/>
                    <a:pt x="9815" y="5055"/>
                    <a:pt x="11002" y="5055"/>
                  </a:cubicBezTo>
                  <a:cubicBezTo>
                    <a:pt x="11097" y="5055"/>
                    <a:pt x="11197" y="5044"/>
                    <a:pt x="11300" y="5021"/>
                  </a:cubicBezTo>
                  <a:lnTo>
                    <a:pt x="11884" y="6034"/>
                  </a:lnTo>
                  <a:lnTo>
                    <a:pt x="11884" y="7232"/>
                  </a:lnTo>
                  <a:lnTo>
                    <a:pt x="1659" y="7232"/>
                  </a:lnTo>
                  <a:lnTo>
                    <a:pt x="1659" y="6034"/>
                  </a:lnTo>
                  <a:lnTo>
                    <a:pt x="2273" y="5021"/>
                  </a:lnTo>
                  <a:cubicBezTo>
                    <a:pt x="2376" y="5044"/>
                    <a:pt x="2476" y="5055"/>
                    <a:pt x="2571" y="5055"/>
                  </a:cubicBezTo>
                  <a:cubicBezTo>
                    <a:pt x="3754" y="5055"/>
                    <a:pt x="4300" y="3400"/>
                    <a:pt x="3163" y="2718"/>
                  </a:cubicBezTo>
                  <a:cubicBezTo>
                    <a:pt x="2946" y="2584"/>
                    <a:pt x="2724" y="2525"/>
                    <a:pt x="2512" y="2525"/>
                  </a:cubicBezTo>
                  <a:close/>
                  <a:moveTo>
                    <a:pt x="8475" y="11469"/>
                  </a:moveTo>
                  <a:cubicBezTo>
                    <a:pt x="8997" y="11469"/>
                    <a:pt x="8997" y="12268"/>
                    <a:pt x="8475" y="12268"/>
                  </a:cubicBezTo>
                  <a:lnTo>
                    <a:pt x="5067" y="12268"/>
                  </a:lnTo>
                  <a:cubicBezTo>
                    <a:pt x="4545" y="12268"/>
                    <a:pt x="4545" y="11469"/>
                    <a:pt x="5067" y="11469"/>
                  </a:cubicBezTo>
                  <a:close/>
                  <a:moveTo>
                    <a:pt x="1689" y="10947"/>
                  </a:moveTo>
                  <a:lnTo>
                    <a:pt x="1689" y="13189"/>
                  </a:lnTo>
                  <a:cubicBezTo>
                    <a:pt x="1689" y="13373"/>
                    <a:pt x="1874" y="13557"/>
                    <a:pt x="2089" y="13557"/>
                  </a:cubicBezTo>
                  <a:lnTo>
                    <a:pt x="11423" y="13557"/>
                  </a:lnTo>
                  <a:cubicBezTo>
                    <a:pt x="11638" y="13557"/>
                    <a:pt x="11822" y="13373"/>
                    <a:pt x="11822" y="13189"/>
                  </a:cubicBezTo>
                  <a:lnTo>
                    <a:pt x="11822" y="1094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19"/>
        <p:cNvGrpSpPr/>
        <p:nvPr/>
      </p:nvGrpSpPr>
      <p:grpSpPr>
        <a:xfrm>
          <a:off x="0" y="0"/>
          <a:ext cx="0" cy="0"/>
          <a:chOff x="0" y="0"/>
          <a:chExt cx="0" cy="0"/>
        </a:xfrm>
      </p:grpSpPr>
      <p:sp>
        <p:nvSpPr>
          <p:cNvPr id="1120" name="Google Shape;1120;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21" name="Google Shape;1121;p26"/>
          <p:cNvSpPr txBox="1">
            <a:spLocks noGrp="1"/>
          </p:cNvSpPr>
          <p:nvPr>
            <p:ph type="subTitle" idx="1"/>
          </p:nvPr>
        </p:nvSpPr>
        <p:spPr>
          <a:xfrm>
            <a:off x="1571223" y="1960759"/>
            <a:ext cx="2389200" cy="51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2" name="Google Shape;1122;p26"/>
          <p:cNvSpPr txBox="1">
            <a:spLocks noGrp="1"/>
          </p:cNvSpPr>
          <p:nvPr>
            <p:ph type="subTitle" idx="2"/>
          </p:nvPr>
        </p:nvSpPr>
        <p:spPr>
          <a:xfrm>
            <a:off x="5686400" y="1960759"/>
            <a:ext cx="2389200" cy="51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3" name="Google Shape;1123;p26"/>
          <p:cNvSpPr txBox="1">
            <a:spLocks noGrp="1"/>
          </p:cNvSpPr>
          <p:nvPr>
            <p:ph type="subTitle" idx="3"/>
          </p:nvPr>
        </p:nvSpPr>
        <p:spPr>
          <a:xfrm>
            <a:off x="1571223" y="3394150"/>
            <a:ext cx="2389200" cy="51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4" name="Google Shape;1124;p26"/>
          <p:cNvSpPr txBox="1">
            <a:spLocks noGrp="1"/>
          </p:cNvSpPr>
          <p:nvPr>
            <p:ph type="subTitle" idx="4"/>
          </p:nvPr>
        </p:nvSpPr>
        <p:spPr>
          <a:xfrm>
            <a:off x="5686400" y="3394151"/>
            <a:ext cx="2389200" cy="51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5" name="Google Shape;1125;p26"/>
          <p:cNvSpPr txBox="1">
            <a:spLocks noGrp="1"/>
          </p:cNvSpPr>
          <p:nvPr>
            <p:ph type="subTitle" idx="5"/>
          </p:nvPr>
        </p:nvSpPr>
        <p:spPr>
          <a:xfrm>
            <a:off x="1571221" y="1562225"/>
            <a:ext cx="2389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26" name="Google Shape;1126;p26"/>
          <p:cNvSpPr txBox="1">
            <a:spLocks noGrp="1"/>
          </p:cNvSpPr>
          <p:nvPr>
            <p:ph type="subTitle" idx="6"/>
          </p:nvPr>
        </p:nvSpPr>
        <p:spPr>
          <a:xfrm>
            <a:off x="1571221" y="2995691"/>
            <a:ext cx="2389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27" name="Google Shape;1127;p26"/>
          <p:cNvSpPr txBox="1">
            <a:spLocks noGrp="1"/>
          </p:cNvSpPr>
          <p:nvPr>
            <p:ph type="subTitle" idx="7"/>
          </p:nvPr>
        </p:nvSpPr>
        <p:spPr>
          <a:xfrm>
            <a:off x="5686396" y="1562225"/>
            <a:ext cx="2389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28" name="Google Shape;1128;p26"/>
          <p:cNvSpPr txBox="1">
            <a:spLocks noGrp="1"/>
          </p:cNvSpPr>
          <p:nvPr>
            <p:ph type="subTitle" idx="8"/>
          </p:nvPr>
        </p:nvSpPr>
        <p:spPr>
          <a:xfrm>
            <a:off x="5686396" y="2995691"/>
            <a:ext cx="2389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129" name="Google Shape;1129;p26"/>
          <p:cNvGrpSpPr/>
          <p:nvPr/>
        </p:nvGrpSpPr>
        <p:grpSpPr>
          <a:xfrm>
            <a:off x="3673557" y="2977275"/>
            <a:ext cx="5699048" cy="2504825"/>
            <a:chOff x="3673557" y="2977275"/>
            <a:chExt cx="5699048" cy="2504825"/>
          </a:xfrm>
        </p:grpSpPr>
        <p:grpSp>
          <p:nvGrpSpPr>
            <p:cNvPr id="1130" name="Google Shape;1130;p26"/>
            <p:cNvGrpSpPr/>
            <p:nvPr/>
          </p:nvGrpSpPr>
          <p:grpSpPr>
            <a:xfrm rot="10800000">
              <a:off x="4415882" y="4559954"/>
              <a:ext cx="313450" cy="575325"/>
              <a:chOff x="3815225" y="512475"/>
              <a:chExt cx="313450" cy="575325"/>
            </a:xfrm>
          </p:grpSpPr>
          <p:sp>
            <p:nvSpPr>
              <p:cNvPr id="1131" name="Google Shape;1131;p26"/>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6"/>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6"/>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26"/>
            <p:cNvGrpSpPr/>
            <p:nvPr/>
          </p:nvGrpSpPr>
          <p:grpSpPr>
            <a:xfrm>
              <a:off x="8552530" y="3601550"/>
              <a:ext cx="309275" cy="834600"/>
              <a:chOff x="7473325" y="2654950"/>
              <a:chExt cx="309275" cy="834600"/>
            </a:xfrm>
          </p:grpSpPr>
          <p:sp>
            <p:nvSpPr>
              <p:cNvPr id="1135" name="Google Shape;1135;p26"/>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6"/>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6"/>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6"/>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6"/>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26"/>
            <p:cNvGrpSpPr/>
            <p:nvPr/>
          </p:nvGrpSpPr>
          <p:grpSpPr>
            <a:xfrm>
              <a:off x="8639980" y="3892050"/>
              <a:ext cx="504025" cy="1226150"/>
              <a:chOff x="7560775" y="2945450"/>
              <a:chExt cx="504025" cy="1226150"/>
            </a:xfrm>
          </p:grpSpPr>
          <p:sp>
            <p:nvSpPr>
              <p:cNvPr id="1141" name="Google Shape;1141;p26"/>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6"/>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6"/>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6"/>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6"/>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26"/>
            <p:cNvGrpSpPr/>
            <p:nvPr/>
          </p:nvGrpSpPr>
          <p:grpSpPr>
            <a:xfrm>
              <a:off x="7247255" y="4442375"/>
              <a:ext cx="1336525" cy="456650"/>
              <a:chOff x="6168050" y="3495775"/>
              <a:chExt cx="1336525" cy="456650"/>
            </a:xfrm>
          </p:grpSpPr>
          <p:sp>
            <p:nvSpPr>
              <p:cNvPr id="1147" name="Google Shape;1147;p26"/>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6"/>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6"/>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6"/>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26"/>
            <p:cNvGrpSpPr/>
            <p:nvPr/>
          </p:nvGrpSpPr>
          <p:grpSpPr>
            <a:xfrm>
              <a:off x="6782277" y="4643325"/>
              <a:ext cx="615425" cy="838775"/>
              <a:chOff x="5029400" y="3925325"/>
              <a:chExt cx="615425" cy="838775"/>
            </a:xfrm>
          </p:grpSpPr>
          <p:sp>
            <p:nvSpPr>
              <p:cNvPr id="1152" name="Google Shape;1152;p26"/>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6"/>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6"/>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6"/>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6"/>
            <p:cNvGrpSpPr/>
            <p:nvPr/>
          </p:nvGrpSpPr>
          <p:grpSpPr>
            <a:xfrm>
              <a:off x="5249520" y="4518875"/>
              <a:ext cx="1039421" cy="515475"/>
              <a:chOff x="3310225" y="3800875"/>
              <a:chExt cx="1039421" cy="515475"/>
            </a:xfrm>
          </p:grpSpPr>
          <p:sp>
            <p:nvSpPr>
              <p:cNvPr id="1157" name="Google Shape;1157;p26"/>
              <p:cNvSpPr/>
              <p:nvPr/>
            </p:nvSpPr>
            <p:spPr>
              <a:xfrm>
                <a:off x="3334181" y="3852425"/>
                <a:ext cx="101546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6"/>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6"/>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 name="Google Shape;1160;p26"/>
            <p:cNvGrpSpPr/>
            <p:nvPr/>
          </p:nvGrpSpPr>
          <p:grpSpPr>
            <a:xfrm>
              <a:off x="6293902" y="4592300"/>
              <a:ext cx="1300100" cy="889800"/>
              <a:chOff x="4541025" y="3874300"/>
              <a:chExt cx="1300100" cy="889800"/>
            </a:xfrm>
          </p:grpSpPr>
          <p:sp>
            <p:nvSpPr>
              <p:cNvPr id="1161" name="Google Shape;1161;p26"/>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6"/>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6"/>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6"/>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6"/>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 name="Google Shape;1166;p26"/>
            <p:cNvGrpSpPr/>
            <p:nvPr/>
          </p:nvGrpSpPr>
          <p:grpSpPr>
            <a:xfrm>
              <a:off x="7594005" y="4852650"/>
              <a:ext cx="1550000" cy="198400"/>
              <a:chOff x="6514800" y="3906050"/>
              <a:chExt cx="1550000" cy="198400"/>
            </a:xfrm>
          </p:grpSpPr>
          <p:sp>
            <p:nvSpPr>
              <p:cNvPr id="1167" name="Google Shape;1167;p26"/>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6"/>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6"/>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 name="Google Shape;1170;p26"/>
            <p:cNvGrpSpPr/>
            <p:nvPr/>
          </p:nvGrpSpPr>
          <p:grpSpPr>
            <a:xfrm rot="10800000">
              <a:off x="3673557" y="4861404"/>
              <a:ext cx="1621325" cy="528475"/>
              <a:chOff x="3260225" y="257875"/>
              <a:chExt cx="1621325" cy="528475"/>
            </a:xfrm>
          </p:grpSpPr>
          <p:sp>
            <p:nvSpPr>
              <p:cNvPr id="1171" name="Google Shape;1171;p26"/>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6"/>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6"/>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6"/>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6"/>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6"/>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 name="Google Shape;1178;p26"/>
            <p:cNvGrpSpPr/>
            <p:nvPr/>
          </p:nvGrpSpPr>
          <p:grpSpPr>
            <a:xfrm>
              <a:off x="8081380" y="2977275"/>
              <a:ext cx="1291225" cy="1202725"/>
              <a:chOff x="6773575" y="2030675"/>
              <a:chExt cx="1291225" cy="1202725"/>
            </a:xfrm>
          </p:grpSpPr>
          <p:sp>
            <p:nvSpPr>
              <p:cNvPr id="1179" name="Google Shape;1179;p26"/>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6"/>
              <p:cNvSpPr/>
              <p:nvPr/>
            </p:nvSpPr>
            <p:spPr>
              <a:xfrm>
                <a:off x="7481279"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6"/>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183"/>
        <p:cNvGrpSpPr/>
        <p:nvPr/>
      </p:nvGrpSpPr>
      <p:grpSpPr>
        <a:xfrm>
          <a:off x="0" y="0"/>
          <a:ext cx="0" cy="0"/>
          <a:chOff x="0" y="0"/>
          <a:chExt cx="0" cy="0"/>
        </a:xfrm>
      </p:grpSpPr>
      <p:grpSp>
        <p:nvGrpSpPr>
          <p:cNvPr id="1184" name="Google Shape;1184;p27"/>
          <p:cNvGrpSpPr/>
          <p:nvPr/>
        </p:nvGrpSpPr>
        <p:grpSpPr>
          <a:xfrm>
            <a:off x="8196731" y="-179764"/>
            <a:ext cx="2913043" cy="5178764"/>
            <a:chOff x="8196731" y="-179764"/>
            <a:chExt cx="2913043" cy="5178764"/>
          </a:xfrm>
        </p:grpSpPr>
        <p:grpSp>
          <p:nvGrpSpPr>
            <p:cNvPr id="1185" name="Google Shape;1185;p27"/>
            <p:cNvGrpSpPr/>
            <p:nvPr/>
          </p:nvGrpSpPr>
          <p:grpSpPr>
            <a:xfrm flipH="1">
              <a:off x="8211824" y="3159575"/>
              <a:ext cx="2897950" cy="631550"/>
              <a:chOff x="320125" y="261000"/>
              <a:chExt cx="2897950" cy="631550"/>
            </a:xfrm>
          </p:grpSpPr>
          <p:sp>
            <p:nvSpPr>
              <p:cNvPr id="1186" name="Google Shape;1186;p27"/>
              <p:cNvSpPr/>
              <p:nvPr/>
            </p:nvSpPr>
            <p:spPr>
              <a:xfrm>
                <a:off x="1988800" y="430200"/>
                <a:ext cx="1188150" cy="182250"/>
              </a:xfrm>
              <a:custGeom>
                <a:avLst/>
                <a:gdLst/>
                <a:ahLst/>
                <a:cxnLst/>
                <a:rect l="l" t="t" r="r" b="b"/>
                <a:pathLst>
                  <a:path w="47526" h="7290" fill="none" extrusionOk="0">
                    <a:moveTo>
                      <a:pt x="1" y="7290"/>
                    </a:moveTo>
                    <a:cubicBezTo>
                      <a:pt x="13392" y="7290"/>
                      <a:pt x="36071" y="7290"/>
                      <a:pt x="36071" y="7290"/>
                    </a:cubicBezTo>
                    <a:cubicBezTo>
                      <a:pt x="37799" y="7290"/>
                      <a:pt x="39195" y="5873"/>
                      <a:pt x="39195" y="4166"/>
                    </a:cubicBezTo>
                    <a:lnTo>
                      <a:pt x="39195" y="3124"/>
                    </a:lnTo>
                    <a:cubicBezTo>
                      <a:pt x="39195" y="1396"/>
                      <a:pt x="40590" y="1"/>
                      <a:pt x="42319" y="1"/>
                    </a:cubicBezTo>
                    <a:lnTo>
                      <a:pt x="47525"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7"/>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7"/>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7"/>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7"/>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7"/>
              <p:cNvSpPr/>
              <p:nvPr/>
            </p:nvSpPr>
            <p:spPr>
              <a:xfrm>
                <a:off x="3176925" y="409375"/>
                <a:ext cx="41150" cy="41150"/>
              </a:xfrm>
              <a:custGeom>
                <a:avLst/>
                <a:gdLst/>
                <a:ahLst/>
                <a:cxnLst/>
                <a:rect l="l" t="t" r="r" b="b"/>
                <a:pathLst>
                  <a:path w="1646" h="1646" fill="none" extrusionOk="0">
                    <a:moveTo>
                      <a:pt x="1645" y="813"/>
                    </a:moveTo>
                    <a:cubicBezTo>
                      <a:pt x="1645" y="1271"/>
                      <a:pt x="1271" y="1646"/>
                      <a:pt x="833" y="1646"/>
                    </a:cubicBezTo>
                    <a:cubicBezTo>
                      <a:pt x="375" y="1646"/>
                      <a:pt x="0" y="1271"/>
                      <a:pt x="0" y="813"/>
                    </a:cubicBezTo>
                    <a:cubicBezTo>
                      <a:pt x="0" y="375"/>
                      <a:pt x="375" y="1"/>
                      <a:pt x="833" y="1"/>
                    </a:cubicBezTo>
                    <a:cubicBezTo>
                      <a:pt x="1271" y="1"/>
                      <a:pt x="1645" y="375"/>
                      <a:pt x="1645" y="813"/>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7"/>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 name="Google Shape;1193;p27"/>
            <p:cNvGrpSpPr/>
            <p:nvPr/>
          </p:nvGrpSpPr>
          <p:grpSpPr>
            <a:xfrm flipH="1">
              <a:off x="8688640" y="-179764"/>
              <a:ext cx="556075" cy="1443800"/>
              <a:chOff x="1386400" y="363550"/>
              <a:chExt cx="556075" cy="1443800"/>
            </a:xfrm>
          </p:grpSpPr>
          <p:sp>
            <p:nvSpPr>
              <p:cNvPr id="1194" name="Google Shape;1194;p27"/>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7"/>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7"/>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7"/>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7"/>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7"/>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7"/>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 name="Google Shape;1201;p27"/>
            <p:cNvGrpSpPr/>
            <p:nvPr/>
          </p:nvGrpSpPr>
          <p:grpSpPr>
            <a:xfrm flipH="1">
              <a:off x="8343440" y="4470525"/>
              <a:ext cx="1621325" cy="528475"/>
              <a:chOff x="3260225" y="257875"/>
              <a:chExt cx="1621325" cy="528475"/>
            </a:xfrm>
          </p:grpSpPr>
          <p:sp>
            <p:nvSpPr>
              <p:cNvPr id="1202" name="Google Shape;1202;p27"/>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7"/>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7"/>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7"/>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7"/>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7"/>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7"/>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27"/>
            <p:cNvGrpSpPr/>
            <p:nvPr/>
          </p:nvGrpSpPr>
          <p:grpSpPr>
            <a:xfrm flipH="1">
              <a:off x="8638325" y="1687750"/>
              <a:ext cx="529488" cy="1325825"/>
              <a:chOff x="202975" y="1362675"/>
              <a:chExt cx="529488" cy="1325825"/>
            </a:xfrm>
          </p:grpSpPr>
          <p:sp>
            <p:nvSpPr>
              <p:cNvPr id="1210" name="Google Shape;1210;p27"/>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7"/>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7"/>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27"/>
            <p:cNvGrpSpPr/>
            <p:nvPr/>
          </p:nvGrpSpPr>
          <p:grpSpPr>
            <a:xfrm flipH="1">
              <a:off x="8196731" y="3159575"/>
              <a:ext cx="508175" cy="1310475"/>
              <a:chOff x="2767175" y="261000"/>
              <a:chExt cx="508175" cy="1310475"/>
            </a:xfrm>
          </p:grpSpPr>
          <p:sp>
            <p:nvSpPr>
              <p:cNvPr id="1214" name="Google Shape;1214;p27"/>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7"/>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7"/>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7"/>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7"/>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19" name="Google Shape;1219;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20" name="Google Shape;1220;p27"/>
          <p:cNvSpPr txBox="1">
            <a:spLocks noGrp="1"/>
          </p:cNvSpPr>
          <p:nvPr>
            <p:ph type="subTitle" idx="1"/>
          </p:nvPr>
        </p:nvSpPr>
        <p:spPr>
          <a:xfrm>
            <a:off x="1585455" y="1681016"/>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1" name="Google Shape;1221;p27"/>
          <p:cNvSpPr txBox="1">
            <a:spLocks noGrp="1"/>
          </p:cNvSpPr>
          <p:nvPr>
            <p:ph type="subTitle" idx="2"/>
          </p:nvPr>
        </p:nvSpPr>
        <p:spPr>
          <a:xfrm>
            <a:off x="5148200" y="1681026"/>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2" name="Google Shape;1222;p27"/>
          <p:cNvSpPr txBox="1">
            <a:spLocks noGrp="1"/>
          </p:cNvSpPr>
          <p:nvPr>
            <p:ph type="subTitle" idx="3"/>
          </p:nvPr>
        </p:nvSpPr>
        <p:spPr>
          <a:xfrm>
            <a:off x="1585455" y="4079864"/>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3" name="Google Shape;1223;p27"/>
          <p:cNvSpPr txBox="1">
            <a:spLocks noGrp="1"/>
          </p:cNvSpPr>
          <p:nvPr>
            <p:ph type="subTitle" idx="4"/>
          </p:nvPr>
        </p:nvSpPr>
        <p:spPr>
          <a:xfrm>
            <a:off x="1585450" y="2883116"/>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4" name="Google Shape;1224;p27"/>
          <p:cNvSpPr txBox="1">
            <a:spLocks noGrp="1"/>
          </p:cNvSpPr>
          <p:nvPr>
            <p:ph type="subTitle" idx="5"/>
          </p:nvPr>
        </p:nvSpPr>
        <p:spPr>
          <a:xfrm>
            <a:off x="5148195" y="2883089"/>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5" name="Google Shape;1225;p27"/>
          <p:cNvSpPr txBox="1">
            <a:spLocks noGrp="1"/>
          </p:cNvSpPr>
          <p:nvPr>
            <p:ph type="subTitle" idx="6"/>
          </p:nvPr>
        </p:nvSpPr>
        <p:spPr>
          <a:xfrm>
            <a:off x="5148195" y="4085176"/>
            <a:ext cx="1975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6" name="Google Shape;1226;p27"/>
          <p:cNvSpPr txBox="1">
            <a:spLocks noGrp="1"/>
          </p:cNvSpPr>
          <p:nvPr>
            <p:ph type="subTitle" idx="7"/>
          </p:nvPr>
        </p:nvSpPr>
        <p:spPr>
          <a:xfrm>
            <a:off x="1583955" y="1364731"/>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27" name="Google Shape;1227;p27"/>
          <p:cNvSpPr txBox="1">
            <a:spLocks noGrp="1"/>
          </p:cNvSpPr>
          <p:nvPr>
            <p:ph type="subTitle" idx="8"/>
          </p:nvPr>
        </p:nvSpPr>
        <p:spPr>
          <a:xfrm>
            <a:off x="5146700" y="1364741"/>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28" name="Google Shape;1228;p27"/>
          <p:cNvSpPr txBox="1">
            <a:spLocks noGrp="1"/>
          </p:cNvSpPr>
          <p:nvPr>
            <p:ph type="subTitle" idx="9"/>
          </p:nvPr>
        </p:nvSpPr>
        <p:spPr>
          <a:xfrm>
            <a:off x="5146695" y="2566804"/>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29" name="Google Shape;1229;p27"/>
          <p:cNvSpPr txBox="1">
            <a:spLocks noGrp="1"/>
          </p:cNvSpPr>
          <p:nvPr>
            <p:ph type="subTitle" idx="13"/>
          </p:nvPr>
        </p:nvSpPr>
        <p:spPr>
          <a:xfrm>
            <a:off x="1583955" y="3762441"/>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30" name="Google Shape;1230;p27"/>
          <p:cNvSpPr txBox="1">
            <a:spLocks noGrp="1"/>
          </p:cNvSpPr>
          <p:nvPr>
            <p:ph type="subTitle" idx="14"/>
          </p:nvPr>
        </p:nvSpPr>
        <p:spPr>
          <a:xfrm>
            <a:off x="1583950" y="2565693"/>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31" name="Google Shape;1231;p27"/>
          <p:cNvSpPr txBox="1">
            <a:spLocks noGrp="1"/>
          </p:cNvSpPr>
          <p:nvPr>
            <p:ph type="subTitle" idx="15"/>
          </p:nvPr>
        </p:nvSpPr>
        <p:spPr>
          <a:xfrm>
            <a:off x="5146695" y="3767754"/>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200" b="1">
                <a:solidFill>
                  <a:schemeClr val="dk1"/>
                </a:solidFill>
                <a:latin typeface="IBM Plex Mono"/>
                <a:ea typeface="IBM Plex Mono"/>
                <a:cs typeface="IBM Plex Mono"/>
                <a:sym typeface="IBM Plex Mono"/>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232" name="Google Shape;1232;p27"/>
          <p:cNvGrpSpPr/>
          <p:nvPr/>
        </p:nvGrpSpPr>
        <p:grpSpPr>
          <a:xfrm>
            <a:off x="8478650" y="2791166"/>
            <a:ext cx="368400" cy="368400"/>
            <a:chOff x="8478650" y="2791166"/>
            <a:chExt cx="368400" cy="368400"/>
          </a:xfrm>
        </p:grpSpPr>
        <p:sp>
          <p:nvSpPr>
            <p:cNvPr id="1233" name="Google Shape;1233;p27"/>
            <p:cNvSpPr/>
            <p:nvPr/>
          </p:nvSpPr>
          <p:spPr>
            <a:xfrm rot="10800000" flipH="1">
              <a:off x="8478650" y="2791166"/>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 name="Google Shape;1234;p27"/>
            <p:cNvGrpSpPr/>
            <p:nvPr/>
          </p:nvGrpSpPr>
          <p:grpSpPr>
            <a:xfrm>
              <a:off x="8581448" y="2850293"/>
              <a:ext cx="162812" cy="250152"/>
              <a:chOff x="3044363" y="1722188"/>
              <a:chExt cx="221875" cy="340900"/>
            </a:xfrm>
          </p:grpSpPr>
          <p:sp>
            <p:nvSpPr>
              <p:cNvPr id="1235" name="Google Shape;1235;p27"/>
              <p:cNvSpPr/>
              <p:nvPr/>
            </p:nvSpPr>
            <p:spPr>
              <a:xfrm>
                <a:off x="3132638" y="1722188"/>
                <a:ext cx="48400" cy="44550"/>
              </a:xfrm>
              <a:custGeom>
                <a:avLst/>
                <a:gdLst/>
                <a:ahLst/>
                <a:cxnLst/>
                <a:rect l="l" t="t" r="r" b="b"/>
                <a:pathLst>
                  <a:path w="1936" h="1782" extrusionOk="0">
                    <a:moveTo>
                      <a:pt x="31" y="0"/>
                    </a:moveTo>
                    <a:lnTo>
                      <a:pt x="1" y="1781"/>
                    </a:lnTo>
                    <a:lnTo>
                      <a:pt x="1935" y="1781"/>
                    </a:lnTo>
                    <a:lnTo>
                      <a:pt x="1935" y="400"/>
                    </a:lnTo>
                    <a:cubicBezTo>
                      <a:pt x="1935" y="185"/>
                      <a:pt x="1751" y="0"/>
                      <a:pt x="1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107313" y="1839638"/>
                <a:ext cx="158925" cy="223450"/>
              </a:xfrm>
              <a:custGeom>
                <a:avLst/>
                <a:gdLst/>
                <a:ahLst/>
                <a:cxnLst/>
                <a:rect l="l" t="t" r="r" b="b"/>
                <a:pathLst>
                  <a:path w="6357" h="8938" extrusionOk="0">
                    <a:moveTo>
                      <a:pt x="3158" y="4680"/>
                    </a:moveTo>
                    <a:cubicBezTo>
                      <a:pt x="3798" y="4680"/>
                      <a:pt x="4422" y="5176"/>
                      <a:pt x="4422" y="5927"/>
                    </a:cubicBezTo>
                    <a:cubicBezTo>
                      <a:pt x="4422" y="6602"/>
                      <a:pt x="3869" y="7155"/>
                      <a:pt x="3194" y="7186"/>
                    </a:cubicBezTo>
                    <a:lnTo>
                      <a:pt x="3163" y="7186"/>
                    </a:lnTo>
                    <a:cubicBezTo>
                      <a:pt x="2058" y="7186"/>
                      <a:pt x="1505" y="5834"/>
                      <a:pt x="2303" y="5036"/>
                    </a:cubicBezTo>
                    <a:cubicBezTo>
                      <a:pt x="2549" y="4790"/>
                      <a:pt x="2856" y="4680"/>
                      <a:pt x="3158" y="4680"/>
                    </a:cubicBezTo>
                    <a:close/>
                    <a:moveTo>
                      <a:pt x="430" y="0"/>
                    </a:moveTo>
                    <a:cubicBezTo>
                      <a:pt x="215" y="0"/>
                      <a:pt x="31" y="185"/>
                      <a:pt x="31" y="400"/>
                    </a:cubicBezTo>
                    <a:lnTo>
                      <a:pt x="31" y="5712"/>
                    </a:lnTo>
                    <a:cubicBezTo>
                      <a:pt x="0" y="7431"/>
                      <a:pt x="1351" y="8844"/>
                      <a:pt x="3040" y="8936"/>
                    </a:cubicBezTo>
                    <a:cubicBezTo>
                      <a:pt x="3080" y="8937"/>
                      <a:pt x="3119" y="8938"/>
                      <a:pt x="3158" y="8938"/>
                    </a:cubicBezTo>
                    <a:cubicBezTo>
                      <a:pt x="4827" y="8938"/>
                      <a:pt x="6237" y="7668"/>
                      <a:pt x="6357" y="5988"/>
                    </a:cubicBezTo>
                    <a:lnTo>
                      <a:pt x="6357" y="400"/>
                    </a:lnTo>
                    <a:cubicBezTo>
                      <a:pt x="6357" y="185"/>
                      <a:pt x="6172" y="0"/>
                      <a:pt x="59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065863" y="1722188"/>
                <a:ext cx="47625" cy="44550"/>
              </a:xfrm>
              <a:custGeom>
                <a:avLst/>
                <a:gdLst/>
                <a:ahLst/>
                <a:cxnLst/>
                <a:rect l="l" t="t" r="r" b="b"/>
                <a:pathLst>
                  <a:path w="1905" h="1782" extrusionOk="0">
                    <a:moveTo>
                      <a:pt x="369" y="0"/>
                    </a:moveTo>
                    <a:cubicBezTo>
                      <a:pt x="154" y="0"/>
                      <a:pt x="0" y="154"/>
                      <a:pt x="0" y="369"/>
                    </a:cubicBezTo>
                    <a:lnTo>
                      <a:pt x="0" y="1751"/>
                    </a:lnTo>
                    <a:lnTo>
                      <a:pt x="1904" y="1781"/>
                    </a:lnTo>
                    <a:lnTo>
                      <a:pt x="19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175638" y="1976288"/>
                <a:ext cx="22275" cy="23050"/>
              </a:xfrm>
              <a:custGeom>
                <a:avLst/>
                <a:gdLst/>
                <a:ahLst/>
                <a:cxnLst/>
                <a:rect l="l" t="t" r="r" b="b"/>
                <a:pathLst>
                  <a:path w="891" h="922" extrusionOk="0">
                    <a:moveTo>
                      <a:pt x="430" y="0"/>
                    </a:moveTo>
                    <a:cubicBezTo>
                      <a:pt x="185" y="0"/>
                      <a:pt x="0" y="215"/>
                      <a:pt x="0" y="461"/>
                    </a:cubicBezTo>
                    <a:cubicBezTo>
                      <a:pt x="0" y="706"/>
                      <a:pt x="185" y="921"/>
                      <a:pt x="430" y="921"/>
                    </a:cubicBezTo>
                    <a:cubicBezTo>
                      <a:pt x="707" y="921"/>
                      <a:pt x="891" y="706"/>
                      <a:pt x="891" y="461"/>
                    </a:cubicBezTo>
                    <a:cubicBezTo>
                      <a:pt x="891" y="215"/>
                      <a:pt x="707" y="0"/>
                      <a:pt x="4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3044363" y="1786663"/>
                <a:ext cx="157400" cy="274850"/>
              </a:xfrm>
              <a:custGeom>
                <a:avLst/>
                <a:gdLst/>
                <a:ahLst/>
                <a:cxnLst/>
                <a:rect l="l" t="t" r="r" b="b"/>
                <a:pathLst>
                  <a:path w="6296" h="10994" extrusionOk="0">
                    <a:moveTo>
                      <a:pt x="400" y="1"/>
                    </a:moveTo>
                    <a:cubicBezTo>
                      <a:pt x="185" y="1"/>
                      <a:pt x="1" y="185"/>
                      <a:pt x="1" y="400"/>
                    </a:cubicBezTo>
                    <a:lnTo>
                      <a:pt x="1" y="10625"/>
                    </a:lnTo>
                    <a:cubicBezTo>
                      <a:pt x="1" y="10840"/>
                      <a:pt x="185" y="10993"/>
                      <a:pt x="400" y="10993"/>
                    </a:cubicBezTo>
                    <a:lnTo>
                      <a:pt x="3317" y="10993"/>
                    </a:lnTo>
                    <a:cubicBezTo>
                      <a:pt x="2334" y="10256"/>
                      <a:pt x="1751" y="9059"/>
                      <a:pt x="1751" y="7831"/>
                    </a:cubicBezTo>
                    <a:lnTo>
                      <a:pt x="1751" y="2519"/>
                    </a:lnTo>
                    <a:cubicBezTo>
                      <a:pt x="1720" y="1843"/>
                      <a:pt x="2273" y="1321"/>
                      <a:pt x="2948" y="1321"/>
                    </a:cubicBezTo>
                    <a:lnTo>
                      <a:pt x="6295" y="1321"/>
                    </a:lnTo>
                    <a:lnTo>
                      <a:pt x="6295" y="400"/>
                    </a:lnTo>
                    <a:cubicBezTo>
                      <a:pt x="6295" y="185"/>
                      <a:pt x="6142" y="1"/>
                      <a:pt x="5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240"/>
        <p:cNvGrpSpPr/>
        <p:nvPr/>
      </p:nvGrpSpPr>
      <p:grpSpPr>
        <a:xfrm>
          <a:off x="0" y="0"/>
          <a:ext cx="0" cy="0"/>
          <a:chOff x="0" y="0"/>
          <a:chExt cx="0" cy="0"/>
        </a:xfrm>
      </p:grpSpPr>
      <p:sp>
        <p:nvSpPr>
          <p:cNvPr id="1241" name="Google Shape;1241;p28"/>
          <p:cNvSpPr txBox="1">
            <a:spLocks noGrp="1"/>
          </p:cNvSpPr>
          <p:nvPr>
            <p:ph type="title" hasCustomPrompt="1"/>
          </p:nvPr>
        </p:nvSpPr>
        <p:spPr>
          <a:xfrm>
            <a:off x="713225" y="539500"/>
            <a:ext cx="46302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42" name="Google Shape;1242;p28"/>
          <p:cNvSpPr txBox="1">
            <a:spLocks noGrp="1"/>
          </p:cNvSpPr>
          <p:nvPr>
            <p:ph type="subTitle" idx="1"/>
          </p:nvPr>
        </p:nvSpPr>
        <p:spPr>
          <a:xfrm>
            <a:off x="713225" y="1284000"/>
            <a:ext cx="46302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243" name="Google Shape;1243;p28"/>
          <p:cNvSpPr txBox="1">
            <a:spLocks noGrp="1"/>
          </p:cNvSpPr>
          <p:nvPr>
            <p:ph type="title" idx="2" hasCustomPrompt="1"/>
          </p:nvPr>
        </p:nvSpPr>
        <p:spPr>
          <a:xfrm>
            <a:off x="713225" y="2013197"/>
            <a:ext cx="46302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44" name="Google Shape;1244;p28"/>
          <p:cNvSpPr txBox="1">
            <a:spLocks noGrp="1"/>
          </p:cNvSpPr>
          <p:nvPr>
            <p:ph type="subTitle" idx="3"/>
          </p:nvPr>
        </p:nvSpPr>
        <p:spPr>
          <a:xfrm>
            <a:off x="713225" y="2757697"/>
            <a:ext cx="46302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245" name="Google Shape;1245;p28"/>
          <p:cNvSpPr txBox="1">
            <a:spLocks noGrp="1"/>
          </p:cNvSpPr>
          <p:nvPr>
            <p:ph type="title" idx="4" hasCustomPrompt="1"/>
          </p:nvPr>
        </p:nvSpPr>
        <p:spPr>
          <a:xfrm>
            <a:off x="713225" y="3486900"/>
            <a:ext cx="46302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46" name="Google Shape;1246;p28"/>
          <p:cNvSpPr txBox="1">
            <a:spLocks noGrp="1"/>
          </p:cNvSpPr>
          <p:nvPr>
            <p:ph type="subTitle" idx="5"/>
          </p:nvPr>
        </p:nvSpPr>
        <p:spPr>
          <a:xfrm>
            <a:off x="713225" y="4231401"/>
            <a:ext cx="46302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grpSp>
        <p:nvGrpSpPr>
          <p:cNvPr id="1247" name="Google Shape;1247;p28"/>
          <p:cNvGrpSpPr/>
          <p:nvPr/>
        </p:nvGrpSpPr>
        <p:grpSpPr>
          <a:xfrm>
            <a:off x="8179924" y="2727575"/>
            <a:ext cx="995701" cy="2334600"/>
            <a:chOff x="8179924" y="2727575"/>
            <a:chExt cx="995701" cy="2334600"/>
          </a:xfrm>
        </p:grpSpPr>
        <p:grpSp>
          <p:nvGrpSpPr>
            <p:cNvPr id="1248" name="Google Shape;1248;p28"/>
            <p:cNvGrpSpPr/>
            <p:nvPr/>
          </p:nvGrpSpPr>
          <p:grpSpPr>
            <a:xfrm rot="5400000">
              <a:off x="8442586" y="3547725"/>
              <a:ext cx="309275" cy="834600"/>
              <a:chOff x="7473325" y="2654950"/>
              <a:chExt cx="309275" cy="834600"/>
            </a:xfrm>
          </p:grpSpPr>
          <p:sp>
            <p:nvSpPr>
              <p:cNvPr id="1249" name="Google Shape;1249;p28"/>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8"/>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solidFill>
                <a:schemeClr val="accent4"/>
              </a:solid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8"/>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8"/>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8"/>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 name="Google Shape;1254;p28"/>
            <p:cNvGrpSpPr/>
            <p:nvPr/>
          </p:nvGrpSpPr>
          <p:grpSpPr>
            <a:xfrm rot="-5400000">
              <a:off x="8448525" y="2615900"/>
              <a:ext cx="615425" cy="838775"/>
              <a:chOff x="5029400" y="3925325"/>
              <a:chExt cx="615425" cy="838775"/>
            </a:xfrm>
          </p:grpSpPr>
          <p:sp>
            <p:nvSpPr>
              <p:cNvPr id="1255" name="Google Shape;1255;p28"/>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8"/>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8"/>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8"/>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 name="Google Shape;1259;p28"/>
            <p:cNvGrpSpPr/>
            <p:nvPr/>
          </p:nvGrpSpPr>
          <p:grpSpPr>
            <a:xfrm rot="-5400000">
              <a:off x="7854725" y="4189025"/>
              <a:ext cx="1230825" cy="515475"/>
              <a:chOff x="3310225" y="3800875"/>
              <a:chExt cx="1230825" cy="515475"/>
            </a:xfrm>
          </p:grpSpPr>
          <p:sp>
            <p:nvSpPr>
              <p:cNvPr id="1260" name="Google Shape;1260;p28"/>
              <p:cNvSpPr/>
              <p:nvPr/>
            </p:nvSpPr>
            <p:spPr>
              <a:xfrm>
                <a:off x="3334175" y="3852425"/>
                <a:ext cx="120687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8"/>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8"/>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263"/>
        <p:cNvGrpSpPr/>
        <p:nvPr/>
      </p:nvGrpSpPr>
      <p:grpSpPr>
        <a:xfrm>
          <a:off x="0" y="0"/>
          <a:ext cx="0" cy="0"/>
          <a:chOff x="0" y="0"/>
          <a:chExt cx="0" cy="0"/>
        </a:xfrm>
      </p:grpSpPr>
      <p:sp>
        <p:nvSpPr>
          <p:cNvPr id="1264" name="Google Shape;1264;p29"/>
          <p:cNvSpPr txBox="1">
            <a:spLocks noGrp="1"/>
          </p:cNvSpPr>
          <p:nvPr>
            <p:ph type="title"/>
          </p:nvPr>
        </p:nvSpPr>
        <p:spPr>
          <a:xfrm>
            <a:off x="2241626" y="539500"/>
            <a:ext cx="4660800" cy="928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65" name="Google Shape;1265;p29"/>
          <p:cNvSpPr txBox="1">
            <a:spLocks noGrp="1"/>
          </p:cNvSpPr>
          <p:nvPr>
            <p:ph type="subTitle" idx="1"/>
          </p:nvPr>
        </p:nvSpPr>
        <p:spPr>
          <a:xfrm>
            <a:off x="2241574" y="1509625"/>
            <a:ext cx="4660800" cy="1058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66" name="Google Shape;1266;p29"/>
          <p:cNvSpPr txBox="1"/>
          <p:nvPr/>
        </p:nvSpPr>
        <p:spPr>
          <a:xfrm>
            <a:off x="2326825" y="3688150"/>
            <a:ext cx="4490400" cy="556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b="1">
                <a:solidFill>
                  <a:schemeClr val="dk1"/>
                </a:solidFill>
                <a:latin typeface="Metrophobic"/>
                <a:ea typeface="Metrophobic"/>
                <a:cs typeface="Metrophobic"/>
                <a:sym typeface="Metrophobic"/>
              </a:rPr>
              <a:t>CRÉDITOS</a:t>
            </a:r>
            <a:r>
              <a:rPr lang="en" sz="1000">
                <a:solidFill>
                  <a:schemeClr val="dk1"/>
                </a:solidFill>
                <a:latin typeface="Metrophobic"/>
                <a:ea typeface="Metrophobic"/>
                <a:cs typeface="Metrophobic"/>
                <a:sym typeface="Metrophobic"/>
              </a:rPr>
              <a:t>: Esta plantilla para presentaciones es una creación de </a:t>
            </a:r>
            <a:r>
              <a:rPr lang="en" sz="1000" b="1" u="sng">
                <a:solidFill>
                  <a:schemeClr val="hlink"/>
                </a:solidFill>
                <a:latin typeface="Metrophobic"/>
                <a:ea typeface="Metrophobic"/>
                <a:cs typeface="Metrophobic"/>
                <a:sym typeface="Metrophobic"/>
                <a:hlinkClick r:id="rId2"/>
              </a:rPr>
              <a:t>Slidesgo</a:t>
            </a:r>
            <a:r>
              <a:rPr lang="en" sz="1000">
                <a:solidFill>
                  <a:schemeClr val="dk1"/>
                </a:solidFill>
                <a:latin typeface="Metrophobic"/>
                <a:ea typeface="Metrophobic"/>
                <a:cs typeface="Metrophobic"/>
                <a:sym typeface="Metrophobic"/>
              </a:rPr>
              <a:t>, e incluye iconos de </a:t>
            </a:r>
            <a:r>
              <a:rPr lang="en" sz="1000" b="1" u="sng">
                <a:solidFill>
                  <a:schemeClr val="dk1"/>
                </a:solidFill>
                <a:latin typeface="Metrophobic"/>
                <a:ea typeface="Metrophobic"/>
                <a:cs typeface="Metrophobic"/>
                <a:sym typeface="Metrophobic"/>
                <a:hlinkClick r:id="rId3">
                  <a:extLst>
                    <a:ext uri="{A12FA001-AC4F-418D-AE19-62706E023703}">
                      <ahyp:hlinkClr xmlns:ahyp="http://schemas.microsoft.com/office/drawing/2018/hyperlinkcolor" val="tx"/>
                    </a:ext>
                  </a:extLst>
                </a:hlinkClick>
              </a:rPr>
              <a:t>Flaticon</a:t>
            </a:r>
            <a:r>
              <a:rPr lang="en" sz="1000">
                <a:solidFill>
                  <a:schemeClr val="dk1"/>
                </a:solidFill>
                <a:latin typeface="Metrophobic"/>
                <a:ea typeface="Metrophobic"/>
                <a:cs typeface="Metrophobic"/>
                <a:sym typeface="Metrophobic"/>
              </a:rPr>
              <a:t>, e infografías e imágenes de </a:t>
            </a:r>
            <a:r>
              <a:rPr lang="en" sz="1000" b="1" u="sng">
                <a:solidFill>
                  <a:schemeClr val="dk1"/>
                </a:solidFill>
                <a:latin typeface="Metrophobic"/>
                <a:ea typeface="Metrophobic"/>
                <a:cs typeface="Metrophobic"/>
                <a:sym typeface="Metrophobic"/>
                <a:hlinkClick r:id="rId4">
                  <a:extLst>
                    <a:ext uri="{A12FA001-AC4F-418D-AE19-62706E023703}">
                      <ahyp:hlinkClr xmlns:ahyp="http://schemas.microsoft.com/office/drawing/2018/hyperlinkcolor" val="tx"/>
                    </a:ext>
                  </a:extLst>
                </a:hlinkClick>
              </a:rPr>
              <a:t>Freepik</a:t>
            </a:r>
            <a:r>
              <a:rPr lang="en" u="sng">
                <a:solidFill>
                  <a:schemeClr val="dk1"/>
                </a:solidFill>
                <a:latin typeface="Metrophobic"/>
                <a:ea typeface="Metrophobic"/>
                <a:cs typeface="Metrophobic"/>
                <a:sym typeface="Metrophobic"/>
              </a:rPr>
              <a:t> </a:t>
            </a:r>
            <a:endParaRPr b="1" u="sng">
              <a:solidFill>
                <a:schemeClr val="dk1"/>
              </a:solidFill>
              <a:latin typeface="Metrophobic"/>
              <a:ea typeface="Metrophobic"/>
              <a:cs typeface="Metrophobic"/>
              <a:sym typeface="Metrophobic"/>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267"/>
        <p:cNvGrpSpPr/>
        <p:nvPr/>
      </p:nvGrpSpPr>
      <p:grpSpPr>
        <a:xfrm>
          <a:off x="0" y="0"/>
          <a:ext cx="0" cy="0"/>
          <a:chOff x="0" y="0"/>
          <a:chExt cx="0" cy="0"/>
        </a:xfrm>
      </p:grpSpPr>
      <p:grpSp>
        <p:nvGrpSpPr>
          <p:cNvPr id="1268" name="Google Shape;1268;p30"/>
          <p:cNvGrpSpPr/>
          <p:nvPr/>
        </p:nvGrpSpPr>
        <p:grpSpPr>
          <a:xfrm>
            <a:off x="215575" y="-867126"/>
            <a:ext cx="8928425" cy="6313351"/>
            <a:chOff x="215575" y="-867126"/>
            <a:chExt cx="8928425" cy="6313351"/>
          </a:xfrm>
        </p:grpSpPr>
        <p:grpSp>
          <p:nvGrpSpPr>
            <p:cNvPr id="1269" name="Google Shape;1269;p30"/>
            <p:cNvGrpSpPr/>
            <p:nvPr/>
          </p:nvGrpSpPr>
          <p:grpSpPr>
            <a:xfrm>
              <a:off x="215575" y="4330421"/>
              <a:ext cx="1300100" cy="1115804"/>
              <a:chOff x="215575" y="4330421"/>
              <a:chExt cx="1300100" cy="1115804"/>
            </a:xfrm>
          </p:grpSpPr>
          <p:grpSp>
            <p:nvGrpSpPr>
              <p:cNvPr id="1270" name="Google Shape;1270;p30"/>
              <p:cNvGrpSpPr/>
              <p:nvPr/>
            </p:nvGrpSpPr>
            <p:grpSpPr>
              <a:xfrm>
                <a:off x="703950" y="4330421"/>
                <a:ext cx="615425" cy="887204"/>
                <a:chOff x="627750" y="4254221"/>
                <a:chExt cx="615425" cy="887204"/>
              </a:xfrm>
            </p:grpSpPr>
            <p:grpSp>
              <p:nvGrpSpPr>
                <p:cNvPr id="1271" name="Google Shape;1271;p30"/>
                <p:cNvGrpSpPr/>
                <p:nvPr/>
              </p:nvGrpSpPr>
              <p:grpSpPr>
                <a:xfrm>
                  <a:off x="627750" y="4302650"/>
                  <a:ext cx="615425" cy="838775"/>
                  <a:chOff x="5029400" y="3925325"/>
                  <a:chExt cx="615425" cy="838775"/>
                </a:xfrm>
              </p:grpSpPr>
              <p:sp>
                <p:nvSpPr>
                  <p:cNvPr id="1272" name="Google Shape;1272;p30"/>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0"/>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0"/>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0"/>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6" name="Google Shape;1276;p30"/>
                <p:cNvSpPr/>
                <p:nvPr/>
              </p:nvSpPr>
              <p:spPr>
                <a:xfrm>
                  <a:off x="1070000" y="42542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 name="Google Shape;1277;p30"/>
              <p:cNvGrpSpPr/>
              <p:nvPr/>
            </p:nvGrpSpPr>
            <p:grpSpPr>
              <a:xfrm>
                <a:off x="215575" y="4556425"/>
                <a:ext cx="1300100" cy="889800"/>
                <a:chOff x="4541025" y="3874300"/>
                <a:chExt cx="1300100" cy="889800"/>
              </a:xfrm>
            </p:grpSpPr>
            <p:sp>
              <p:nvSpPr>
                <p:cNvPr id="1278" name="Google Shape;1278;p30"/>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0"/>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0"/>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0"/>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0"/>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3" name="Google Shape;1283;p30"/>
            <p:cNvGrpSpPr/>
            <p:nvPr/>
          </p:nvGrpSpPr>
          <p:grpSpPr>
            <a:xfrm>
              <a:off x="7404500" y="-867126"/>
              <a:ext cx="1739500" cy="2987285"/>
              <a:chOff x="7404500" y="-867126"/>
              <a:chExt cx="1739500" cy="2987285"/>
            </a:xfrm>
          </p:grpSpPr>
          <p:grpSp>
            <p:nvGrpSpPr>
              <p:cNvPr id="1284" name="Google Shape;1284;p30"/>
              <p:cNvGrpSpPr/>
              <p:nvPr/>
            </p:nvGrpSpPr>
            <p:grpSpPr>
              <a:xfrm flipH="1">
                <a:off x="7422700" y="46624"/>
                <a:ext cx="1721300" cy="369675"/>
                <a:chOff x="202975" y="1277300"/>
                <a:chExt cx="1721300" cy="369675"/>
              </a:xfrm>
            </p:grpSpPr>
            <p:sp>
              <p:nvSpPr>
                <p:cNvPr id="1285" name="Google Shape;1285;p30"/>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0"/>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0"/>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0"/>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30"/>
              <p:cNvGrpSpPr/>
              <p:nvPr/>
            </p:nvGrpSpPr>
            <p:grpSpPr>
              <a:xfrm flipH="1">
                <a:off x="8251125" y="-191704"/>
                <a:ext cx="647725" cy="2014925"/>
                <a:chOff x="905325" y="1001350"/>
                <a:chExt cx="647725" cy="2014925"/>
              </a:xfrm>
            </p:grpSpPr>
            <p:sp>
              <p:nvSpPr>
                <p:cNvPr id="1290" name="Google Shape;1290;p30"/>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0"/>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0"/>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0"/>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0"/>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0"/>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0"/>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0"/>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0"/>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0"/>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0"/>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0"/>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0"/>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0"/>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30"/>
              <p:cNvGrpSpPr/>
              <p:nvPr/>
            </p:nvGrpSpPr>
            <p:grpSpPr>
              <a:xfrm flipH="1">
                <a:off x="8625400" y="131999"/>
                <a:ext cx="518600" cy="1291750"/>
                <a:chOff x="202975" y="1362675"/>
                <a:chExt cx="518600" cy="1291750"/>
              </a:xfrm>
            </p:grpSpPr>
            <p:sp>
              <p:nvSpPr>
                <p:cNvPr id="1305" name="Google Shape;1305;p30"/>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0"/>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0"/>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 name="Google Shape;1308;p30"/>
              <p:cNvGrpSpPr/>
              <p:nvPr/>
            </p:nvGrpSpPr>
            <p:grpSpPr>
              <a:xfrm flipH="1">
                <a:off x="8651100" y="1057696"/>
                <a:ext cx="328550" cy="892950"/>
                <a:chOff x="443525" y="2098350"/>
                <a:chExt cx="328550" cy="892950"/>
              </a:xfrm>
            </p:grpSpPr>
            <p:sp>
              <p:nvSpPr>
                <p:cNvPr id="1309" name="Google Shape;1309;p30"/>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0"/>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0"/>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0"/>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0"/>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 name="Google Shape;1314;p30"/>
              <p:cNvSpPr/>
              <p:nvPr/>
            </p:nvSpPr>
            <p:spPr>
              <a:xfrm>
                <a:off x="8515272" y="1751759"/>
                <a:ext cx="368400" cy="368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 name="Google Shape;1315;p30"/>
              <p:cNvGrpSpPr/>
              <p:nvPr/>
            </p:nvGrpSpPr>
            <p:grpSpPr>
              <a:xfrm>
                <a:off x="8627358" y="1819900"/>
                <a:ext cx="144228" cy="232138"/>
                <a:chOff x="6444288" y="2402288"/>
                <a:chExt cx="196550" cy="316350"/>
              </a:xfrm>
            </p:grpSpPr>
            <p:sp>
              <p:nvSpPr>
                <p:cNvPr id="1316" name="Google Shape;1316;p30"/>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0"/>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0"/>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 name="Google Shape;1319;p30"/>
              <p:cNvGrpSpPr/>
              <p:nvPr/>
            </p:nvGrpSpPr>
            <p:grpSpPr>
              <a:xfrm flipH="1">
                <a:off x="7404500" y="-867126"/>
                <a:ext cx="556075" cy="1443800"/>
                <a:chOff x="1386400" y="363550"/>
                <a:chExt cx="556075" cy="1443800"/>
              </a:xfrm>
            </p:grpSpPr>
            <p:sp>
              <p:nvSpPr>
                <p:cNvPr id="1320" name="Google Shape;1320;p30"/>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0"/>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0"/>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0"/>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0"/>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0"/>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0"/>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 name="Google Shape;1327;p30"/>
              <p:cNvSpPr/>
              <p:nvPr/>
            </p:nvSpPr>
            <p:spPr>
              <a:xfrm>
                <a:off x="7834922" y="47262"/>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8" name="Google Shape;1328;p30"/>
              <p:cNvGrpSpPr/>
              <p:nvPr/>
            </p:nvGrpSpPr>
            <p:grpSpPr>
              <a:xfrm>
                <a:off x="7917242" y="152540"/>
                <a:ext cx="204138" cy="157924"/>
                <a:chOff x="4404638" y="2403088"/>
                <a:chExt cx="339325" cy="262550"/>
              </a:xfrm>
            </p:grpSpPr>
            <p:sp>
              <p:nvSpPr>
                <p:cNvPr id="1329" name="Google Shape;1329;p30"/>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0"/>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0"/>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332"/>
        <p:cNvGrpSpPr/>
        <p:nvPr/>
      </p:nvGrpSpPr>
      <p:grpSpPr>
        <a:xfrm>
          <a:off x="0" y="0"/>
          <a:ext cx="0" cy="0"/>
          <a:chOff x="0" y="0"/>
          <a:chExt cx="0" cy="0"/>
        </a:xfrm>
      </p:grpSpPr>
      <p:grpSp>
        <p:nvGrpSpPr>
          <p:cNvPr id="1333" name="Google Shape;1333;p31"/>
          <p:cNvGrpSpPr/>
          <p:nvPr/>
        </p:nvGrpSpPr>
        <p:grpSpPr>
          <a:xfrm>
            <a:off x="0" y="1575"/>
            <a:ext cx="9172575" cy="5114468"/>
            <a:chOff x="0" y="1575"/>
            <a:chExt cx="9172575" cy="5114468"/>
          </a:xfrm>
        </p:grpSpPr>
        <p:grpSp>
          <p:nvGrpSpPr>
            <p:cNvPr id="1334" name="Google Shape;1334;p31"/>
            <p:cNvGrpSpPr/>
            <p:nvPr/>
          </p:nvGrpSpPr>
          <p:grpSpPr>
            <a:xfrm>
              <a:off x="0" y="1575"/>
              <a:ext cx="3442154" cy="2733425"/>
              <a:chOff x="0" y="1575"/>
              <a:chExt cx="3442154" cy="2733425"/>
            </a:xfrm>
          </p:grpSpPr>
          <p:grpSp>
            <p:nvGrpSpPr>
              <p:cNvPr id="1335" name="Google Shape;1335;p31"/>
              <p:cNvGrpSpPr/>
              <p:nvPr/>
            </p:nvGrpSpPr>
            <p:grpSpPr>
              <a:xfrm>
                <a:off x="117150" y="4700"/>
                <a:ext cx="1668700" cy="631550"/>
                <a:chOff x="320125" y="261000"/>
                <a:chExt cx="1668700" cy="631550"/>
              </a:xfrm>
            </p:grpSpPr>
            <p:sp>
              <p:nvSpPr>
                <p:cNvPr id="1336" name="Google Shape;1336;p31"/>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1"/>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1"/>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1"/>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1"/>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 name="Google Shape;1341;p31"/>
              <p:cNvGrpSpPr/>
              <p:nvPr/>
            </p:nvGrpSpPr>
            <p:grpSpPr>
              <a:xfrm>
                <a:off x="1820829" y="1575"/>
                <a:ext cx="1621325" cy="528475"/>
                <a:chOff x="3260225" y="257875"/>
                <a:chExt cx="1621325" cy="528475"/>
              </a:xfrm>
            </p:grpSpPr>
            <p:sp>
              <p:nvSpPr>
                <p:cNvPr id="1342" name="Google Shape;1342;p31"/>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1"/>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1"/>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1"/>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1"/>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1"/>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1"/>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31"/>
              <p:cNvGrpSpPr/>
              <p:nvPr/>
            </p:nvGrpSpPr>
            <p:grpSpPr>
              <a:xfrm>
                <a:off x="0" y="1106375"/>
                <a:ext cx="518600" cy="1291750"/>
                <a:chOff x="202975" y="1362675"/>
                <a:chExt cx="518600" cy="1291750"/>
              </a:xfrm>
            </p:grpSpPr>
            <p:sp>
              <p:nvSpPr>
                <p:cNvPr id="1350" name="Google Shape;1350;p31"/>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1"/>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1"/>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 name="Google Shape;1353;p31"/>
              <p:cNvGrpSpPr/>
              <p:nvPr/>
            </p:nvGrpSpPr>
            <p:grpSpPr>
              <a:xfrm>
                <a:off x="240550" y="1842050"/>
                <a:ext cx="328550" cy="892950"/>
                <a:chOff x="443525" y="2098350"/>
                <a:chExt cx="328550" cy="892950"/>
              </a:xfrm>
            </p:grpSpPr>
            <p:sp>
              <p:nvSpPr>
                <p:cNvPr id="1354" name="Google Shape;1354;p31"/>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1"/>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1"/>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1"/>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1"/>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9" name="Google Shape;1359;p31"/>
            <p:cNvGrpSpPr/>
            <p:nvPr/>
          </p:nvGrpSpPr>
          <p:grpSpPr>
            <a:xfrm>
              <a:off x="6489600" y="3322775"/>
              <a:ext cx="2682975" cy="1793268"/>
              <a:chOff x="6489600" y="3322775"/>
              <a:chExt cx="2682975" cy="1793268"/>
            </a:xfrm>
          </p:grpSpPr>
          <p:grpSp>
            <p:nvGrpSpPr>
              <p:cNvPr id="1360" name="Google Shape;1360;p31"/>
              <p:cNvGrpSpPr/>
              <p:nvPr/>
            </p:nvGrpSpPr>
            <p:grpSpPr>
              <a:xfrm>
                <a:off x="6489600" y="4816946"/>
                <a:ext cx="615425" cy="212204"/>
                <a:chOff x="5029400" y="4363421"/>
                <a:chExt cx="615425" cy="212204"/>
              </a:xfrm>
            </p:grpSpPr>
            <p:sp>
              <p:nvSpPr>
                <p:cNvPr id="1361" name="Google Shape;1361;p31"/>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1"/>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1"/>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 name="Google Shape;1364;p31"/>
              <p:cNvGrpSpPr/>
              <p:nvPr/>
            </p:nvGrpSpPr>
            <p:grpSpPr>
              <a:xfrm>
                <a:off x="8663788" y="3322775"/>
                <a:ext cx="508788" cy="1226150"/>
                <a:chOff x="7556013" y="2945450"/>
                <a:chExt cx="508788" cy="1226150"/>
              </a:xfrm>
            </p:grpSpPr>
            <p:sp>
              <p:nvSpPr>
                <p:cNvPr id="1365" name="Google Shape;1365;p31"/>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1"/>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1"/>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1"/>
                <p:cNvSpPr/>
                <p:nvPr/>
              </p:nvSpPr>
              <p:spPr>
                <a:xfrm>
                  <a:off x="7556013"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1"/>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 name="Google Shape;1370;p31"/>
              <p:cNvGrpSpPr/>
              <p:nvPr/>
            </p:nvGrpSpPr>
            <p:grpSpPr>
              <a:xfrm>
                <a:off x="8581100" y="3322775"/>
                <a:ext cx="309275" cy="544100"/>
                <a:chOff x="7473325" y="2945450"/>
                <a:chExt cx="309275" cy="544100"/>
              </a:xfrm>
            </p:grpSpPr>
            <p:sp>
              <p:nvSpPr>
                <p:cNvPr id="1371" name="Google Shape;1371;p31"/>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1"/>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1"/>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31"/>
              <p:cNvGrpSpPr/>
              <p:nvPr/>
            </p:nvGrpSpPr>
            <p:grpSpPr>
              <a:xfrm>
                <a:off x="7979107" y="4715118"/>
                <a:ext cx="1001750" cy="400925"/>
                <a:chOff x="5136125" y="3433825"/>
                <a:chExt cx="1001750" cy="400925"/>
              </a:xfrm>
            </p:grpSpPr>
            <p:sp>
              <p:nvSpPr>
                <p:cNvPr id="1375" name="Google Shape;1375;p31"/>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1"/>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1"/>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382"/>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383"/>
        <p:cNvGrpSpPr/>
        <p:nvPr/>
      </p:nvGrpSpPr>
      <p:grpSpPr>
        <a:xfrm>
          <a:off x="0" y="0"/>
          <a:ext cx="0" cy="0"/>
          <a:chOff x="0" y="0"/>
          <a:chExt cx="0" cy="0"/>
        </a:xfrm>
      </p:grpSpPr>
      <p:sp>
        <p:nvSpPr>
          <p:cNvPr id="1384" name="Google Shape;1384;p3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1pPr>
            <a:lvl2pPr lvl="1"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2pPr>
            <a:lvl3pPr lvl="2"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3pPr>
            <a:lvl4pPr lvl="3"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4pPr>
            <a:lvl5pPr lvl="4"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5pPr>
            <a:lvl6pPr lvl="5"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6pPr>
            <a:lvl7pPr lvl="6"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7pPr>
            <a:lvl8pPr lvl="7"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8pPr>
            <a:lvl9pPr lvl="8" rtl="0">
              <a:spcBef>
                <a:spcPts val="0"/>
              </a:spcBef>
              <a:spcAft>
                <a:spcPts val="0"/>
              </a:spcAft>
              <a:buClr>
                <a:schemeClr val="dk1"/>
              </a:buClr>
              <a:buSzPts val="2800"/>
              <a:buFont typeface="IBM Plex Mono"/>
              <a:buNone/>
              <a:defRPr sz="2800" b="1">
                <a:solidFill>
                  <a:schemeClr val="dk1"/>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1pPr>
            <a:lvl2pPr marL="914400" lvl="1"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2pPr>
            <a:lvl3pPr marL="1371600" lvl="2"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3pPr>
            <a:lvl4pPr marL="1828800" lvl="3"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4pPr>
            <a:lvl5pPr marL="2286000" lvl="4"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5pPr>
            <a:lvl6pPr marL="2743200" lvl="5"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6pPr>
            <a:lvl7pPr marL="3200400" lvl="6"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7pPr>
            <a:lvl8pPr marL="3657600" lvl="7"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8pPr>
            <a:lvl9pPr marL="4114800" lvl="8" indent="-317500">
              <a:lnSpc>
                <a:spcPct val="100000"/>
              </a:lnSpc>
              <a:spcBef>
                <a:spcPts val="0"/>
              </a:spcBef>
              <a:spcAft>
                <a:spcPts val="0"/>
              </a:spcAft>
              <a:buClr>
                <a:schemeClr val="dk1"/>
              </a:buClr>
              <a:buSzPts val="1400"/>
              <a:buFont typeface="Metrophobic"/>
              <a:buChar char="■"/>
              <a:defRPr>
                <a:solidFill>
                  <a:schemeClr val="dk1"/>
                </a:solidFill>
                <a:latin typeface="Metrophobic"/>
                <a:ea typeface="Metrophobic"/>
                <a:cs typeface="Metrophobic"/>
                <a:sym typeface="Metrophob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379"/>
        <p:cNvGrpSpPr/>
        <p:nvPr/>
      </p:nvGrpSpPr>
      <p:grpSpPr>
        <a:xfrm>
          <a:off x="0" y="0"/>
          <a:ext cx="0" cy="0"/>
          <a:chOff x="0" y="0"/>
          <a:chExt cx="0" cy="0"/>
        </a:xfrm>
      </p:grpSpPr>
      <p:sp>
        <p:nvSpPr>
          <p:cNvPr id="1380" name="Google Shape;1380;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381" name="Google Shape;1381;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hyperlink" Target="https://slidesgo.com/es/slidesgo-school/tips-para-presentaciones/como-editar-las-diapositivas-maestras-en-nuestras-plantilla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41.xml"/><Relationship Id="rId7" Type="http://schemas.openxmlformats.org/officeDocument/2006/relationships/slide" Target="slide43.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2.xml"/><Relationship Id="rId16" Type="http://schemas.openxmlformats.org/officeDocument/2006/relationships/hyperlink" Target="https://www.videvo.net/?utm_source=slidesgo_template&amp;utm_medium=referral-link&amp;utm_campaign=sg_resources&amp;utm_content=videvolink&amp;utm_campaign=promo-slide&amp;utm_term=slidesgo&amp;utm_content=vidfy" TargetMode="External"/><Relationship Id="rId1" Type="http://schemas.openxmlformats.org/officeDocument/2006/relationships/slideLayout" Target="../slideLayouts/slideLayout5.xml"/><Relationship Id="rId6" Type="http://schemas.openxmlformats.org/officeDocument/2006/relationships/slide" Target="slide35.xml"/><Relationship Id="rId11" Type="http://schemas.openxmlformats.org/officeDocument/2006/relationships/hyperlink" Target="http://bit.ly/33VAFh3" TargetMode="External"/><Relationship Id="rId5" Type="http://schemas.openxmlformats.org/officeDocument/2006/relationships/slide" Target="slide37.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38.xml"/><Relationship Id="rId9" Type="http://schemas.openxmlformats.org/officeDocument/2006/relationships/hyperlink" Target="https://bit.ly/3A1uf1Q"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5.xml"/><Relationship Id="rId5" Type="http://schemas.openxmlformats.org/officeDocument/2006/relationships/image" Target="../media/image6.png"/><Relationship Id="rId4" Type="http://schemas.openxmlformats.org/officeDocument/2006/relationships/hyperlink" Target="https://docs.google.com/spreadsheets/d/1xSp4caXegDun19MywyHG09rDizfwq4qmT5KWeUqiKs4/copy"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8.jp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brain-infographic_765163.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8" Type="http://schemas.openxmlformats.org/officeDocument/2006/relationships/hyperlink" Target="https://www.flaticon.com/packs/communication-233/?utm_source=slidesgo_template&amp;utm_medium=referral-link&amp;utm_campaign=sg_resources&amp;utm_content=flaticon" TargetMode="External"/><Relationship Id="rId3" Type="http://schemas.openxmlformats.org/officeDocument/2006/relationships/hyperlink" Target="https://www.freepik.com/free-photo/rpa-concept-with-blurry-hand-touching-screen_23992698.htm/?utm_source=slidesgo_template&amp;utm_medium=referral-link&amp;utm_campaign=sg_resources&amp;utm_content=freepik" TargetMode="External"/><Relationship Id="rId7" Type="http://schemas.openxmlformats.org/officeDocument/2006/relationships/hyperlink" Target="https://www.freepik.com/free-vector/minimalist-technology-background_759858.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21.xml"/><Relationship Id="rId6" Type="http://schemas.openxmlformats.org/officeDocument/2006/relationships/hyperlink" Target="https://www.freepik.com/free-photo/handsome-asian-man-with-headphones_16392466.htm/?utm_source=slidesgo_template&amp;utm_medium=referral-link&amp;utm_campaign=sg_resources&amp;utm_content=freepik" TargetMode="External"/><Relationship Id="rId5" Type="http://schemas.openxmlformats.org/officeDocument/2006/relationships/hyperlink" Target="https://www.freepik.com/free-photo/medium-shot-woman-talking-phone_12417999.htm/?utm_source=slidesgo_template&amp;utm_medium=referral-link&amp;utm_campaign=sg_resources&amp;utm_content=freepik" TargetMode="External"/><Relationship Id="rId4" Type="http://schemas.openxmlformats.org/officeDocument/2006/relationships/hyperlink" Target="https://www.freepik.com/free-photo/blue-fiber-lights-with-defocused-spots_5142570.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IBM+Plex+Mono" TargetMode="External"/><Relationship Id="rId2" Type="http://schemas.openxmlformats.org/officeDocument/2006/relationships/notesSlide" Target="../notesSlides/notesSlide41.xml"/><Relationship Id="rId1" Type="http://schemas.openxmlformats.org/officeDocument/2006/relationships/slideLayout" Target="../slideLayouts/slideLayout32.xml"/><Relationship Id="rId4" Type="http://schemas.openxmlformats.org/officeDocument/2006/relationships/hyperlink" Target="https://fonts.google.com/specimen/Metrophobic"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3.png"/><Relationship Id="rId2" Type="http://schemas.openxmlformats.org/officeDocument/2006/relationships/notesSlide" Target="../notesSlides/notesSlide42.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2.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1.png"/><Relationship Id="rId4" Type="http://schemas.openxmlformats.org/officeDocument/2006/relationships/image" Target="../media/image9.png"/><Relationship Id="rId9" Type="http://schemas.openxmlformats.org/officeDocument/2006/relationships/image" Target="../media/image10.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31.xm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388"/>
        <p:cNvGrpSpPr/>
        <p:nvPr/>
      </p:nvGrpSpPr>
      <p:grpSpPr>
        <a:xfrm>
          <a:off x="0" y="0"/>
          <a:ext cx="0" cy="0"/>
          <a:chOff x="0" y="0"/>
          <a:chExt cx="0" cy="0"/>
        </a:xfrm>
      </p:grpSpPr>
      <p:sp>
        <p:nvSpPr>
          <p:cNvPr id="1389" name="Google Shape;1389;p35"/>
          <p:cNvSpPr txBox="1">
            <a:spLocks noGrp="1"/>
          </p:cNvSpPr>
          <p:nvPr>
            <p:ph type="ctrTitle"/>
          </p:nvPr>
        </p:nvSpPr>
        <p:spPr>
          <a:xfrm>
            <a:off x="1396950" y="1432275"/>
            <a:ext cx="6350100" cy="142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Día internacional de las telecomunicaciones</a:t>
            </a:r>
            <a:endParaRPr/>
          </a:p>
        </p:txBody>
      </p:sp>
      <p:sp>
        <p:nvSpPr>
          <p:cNvPr id="1390" name="Google Shape;1390;p35"/>
          <p:cNvSpPr txBox="1">
            <a:spLocks noGrp="1"/>
          </p:cNvSpPr>
          <p:nvPr>
            <p:ph type="subTitle" idx="1"/>
          </p:nvPr>
        </p:nvSpPr>
        <p:spPr>
          <a:xfrm>
            <a:off x="2307675" y="3006825"/>
            <a:ext cx="4528800" cy="4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Aquí es donde comienza la presentación</a:t>
            </a:r>
            <a:endParaRPr/>
          </a:p>
        </p:txBody>
      </p:sp>
      <p:grpSp>
        <p:nvGrpSpPr>
          <p:cNvPr id="1391" name="Google Shape;1391;p35"/>
          <p:cNvGrpSpPr/>
          <p:nvPr/>
        </p:nvGrpSpPr>
        <p:grpSpPr>
          <a:xfrm>
            <a:off x="2359704" y="1575"/>
            <a:ext cx="329575" cy="829925"/>
            <a:chOff x="3799100" y="257875"/>
            <a:chExt cx="329575" cy="829925"/>
          </a:xfrm>
        </p:grpSpPr>
        <p:sp>
          <p:nvSpPr>
            <p:cNvPr id="1392" name="Google Shape;1392;p35"/>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5"/>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5"/>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5"/>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5"/>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 name="Google Shape;1397;p35"/>
          <p:cNvGrpSpPr/>
          <p:nvPr/>
        </p:nvGrpSpPr>
        <p:grpSpPr>
          <a:xfrm>
            <a:off x="6215325" y="3811150"/>
            <a:ext cx="1001750" cy="400925"/>
            <a:chOff x="5136125" y="3433825"/>
            <a:chExt cx="1001750" cy="400925"/>
          </a:xfrm>
        </p:grpSpPr>
        <p:sp>
          <p:nvSpPr>
            <p:cNvPr id="1398" name="Google Shape;1398;p35"/>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5"/>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5"/>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5"/>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 name="Google Shape;1402;p35"/>
          <p:cNvGrpSpPr/>
          <p:nvPr/>
        </p:nvGrpSpPr>
        <p:grpSpPr>
          <a:xfrm>
            <a:off x="7247250" y="3873100"/>
            <a:ext cx="1336525" cy="456650"/>
            <a:chOff x="6168050" y="3495775"/>
            <a:chExt cx="1336525" cy="456650"/>
          </a:xfrm>
        </p:grpSpPr>
        <p:sp>
          <p:nvSpPr>
            <p:cNvPr id="1403" name="Google Shape;1403;p35"/>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5"/>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5"/>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5"/>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 name="Google Shape;1407;p35"/>
          <p:cNvGrpSpPr/>
          <p:nvPr/>
        </p:nvGrpSpPr>
        <p:grpSpPr>
          <a:xfrm>
            <a:off x="8262350" y="2408000"/>
            <a:ext cx="1291225" cy="1202725"/>
            <a:chOff x="6773575" y="2030675"/>
            <a:chExt cx="1291225" cy="1202725"/>
          </a:xfrm>
        </p:grpSpPr>
        <p:sp>
          <p:nvSpPr>
            <p:cNvPr id="1408" name="Google Shape;1408;p35"/>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5"/>
            <p:cNvSpPr/>
            <p:nvPr/>
          </p:nvSpPr>
          <p:spPr>
            <a:xfrm>
              <a:off x="7333584"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5"/>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5"/>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35"/>
          <p:cNvGrpSpPr/>
          <p:nvPr/>
        </p:nvGrpSpPr>
        <p:grpSpPr>
          <a:xfrm>
            <a:off x="6108600" y="4302650"/>
            <a:ext cx="615425" cy="838775"/>
            <a:chOff x="5029400" y="3925325"/>
            <a:chExt cx="615425" cy="838775"/>
          </a:xfrm>
        </p:grpSpPr>
        <p:sp>
          <p:nvSpPr>
            <p:cNvPr id="1413" name="Google Shape;1413;p35"/>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5"/>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5"/>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5"/>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 name="Google Shape;1417;p35"/>
          <p:cNvGrpSpPr/>
          <p:nvPr/>
        </p:nvGrpSpPr>
        <p:grpSpPr>
          <a:xfrm>
            <a:off x="4389425" y="4178200"/>
            <a:ext cx="1230825" cy="515475"/>
            <a:chOff x="3310225" y="3800875"/>
            <a:chExt cx="1230825" cy="515475"/>
          </a:xfrm>
        </p:grpSpPr>
        <p:sp>
          <p:nvSpPr>
            <p:cNvPr id="1418" name="Google Shape;1418;p35"/>
            <p:cNvSpPr/>
            <p:nvPr/>
          </p:nvSpPr>
          <p:spPr>
            <a:xfrm>
              <a:off x="3334175" y="3852425"/>
              <a:ext cx="120687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5"/>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5"/>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1" name="Google Shape;1421;p35"/>
          <p:cNvSpPr/>
          <p:nvPr/>
        </p:nvSpPr>
        <p:spPr>
          <a:xfrm>
            <a:off x="6863025" y="4164150"/>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2" name="Google Shape;1422;p35"/>
          <p:cNvGrpSpPr/>
          <p:nvPr/>
        </p:nvGrpSpPr>
        <p:grpSpPr>
          <a:xfrm>
            <a:off x="6606350" y="4065225"/>
            <a:ext cx="1034550" cy="1077775"/>
            <a:chOff x="5527150" y="3687900"/>
            <a:chExt cx="1034550" cy="1077775"/>
          </a:xfrm>
        </p:grpSpPr>
        <p:sp>
          <p:nvSpPr>
            <p:cNvPr id="1423" name="Google Shape;1423;p35"/>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5"/>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5"/>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5"/>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5"/>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5"/>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 name="Google Shape;1429;p35"/>
          <p:cNvGrpSpPr/>
          <p:nvPr/>
        </p:nvGrpSpPr>
        <p:grpSpPr>
          <a:xfrm>
            <a:off x="5620225" y="4251625"/>
            <a:ext cx="1300100" cy="889800"/>
            <a:chOff x="4541025" y="3874300"/>
            <a:chExt cx="1300100" cy="889800"/>
          </a:xfrm>
        </p:grpSpPr>
        <p:sp>
          <p:nvSpPr>
            <p:cNvPr id="1430" name="Google Shape;1430;p35"/>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5"/>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5"/>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5"/>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5"/>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 name="Google Shape;1435;p35"/>
          <p:cNvGrpSpPr/>
          <p:nvPr/>
        </p:nvGrpSpPr>
        <p:grpSpPr>
          <a:xfrm>
            <a:off x="7383675" y="3304050"/>
            <a:ext cx="1552075" cy="1656725"/>
            <a:chOff x="6304475" y="2926725"/>
            <a:chExt cx="1552075" cy="1656725"/>
          </a:xfrm>
        </p:grpSpPr>
        <p:sp>
          <p:nvSpPr>
            <p:cNvPr id="1436" name="Google Shape;1436;p35"/>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5"/>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5"/>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5"/>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5"/>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5"/>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5"/>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35"/>
          <p:cNvGrpSpPr/>
          <p:nvPr/>
        </p:nvGrpSpPr>
        <p:grpSpPr>
          <a:xfrm>
            <a:off x="7594000" y="4283375"/>
            <a:ext cx="1550000" cy="198400"/>
            <a:chOff x="6514800" y="3906050"/>
            <a:chExt cx="1550000" cy="198400"/>
          </a:xfrm>
        </p:grpSpPr>
        <p:sp>
          <p:nvSpPr>
            <p:cNvPr id="1444" name="Google Shape;1444;p35"/>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5"/>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5"/>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35"/>
          <p:cNvGrpSpPr/>
          <p:nvPr/>
        </p:nvGrpSpPr>
        <p:grpSpPr>
          <a:xfrm>
            <a:off x="857629" y="6250"/>
            <a:ext cx="1385975" cy="1132950"/>
            <a:chOff x="2297025" y="262550"/>
            <a:chExt cx="1385975" cy="1132950"/>
          </a:xfrm>
        </p:grpSpPr>
        <p:sp>
          <p:nvSpPr>
            <p:cNvPr id="1448" name="Google Shape;1448;p35"/>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5"/>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5"/>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5"/>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5"/>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5"/>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 name="Google Shape;1454;p35"/>
          <p:cNvGrpSpPr/>
          <p:nvPr/>
        </p:nvGrpSpPr>
        <p:grpSpPr>
          <a:xfrm>
            <a:off x="0" y="1021000"/>
            <a:ext cx="1673448" cy="369675"/>
            <a:chOff x="202975" y="1277300"/>
            <a:chExt cx="1673448" cy="369675"/>
          </a:xfrm>
        </p:grpSpPr>
        <p:sp>
          <p:nvSpPr>
            <p:cNvPr id="1455" name="Google Shape;1455;p35"/>
            <p:cNvSpPr/>
            <p:nvPr/>
          </p:nvSpPr>
          <p:spPr>
            <a:xfrm>
              <a:off x="1719148"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5"/>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5"/>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5"/>
            <p:cNvSpPr/>
            <p:nvPr/>
          </p:nvSpPr>
          <p:spPr>
            <a:xfrm>
              <a:off x="1839948"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35"/>
          <p:cNvGrpSpPr/>
          <p:nvPr/>
        </p:nvGrpSpPr>
        <p:grpSpPr>
          <a:xfrm>
            <a:off x="117150" y="4700"/>
            <a:ext cx="1668700" cy="631550"/>
            <a:chOff x="320125" y="261000"/>
            <a:chExt cx="1668700" cy="631550"/>
          </a:xfrm>
        </p:grpSpPr>
        <p:sp>
          <p:nvSpPr>
            <p:cNvPr id="1460" name="Google Shape;1460;p35"/>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5"/>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5"/>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5"/>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5"/>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35"/>
          <p:cNvGrpSpPr/>
          <p:nvPr/>
        </p:nvGrpSpPr>
        <p:grpSpPr>
          <a:xfrm>
            <a:off x="1820829" y="1575"/>
            <a:ext cx="1621325" cy="528475"/>
            <a:chOff x="3260225" y="257875"/>
            <a:chExt cx="1621325" cy="528475"/>
          </a:xfrm>
        </p:grpSpPr>
        <p:sp>
          <p:nvSpPr>
            <p:cNvPr id="1466" name="Google Shape;1466;p35"/>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5"/>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5"/>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5"/>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5"/>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5"/>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5"/>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 name="Google Shape;1473;p35"/>
          <p:cNvGrpSpPr/>
          <p:nvPr/>
        </p:nvGrpSpPr>
        <p:grpSpPr>
          <a:xfrm>
            <a:off x="392400" y="230650"/>
            <a:ext cx="595625" cy="2708950"/>
            <a:chOff x="671575" y="486950"/>
            <a:chExt cx="595625" cy="2708950"/>
          </a:xfrm>
        </p:grpSpPr>
        <p:sp>
          <p:nvSpPr>
            <p:cNvPr id="1474" name="Google Shape;1474;p35"/>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5"/>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5"/>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5"/>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5"/>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5"/>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 name="Google Shape;1480;p35"/>
          <p:cNvGrpSpPr/>
          <p:nvPr/>
        </p:nvGrpSpPr>
        <p:grpSpPr>
          <a:xfrm>
            <a:off x="0" y="1106375"/>
            <a:ext cx="518600" cy="1291750"/>
            <a:chOff x="202975" y="1362675"/>
            <a:chExt cx="518600" cy="1291750"/>
          </a:xfrm>
        </p:grpSpPr>
        <p:sp>
          <p:nvSpPr>
            <p:cNvPr id="1481" name="Google Shape;1481;p35"/>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5"/>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5"/>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 name="Google Shape;1484;p35"/>
          <p:cNvGrpSpPr/>
          <p:nvPr/>
        </p:nvGrpSpPr>
        <p:grpSpPr>
          <a:xfrm>
            <a:off x="240550" y="1842050"/>
            <a:ext cx="328550" cy="892950"/>
            <a:chOff x="443525" y="2098350"/>
            <a:chExt cx="328550" cy="892950"/>
          </a:xfrm>
        </p:grpSpPr>
        <p:sp>
          <p:nvSpPr>
            <p:cNvPr id="1485" name="Google Shape;1485;p35"/>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5"/>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5"/>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5"/>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5"/>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0" name="Google Shape;1490;p35"/>
          <p:cNvSpPr/>
          <p:nvPr/>
        </p:nvSpPr>
        <p:spPr>
          <a:xfrm>
            <a:off x="1489179" y="902275"/>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 name="Google Shape;1491;p35"/>
          <p:cNvGrpSpPr/>
          <p:nvPr/>
        </p:nvGrpSpPr>
        <p:grpSpPr>
          <a:xfrm>
            <a:off x="1327779" y="4700"/>
            <a:ext cx="508175" cy="1310475"/>
            <a:chOff x="2767175" y="261000"/>
            <a:chExt cx="508175" cy="1310475"/>
          </a:xfrm>
        </p:grpSpPr>
        <p:sp>
          <p:nvSpPr>
            <p:cNvPr id="1492" name="Google Shape;1492;p35"/>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5"/>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5"/>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5"/>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5"/>
            <p:cNvSpPr/>
            <p:nvPr/>
          </p:nvSpPr>
          <p:spPr>
            <a:xfrm>
              <a:off x="2928272" y="1431730"/>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5"/>
          <p:cNvGrpSpPr/>
          <p:nvPr/>
        </p:nvGrpSpPr>
        <p:grpSpPr>
          <a:xfrm>
            <a:off x="804388" y="943838"/>
            <a:ext cx="508200" cy="508200"/>
            <a:chOff x="804388" y="943838"/>
            <a:chExt cx="508200" cy="508200"/>
          </a:xfrm>
        </p:grpSpPr>
        <p:sp>
          <p:nvSpPr>
            <p:cNvPr id="1498" name="Google Shape;1498;p35"/>
            <p:cNvSpPr/>
            <p:nvPr/>
          </p:nvSpPr>
          <p:spPr>
            <a:xfrm>
              <a:off x="804388" y="943838"/>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 name="Google Shape;1499;p35"/>
            <p:cNvGrpSpPr/>
            <p:nvPr/>
          </p:nvGrpSpPr>
          <p:grpSpPr>
            <a:xfrm>
              <a:off x="935174" y="1028496"/>
              <a:ext cx="245514" cy="314320"/>
              <a:chOff x="5082463" y="2402313"/>
              <a:chExt cx="265650" cy="340100"/>
            </a:xfrm>
          </p:grpSpPr>
          <p:sp>
            <p:nvSpPr>
              <p:cNvPr id="1500" name="Google Shape;1500;p35"/>
              <p:cNvSpPr/>
              <p:nvPr/>
            </p:nvSpPr>
            <p:spPr>
              <a:xfrm>
                <a:off x="5239838" y="2445313"/>
                <a:ext cx="66050" cy="62575"/>
              </a:xfrm>
              <a:custGeom>
                <a:avLst/>
                <a:gdLst/>
                <a:ahLst/>
                <a:cxnLst/>
                <a:rect l="l" t="t" r="r" b="b"/>
                <a:pathLst>
                  <a:path w="2642" h="2503" extrusionOk="0">
                    <a:moveTo>
                      <a:pt x="553" y="0"/>
                    </a:moveTo>
                    <a:cubicBezTo>
                      <a:pt x="1" y="0"/>
                      <a:pt x="1" y="799"/>
                      <a:pt x="553" y="799"/>
                    </a:cubicBezTo>
                    <a:cubicBezTo>
                      <a:pt x="1260" y="799"/>
                      <a:pt x="1843" y="1382"/>
                      <a:pt x="1843" y="2088"/>
                    </a:cubicBezTo>
                    <a:cubicBezTo>
                      <a:pt x="1843" y="2365"/>
                      <a:pt x="2043" y="2503"/>
                      <a:pt x="2242" y="2503"/>
                    </a:cubicBezTo>
                    <a:cubicBezTo>
                      <a:pt x="2442" y="2503"/>
                      <a:pt x="2641" y="2365"/>
                      <a:pt x="2641" y="2088"/>
                    </a:cubicBezTo>
                    <a:cubicBezTo>
                      <a:pt x="2641" y="921"/>
                      <a:pt x="1690" y="0"/>
                      <a:pt x="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5"/>
              <p:cNvSpPr/>
              <p:nvPr/>
            </p:nvSpPr>
            <p:spPr>
              <a:xfrm>
                <a:off x="5239838" y="2402313"/>
                <a:ext cx="108275" cy="105575"/>
              </a:xfrm>
              <a:custGeom>
                <a:avLst/>
                <a:gdLst/>
                <a:ahLst/>
                <a:cxnLst/>
                <a:rect l="l" t="t" r="r" b="b"/>
                <a:pathLst>
                  <a:path w="4331" h="4223" extrusionOk="0">
                    <a:moveTo>
                      <a:pt x="553" y="1"/>
                    </a:moveTo>
                    <a:cubicBezTo>
                      <a:pt x="1" y="1"/>
                      <a:pt x="1" y="799"/>
                      <a:pt x="553" y="799"/>
                    </a:cubicBezTo>
                    <a:cubicBezTo>
                      <a:pt x="2212" y="799"/>
                      <a:pt x="3532" y="2150"/>
                      <a:pt x="3532" y="3808"/>
                    </a:cubicBezTo>
                    <a:cubicBezTo>
                      <a:pt x="3532" y="4085"/>
                      <a:pt x="3731" y="4223"/>
                      <a:pt x="3931" y="4223"/>
                    </a:cubicBezTo>
                    <a:cubicBezTo>
                      <a:pt x="4131" y="4223"/>
                      <a:pt x="4330" y="4085"/>
                      <a:pt x="4330" y="3808"/>
                    </a:cubicBezTo>
                    <a:cubicBezTo>
                      <a:pt x="4330" y="1720"/>
                      <a:pt x="2641" y="1"/>
                      <a:pt x="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5"/>
              <p:cNvSpPr/>
              <p:nvPr/>
            </p:nvSpPr>
            <p:spPr>
              <a:xfrm>
                <a:off x="5082463" y="2434763"/>
                <a:ext cx="235700" cy="307650"/>
              </a:xfrm>
              <a:custGeom>
                <a:avLst/>
                <a:gdLst/>
                <a:ahLst/>
                <a:cxnLst/>
                <a:rect l="l" t="t" r="r" b="b"/>
                <a:pathLst>
                  <a:path w="9428" h="12306" extrusionOk="0">
                    <a:moveTo>
                      <a:pt x="2335" y="0"/>
                    </a:moveTo>
                    <a:cubicBezTo>
                      <a:pt x="2235" y="0"/>
                      <a:pt x="2135" y="38"/>
                      <a:pt x="2058" y="115"/>
                    </a:cubicBezTo>
                    <a:cubicBezTo>
                      <a:pt x="707" y="1466"/>
                      <a:pt x="216" y="3493"/>
                      <a:pt x="861" y="5305"/>
                    </a:cubicBezTo>
                    <a:cubicBezTo>
                      <a:pt x="1308" y="4903"/>
                      <a:pt x="1834" y="4724"/>
                      <a:pt x="2349" y="4724"/>
                    </a:cubicBezTo>
                    <a:cubicBezTo>
                      <a:pt x="3565" y="4724"/>
                      <a:pt x="4715" y="5723"/>
                      <a:pt x="4607" y="7147"/>
                    </a:cubicBezTo>
                    <a:cubicBezTo>
                      <a:pt x="4528" y="8431"/>
                      <a:pt x="3457" y="9245"/>
                      <a:pt x="2352" y="9245"/>
                    </a:cubicBezTo>
                    <a:cubicBezTo>
                      <a:pt x="1740" y="9245"/>
                      <a:pt x="1117" y="8995"/>
                      <a:pt x="646" y="8437"/>
                    </a:cubicBezTo>
                    <a:lnTo>
                      <a:pt x="62" y="11845"/>
                    </a:lnTo>
                    <a:cubicBezTo>
                      <a:pt x="1" y="12091"/>
                      <a:pt x="185" y="12305"/>
                      <a:pt x="462" y="12305"/>
                    </a:cubicBezTo>
                    <a:lnTo>
                      <a:pt x="4300" y="12305"/>
                    </a:lnTo>
                    <a:cubicBezTo>
                      <a:pt x="4545" y="12305"/>
                      <a:pt x="4730" y="12091"/>
                      <a:pt x="4668" y="11845"/>
                    </a:cubicBezTo>
                    <a:lnTo>
                      <a:pt x="4085" y="8529"/>
                    </a:lnTo>
                    <a:lnTo>
                      <a:pt x="4085" y="8529"/>
                    </a:lnTo>
                    <a:cubicBezTo>
                      <a:pt x="4602" y="8695"/>
                      <a:pt x="5134" y="8777"/>
                      <a:pt x="5662" y="8777"/>
                    </a:cubicBezTo>
                    <a:cubicBezTo>
                      <a:pt x="6983" y="8777"/>
                      <a:pt x="8278" y="8266"/>
                      <a:pt x="9243" y="7300"/>
                    </a:cubicBezTo>
                    <a:cubicBezTo>
                      <a:pt x="9428" y="7147"/>
                      <a:pt x="9428" y="6871"/>
                      <a:pt x="9243" y="6717"/>
                    </a:cubicBezTo>
                    <a:lnTo>
                      <a:pt x="6204" y="3708"/>
                    </a:lnTo>
                    <a:lnTo>
                      <a:pt x="6910" y="3032"/>
                    </a:lnTo>
                    <a:cubicBezTo>
                      <a:pt x="7193" y="2725"/>
                      <a:pt x="6914" y="2328"/>
                      <a:pt x="6602" y="2328"/>
                    </a:cubicBezTo>
                    <a:cubicBezTo>
                      <a:pt x="6508" y="2328"/>
                      <a:pt x="6412" y="2364"/>
                      <a:pt x="6326" y="2449"/>
                    </a:cubicBezTo>
                    <a:lnTo>
                      <a:pt x="5651" y="3155"/>
                    </a:lnTo>
                    <a:lnTo>
                      <a:pt x="2611" y="115"/>
                    </a:lnTo>
                    <a:cubicBezTo>
                      <a:pt x="2534" y="38"/>
                      <a:pt x="2434" y="0"/>
                      <a:pt x="2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5"/>
              <p:cNvSpPr/>
              <p:nvPr/>
            </p:nvSpPr>
            <p:spPr>
              <a:xfrm>
                <a:off x="5105513" y="2572738"/>
                <a:ext cx="72950" cy="72950"/>
              </a:xfrm>
              <a:custGeom>
                <a:avLst/>
                <a:gdLst/>
                <a:ahLst/>
                <a:cxnLst/>
                <a:rect l="l" t="t" r="r" b="b"/>
                <a:pathLst>
                  <a:path w="2918" h="2918" extrusionOk="0">
                    <a:moveTo>
                      <a:pt x="1443" y="0"/>
                    </a:moveTo>
                    <a:cubicBezTo>
                      <a:pt x="645" y="0"/>
                      <a:pt x="0" y="645"/>
                      <a:pt x="0" y="1474"/>
                    </a:cubicBezTo>
                    <a:cubicBezTo>
                      <a:pt x="0" y="2273"/>
                      <a:pt x="645" y="2918"/>
                      <a:pt x="1443" y="2918"/>
                    </a:cubicBezTo>
                    <a:cubicBezTo>
                      <a:pt x="2272" y="2918"/>
                      <a:pt x="2917" y="2273"/>
                      <a:pt x="2917" y="1474"/>
                    </a:cubicBezTo>
                    <a:cubicBezTo>
                      <a:pt x="2917" y="645"/>
                      <a:pt x="2272" y="0"/>
                      <a:pt x="1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4" name="Google Shape;1504;p35"/>
          <p:cNvGrpSpPr/>
          <p:nvPr/>
        </p:nvGrpSpPr>
        <p:grpSpPr>
          <a:xfrm>
            <a:off x="4692300" y="4407900"/>
            <a:ext cx="508200" cy="508200"/>
            <a:chOff x="4692300" y="4407900"/>
            <a:chExt cx="508200" cy="508200"/>
          </a:xfrm>
        </p:grpSpPr>
        <p:sp>
          <p:nvSpPr>
            <p:cNvPr id="1505" name="Google Shape;1505;p35"/>
            <p:cNvSpPr/>
            <p:nvPr/>
          </p:nvSpPr>
          <p:spPr>
            <a:xfrm>
              <a:off x="4692300" y="4407900"/>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 name="Google Shape;1506;p35"/>
            <p:cNvGrpSpPr/>
            <p:nvPr/>
          </p:nvGrpSpPr>
          <p:grpSpPr>
            <a:xfrm>
              <a:off x="4787404" y="4515198"/>
              <a:ext cx="324382" cy="293494"/>
              <a:chOff x="997813" y="1722038"/>
              <a:chExt cx="351025" cy="317600"/>
            </a:xfrm>
          </p:grpSpPr>
          <p:sp>
            <p:nvSpPr>
              <p:cNvPr id="1507" name="Google Shape;1507;p35"/>
              <p:cNvSpPr/>
              <p:nvPr/>
            </p:nvSpPr>
            <p:spPr>
              <a:xfrm>
                <a:off x="1089938" y="1807388"/>
                <a:ext cx="65275" cy="62025"/>
              </a:xfrm>
              <a:custGeom>
                <a:avLst/>
                <a:gdLst/>
                <a:ahLst/>
                <a:cxnLst/>
                <a:rect l="l" t="t" r="r" b="b"/>
                <a:pathLst>
                  <a:path w="2611" h="2481" extrusionOk="0">
                    <a:moveTo>
                      <a:pt x="2088" y="1"/>
                    </a:moveTo>
                    <a:cubicBezTo>
                      <a:pt x="921" y="1"/>
                      <a:pt x="0" y="922"/>
                      <a:pt x="0" y="2089"/>
                    </a:cubicBezTo>
                    <a:cubicBezTo>
                      <a:pt x="0" y="2350"/>
                      <a:pt x="200" y="2480"/>
                      <a:pt x="399" y="2480"/>
                    </a:cubicBezTo>
                    <a:cubicBezTo>
                      <a:pt x="599" y="2480"/>
                      <a:pt x="798" y="2350"/>
                      <a:pt x="798" y="2089"/>
                    </a:cubicBezTo>
                    <a:cubicBezTo>
                      <a:pt x="798" y="1352"/>
                      <a:pt x="1351" y="799"/>
                      <a:pt x="2088" y="799"/>
                    </a:cubicBezTo>
                    <a:cubicBezTo>
                      <a:pt x="2610" y="799"/>
                      <a:pt x="2610" y="1"/>
                      <a:pt x="20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5"/>
              <p:cNvSpPr/>
              <p:nvPr/>
            </p:nvSpPr>
            <p:spPr>
              <a:xfrm>
                <a:off x="1046938" y="1764413"/>
                <a:ext cx="108275" cy="105000"/>
              </a:xfrm>
              <a:custGeom>
                <a:avLst/>
                <a:gdLst/>
                <a:ahLst/>
                <a:cxnLst/>
                <a:rect l="l" t="t" r="r" b="b"/>
                <a:pathLst>
                  <a:path w="4331" h="4200" extrusionOk="0">
                    <a:moveTo>
                      <a:pt x="3808" y="0"/>
                    </a:moveTo>
                    <a:cubicBezTo>
                      <a:pt x="1720" y="0"/>
                      <a:pt x="1" y="1720"/>
                      <a:pt x="1" y="3808"/>
                    </a:cubicBezTo>
                    <a:cubicBezTo>
                      <a:pt x="1" y="4069"/>
                      <a:pt x="200" y="4199"/>
                      <a:pt x="400" y="4199"/>
                    </a:cubicBezTo>
                    <a:cubicBezTo>
                      <a:pt x="599" y="4199"/>
                      <a:pt x="799" y="4069"/>
                      <a:pt x="799" y="3808"/>
                    </a:cubicBezTo>
                    <a:cubicBezTo>
                      <a:pt x="799" y="2150"/>
                      <a:pt x="2150" y="799"/>
                      <a:pt x="3808" y="799"/>
                    </a:cubicBezTo>
                    <a:cubicBezTo>
                      <a:pt x="4330" y="799"/>
                      <a:pt x="4330" y="0"/>
                      <a:pt x="3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5"/>
              <p:cNvSpPr/>
              <p:nvPr/>
            </p:nvSpPr>
            <p:spPr>
              <a:xfrm>
                <a:off x="1003963" y="1722188"/>
                <a:ext cx="151250" cy="147225"/>
              </a:xfrm>
              <a:custGeom>
                <a:avLst/>
                <a:gdLst/>
                <a:ahLst/>
                <a:cxnLst/>
                <a:rect l="l" t="t" r="r" b="b"/>
                <a:pathLst>
                  <a:path w="6050" h="5889" extrusionOk="0">
                    <a:moveTo>
                      <a:pt x="5527" y="0"/>
                    </a:moveTo>
                    <a:cubicBezTo>
                      <a:pt x="2487" y="0"/>
                      <a:pt x="0" y="2457"/>
                      <a:pt x="0" y="5497"/>
                    </a:cubicBezTo>
                    <a:cubicBezTo>
                      <a:pt x="0" y="5758"/>
                      <a:pt x="200" y="5888"/>
                      <a:pt x="399" y="5888"/>
                    </a:cubicBezTo>
                    <a:cubicBezTo>
                      <a:pt x="599" y="5888"/>
                      <a:pt x="798" y="5758"/>
                      <a:pt x="798" y="5497"/>
                    </a:cubicBezTo>
                    <a:cubicBezTo>
                      <a:pt x="798" y="2887"/>
                      <a:pt x="2917" y="799"/>
                      <a:pt x="5527" y="799"/>
                    </a:cubicBezTo>
                    <a:cubicBezTo>
                      <a:pt x="6049" y="799"/>
                      <a:pt x="6049" y="0"/>
                      <a:pt x="55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5"/>
              <p:cNvSpPr/>
              <p:nvPr/>
            </p:nvSpPr>
            <p:spPr>
              <a:xfrm>
                <a:off x="997813" y="1722038"/>
                <a:ext cx="351025" cy="317600"/>
              </a:xfrm>
              <a:custGeom>
                <a:avLst/>
                <a:gdLst/>
                <a:ahLst/>
                <a:cxnLst/>
                <a:rect l="l" t="t" r="r" b="b"/>
                <a:pathLst>
                  <a:path w="14041" h="12704" extrusionOk="0">
                    <a:moveTo>
                      <a:pt x="9079" y="5349"/>
                    </a:moveTo>
                    <a:cubicBezTo>
                      <a:pt x="9396" y="5349"/>
                      <a:pt x="9528" y="6118"/>
                      <a:pt x="9112" y="6118"/>
                    </a:cubicBezTo>
                    <a:cubicBezTo>
                      <a:pt x="9104" y="6118"/>
                      <a:pt x="9097" y="6117"/>
                      <a:pt x="9089" y="6117"/>
                    </a:cubicBezTo>
                    <a:cubicBezTo>
                      <a:pt x="8721" y="6055"/>
                      <a:pt x="8629" y="5564"/>
                      <a:pt x="8967" y="5380"/>
                    </a:cubicBezTo>
                    <a:cubicBezTo>
                      <a:pt x="9006" y="5359"/>
                      <a:pt x="9044" y="5349"/>
                      <a:pt x="9079" y="5349"/>
                    </a:cubicBezTo>
                    <a:close/>
                    <a:moveTo>
                      <a:pt x="9392" y="1"/>
                    </a:moveTo>
                    <a:cubicBezTo>
                      <a:pt x="8941" y="1"/>
                      <a:pt x="8494" y="251"/>
                      <a:pt x="8291" y="713"/>
                    </a:cubicBezTo>
                    <a:lnTo>
                      <a:pt x="7308" y="2893"/>
                    </a:lnTo>
                    <a:cubicBezTo>
                      <a:pt x="7093" y="3353"/>
                      <a:pt x="7186" y="3875"/>
                      <a:pt x="7554" y="4244"/>
                    </a:cubicBezTo>
                    <a:cubicBezTo>
                      <a:pt x="7738" y="4459"/>
                      <a:pt x="7738" y="4797"/>
                      <a:pt x="7554" y="5011"/>
                    </a:cubicBezTo>
                    <a:lnTo>
                      <a:pt x="4883" y="7591"/>
                    </a:lnTo>
                    <a:lnTo>
                      <a:pt x="4514" y="7192"/>
                    </a:lnTo>
                    <a:cubicBezTo>
                      <a:pt x="4279" y="6976"/>
                      <a:pt x="3983" y="6861"/>
                      <a:pt x="3687" y="6861"/>
                    </a:cubicBezTo>
                    <a:cubicBezTo>
                      <a:pt x="3518" y="6861"/>
                      <a:pt x="3350" y="6899"/>
                      <a:pt x="3194" y="6977"/>
                    </a:cubicBezTo>
                    <a:lnTo>
                      <a:pt x="952" y="7898"/>
                    </a:lnTo>
                    <a:cubicBezTo>
                      <a:pt x="185" y="8236"/>
                      <a:pt x="0" y="9249"/>
                      <a:pt x="584" y="9863"/>
                    </a:cubicBezTo>
                    <a:lnTo>
                      <a:pt x="2887" y="12104"/>
                    </a:lnTo>
                    <a:cubicBezTo>
                      <a:pt x="3286" y="12504"/>
                      <a:pt x="3800" y="12703"/>
                      <a:pt x="4311" y="12703"/>
                    </a:cubicBezTo>
                    <a:cubicBezTo>
                      <a:pt x="4821" y="12703"/>
                      <a:pt x="5328" y="12504"/>
                      <a:pt x="5712" y="12104"/>
                    </a:cubicBezTo>
                    <a:lnTo>
                      <a:pt x="12375" y="5441"/>
                    </a:lnTo>
                    <a:cubicBezTo>
                      <a:pt x="13081" y="4735"/>
                      <a:pt x="13173" y="3660"/>
                      <a:pt x="12590" y="2862"/>
                    </a:cubicBezTo>
                    <a:lnTo>
                      <a:pt x="13726" y="1726"/>
                    </a:lnTo>
                    <a:cubicBezTo>
                      <a:pt x="14041" y="1460"/>
                      <a:pt x="13783" y="1041"/>
                      <a:pt x="13464" y="1041"/>
                    </a:cubicBezTo>
                    <a:cubicBezTo>
                      <a:pt x="13378" y="1041"/>
                      <a:pt x="13288" y="1071"/>
                      <a:pt x="13204" y="1143"/>
                    </a:cubicBezTo>
                    <a:cubicBezTo>
                      <a:pt x="13173" y="1173"/>
                      <a:pt x="13388" y="958"/>
                      <a:pt x="10072" y="4275"/>
                    </a:cubicBezTo>
                    <a:cubicBezTo>
                      <a:pt x="9989" y="4357"/>
                      <a:pt x="9896" y="4392"/>
                      <a:pt x="9805" y="4392"/>
                    </a:cubicBezTo>
                    <a:cubicBezTo>
                      <a:pt x="9491" y="4392"/>
                      <a:pt x="9210" y="3977"/>
                      <a:pt x="9519" y="3691"/>
                    </a:cubicBezTo>
                    <a:lnTo>
                      <a:pt x="11515" y="1695"/>
                    </a:lnTo>
                    <a:lnTo>
                      <a:pt x="10225" y="344"/>
                    </a:lnTo>
                    <a:cubicBezTo>
                      <a:pt x="9993" y="111"/>
                      <a:pt x="9691" y="1"/>
                      <a:pt x="9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1" name="Google Shape;1511;p35"/>
          <p:cNvGrpSpPr/>
          <p:nvPr/>
        </p:nvGrpSpPr>
        <p:grpSpPr>
          <a:xfrm>
            <a:off x="2750738" y="234488"/>
            <a:ext cx="508200" cy="508200"/>
            <a:chOff x="2750738" y="234488"/>
            <a:chExt cx="508200" cy="508200"/>
          </a:xfrm>
        </p:grpSpPr>
        <p:sp>
          <p:nvSpPr>
            <p:cNvPr id="1512" name="Google Shape;1512;p35"/>
            <p:cNvSpPr/>
            <p:nvPr/>
          </p:nvSpPr>
          <p:spPr>
            <a:xfrm>
              <a:off x="2750738" y="234488"/>
              <a:ext cx="508200" cy="508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 name="Google Shape;1513;p35"/>
            <p:cNvGrpSpPr/>
            <p:nvPr/>
          </p:nvGrpSpPr>
          <p:grpSpPr>
            <a:xfrm>
              <a:off x="2861823" y="366813"/>
              <a:ext cx="285800" cy="285234"/>
              <a:chOff x="3723738" y="3761813"/>
              <a:chExt cx="340725" cy="340050"/>
            </a:xfrm>
          </p:grpSpPr>
          <p:sp>
            <p:nvSpPr>
              <p:cNvPr id="1514" name="Google Shape;1514;p35"/>
              <p:cNvSpPr/>
              <p:nvPr/>
            </p:nvSpPr>
            <p:spPr>
              <a:xfrm>
                <a:off x="3808863" y="4025888"/>
                <a:ext cx="84650" cy="75975"/>
              </a:xfrm>
              <a:custGeom>
                <a:avLst/>
                <a:gdLst/>
                <a:ahLst/>
                <a:cxnLst/>
                <a:rect l="l" t="t" r="r" b="b"/>
                <a:pathLst>
                  <a:path w="3386" h="3039" extrusionOk="0">
                    <a:moveTo>
                      <a:pt x="464" y="1"/>
                    </a:moveTo>
                    <a:lnTo>
                      <a:pt x="34" y="2580"/>
                    </a:lnTo>
                    <a:cubicBezTo>
                      <a:pt x="0" y="2871"/>
                      <a:pt x="224" y="3038"/>
                      <a:pt x="439" y="3038"/>
                    </a:cubicBezTo>
                    <a:cubicBezTo>
                      <a:pt x="610" y="3038"/>
                      <a:pt x="775" y="2933"/>
                      <a:pt x="802" y="2703"/>
                    </a:cubicBezTo>
                    <a:lnTo>
                      <a:pt x="925" y="2150"/>
                    </a:lnTo>
                    <a:cubicBezTo>
                      <a:pt x="1186" y="2165"/>
                      <a:pt x="1447" y="2173"/>
                      <a:pt x="1708" y="2173"/>
                    </a:cubicBezTo>
                    <a:cubicBezTo>
                      <a:pt x="1969" y="2173"/>
                      <a:pt x="2230" y="2165"/>
                      <a:pt x="2491" y="2150"/>
                    </a:cubicBezTo>
                    <a:lnTo>
                      <a:pt x="2583" y="2703"/>
                    </a:lnTo>
                    <a:cubicBezTo>
                      <a:pt x="2610" y="2929"/>
                      <a:pt x="2769" y="3028"/>
                      <a:pt x="2936" y="3028"/>
                    </a:cubicBezTo>
                    <a:cubicBezTo>
                      <a:pt x="3154" y="3028"/>
                      <a:pt x="3385" y="2858"/>
                      <a:pt x="3351" y="2580"/>
                    </a:cubicBezTo>
                    <a:lnTo>
                      <a:pt x="2951" y="1"/>
                    </a:lnTo>
                    <a:lnTo>
                      <a:pt x="2153" y="1"/>
                    </a:lnTo>
                    <a:lnTo>
                      <a:pt x="2368" y="1352"/>
                    </a:lnTo>
                    <a:cubicBezTo>
                      <a:pt x="2153" y="1367"/>
                      <a:pt x="1938" y="1375"/>
                      <a:pt x="1719" y="1375"/>
                    </a:cubicBezTo>
                    <a:cubicBezTo>
                      <a:pt x="1501" y="1375"/>
                      <a:pt x="1278" y="1367"/>
                      <a:pt x="1048" y="1352"/>
                    </a:cubicBezTo>
                    <a:lnTo>
                      <a:pt x="129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5"/>
              <p:cNvSpPr/>
              <p:nvPr/>
            </p:nvSpPr>
            <p:spPr>
              <a:xfrm>
                <a:off x="3786688" y="3867763"/>
                <a:ext cx="59900" cy="22275"/>
              </a:xfrm>
              <a:custGeom>
                <a:avLst/>
                <a:gdLst/>
                <a:ahLst/>
                <a:cxnLst/>
                <a:rect l="l" t="t" r="r" b="b"/>
                <a:pathLst>
                  <a:path w="2396" h="891" extrusionOk="0">
                    <a:moveTo>
                      <a:pt x="0" y="0"/>
                    </a:moveTo>
                    <a:lnTo>
                      <a:pt x="0" y="891"/>
                    </a:lnTo>
                    <a:lnTo>
                      <a:pt x="2395" y="891"/>
                    </a:lnTo>
                    <a:lnTo>
                      <a:pt x="23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5"/>
              <p:cNvSpPr/>
              <p:nvPr/>
            </p:nvSpPr>
            <p:spPr>
              <a:xfrm>
                <a:off x="3782838" y="3972163"/>
                <a:ext cx="136675" cy="33800"/>
              </a:xfrm>
              <a:custGeom>
                <a:avLst/>
                <a:gdLst/>
                <a:ahLst/>
                <a:cxnLst/>
                <a:rect l="l" t="t" r="r" b="b"/>
                <a:pathLst>
                  <a:path w="5467" h="1352" extrusionOk="0">
                    <a:moveTo>
                      <a:pt x="1" y="0"/>
                    </a:moveTo>
                    <a:lnTo>
                      <a:pt x="1" y="952"/>
                    </a:lnTo>
                    <a:cubicBezTo>
                      <a:pt x="1" y="1167"/>
                      <a:pt x="185" y="1321"/>
                      <a:pt x="400" y="1321"/>
                    </a:cubicBezTo>
                    <a:lnTo>
                      <a:pt x="5067" y="1351"/>
                    </a:lnTo>
                    <a:cubicBezTo>
                      <a:pt x="5282" y="1351"/>
                      <a:pt x="5466" y="1167"/>
                      <a:pt x="5466" y="952"/>
                    </a:cubicBezTo>
                    <a:lnTo>
                      <a:pt x="54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5"/>
              <p:cNvSpPr/>
              <p:nvPr/>
            </p:nvSpPr>
            <p:spPr>
              <a:xfrm>
                <a:off x="3723738" y="3761813"/>
                <a:ext cx="249500" cy="190400"/>
              </a:xfrm>
              <a:custGeom>
                <a:avLst/>
                <a:gdLst/>
                <a:ahLst/>
                <a:cxnLst/>
                <a:rect l="l" t="t" r="r" b="b"/>
                <a:pathLst>
                  <a:path w="9980" h="7616" extrusionOk="0">
                    <a:moveTo>
                      <a:pt x="7543" y="2418"/>
                    </a:moveTo>
                    <a:cubicBezTo>
                      <a:pt x="7584" y="2418"/>
                      <a:pt x="7629" y="2430"/>
                      <a:pt x="7677" y="2457"/>
                    </a:cubicBezTo>
                    <a:cubicBezTo>
                      <a:pt x="8015" y="2611"/>
                      <a:pt x="7892" y="3133"/>
                      <a:pt x="7523" y="3164"/>
                    </a:cubicBezTo>
                    <a:cubicBezTo>
                      <a:pt x="7516" y="3164"/>
                      <a:pt x="7509" y="3164"/>
                      <a:pt x="7502" y="3164"/>
                    </a:cubicBezTo>
                    <a:cubicBezTo>
                      <a:pt x="7118" y="3164"/>
                      <a:pt x="7220" y="2418"/>
                      <a:pt x="7543" y="2418"/>
                    </a:cubicBezTo>
                    <a:close/>
                    <a:moveTo>
                      <a:pt x="7466" y="4525"/>
                    </a:moveTo>
                    <a:cubicBezTo>
                      <a:pt x="7634" y="4525"/>
                      <a:pt x="7798" y="4625"/>
                      <a:pt x="7830" y="4822"/>
                    </a:cubicBezTo>
                    <a:cubicBezTo>
                      <a:pt x="7861" y="4975"/>
                      <a:pt x="7830" y="5129"/>
                      <a:pt x="7708" y="5221"/>
                    </a:cubicBezTo>
                    <a:cubicBezTo>
                      <a:pt x="7637" y="5270"/>
                      <a:pt x="7560" y="5292"/>
                      <a:pt x="7485" y="5292"/>
                    </a:cubicBezTo>
                    <a:cubicBezTo>
                      <a:pt x="7233" y="5292"/>
                      <a:pt x="6999" y="5044"/>
                      <a:pt x="7093" y="4760"/>
                    </a:cubicBezTo>
                    <a:cubicBezTo>
                      <a:pt x="7165" y="4602"/>
                      <a:pt x="7317" y="4525"/>
                      <a:pt x="7466" y="4525"/>
                    </a:cubicBezTo>
                    <a:close/>
                    <a:moveTo>
                      <a:pt x="5312" y="3440"/>
                    </a:moveTo>
                    <a:cubicBezTo>
                      <a:pt x="5527" y="3440"/>
                      <a:pt x="5712" y="3624"/>
                      <a:pt x="5712" y="3839"/>
                    </a:cubicBezTo>
                    <a:lnTo>
                      <a:pt x="5712" y="5528"/>
                    </a:lnTo>
                    <a:cubicBezTo>
                      <a:pt x="5712" y="5743"/>
                      <a:pt x="5558" y="5927"/>
                      <a:pt x="5343" y="5927"/>
                    </a:cubicBezTo>
                    <a:lnTo>
                      <a:pt x="2150" y="5927"/>
                    </a:lnTo>
                    <a:cubicBezTo>
                      <a:pt x="1935" y="5927"/>
                      <a:pt x="1751" y="5743"/>
                      <a:pt x="1751" y="5528"/>
                    </a:cubicBezTo>
                    <a:lnTo>
                      <a:pt x="1751" y="3839"/>
                    </a:lnTo>
                    <a:cubicBezTo>
                      <a:pt x="1751" y="3624"/>
                      <a:pt x="1935" y="3440"/>
                      <a:pt x="2150" y="3440"/>
                    </a:cubicBezTo>
                    <a:close/>
                    <a:moveTo>
                      <a:pt x="1198" y="1"/>
                    </a:moveTo>
                    <a:cubicBezTo>
                      <a:pt x="553" y="1"/>
                      <a:pt x="0" y="523"/>
                      <a:pt x="0" y="1198"/>
                    </a:cubicBezTo>
                    <a:lnTo>
                      <a:pt x="0" y="6418"/>
                    </a:lnTo>
                    <a:cubicBezTo>
                      <a:pt x="0" y="7094"/>
                      <a:pt x="553" y="7616"/>
                      <a:pt x="1198" y="7616"/>
                    </a:cubicBezTo>
                    <a:lnTo>
                      <a:pt x="8782" y="7616"/>
                    </a:lnTo>
                    <a:cubicBezTo>
                      <a:pt x="9396" y="7616"/>
                      <a:pt x="9918" y="7125"/>
                      <a:pt x="9980" y="6510"/>
                    </a:cubicBezTo>
                    <a:cubicBezTo>
                      <a:pt x="9980" y="6510"/>
                      <a:pt x="9980" y="1137"/>
                      <a:pt x="9980" y="1137"/>
                    </a:cubicBezTo>
                    <a:cubicBezTo>
                      <a:pt x="9949" y="492"/>
                      <a:pt x="9427" y="1"/>
                      <a:pt x="87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5"/>
              <p:cNvSpPr/>
              <p:nvPr/>
            </p:nvSpPr>
            <p:spPr>
              <a:xfrm>
                <a:off x="3993188" y="3766763"/>
                <a:ext cx="71275" cy="182000"/>
              </a:xfrm>
              <a:custGeom>
                <a:avLst/>
                <a:gdLst/>
                <a:ahLst/>
                <a:cxnLst/>
                <a:rect l="l" t="t" r="r" b="b"/>
                <a:pathLst>
                  <a:path w="2851" h="7280" extrusionOk="0">
                    <a:moveTo>
                      <a:pt x="2045" y="1"/>
                    </a:moveTo>
                    <a:cubicBezTo>
                      <a:pt x="1957" y="1"/>
                      <a:pt x="1868" y="16"/>
                      <a:pt x="1781" y="48"/>
                    </a:cubicBezTo>
                    <a:lnTo>
                      <a:pt x="0" y="663"/>
                    </a:lnTo>
                    <a:lnTo>
                      <a:pt x="0" y="6589"/>
                    </a:lnTo>
                    <a:lnTo>
                      <a:pt x="1781" y="7234"/>
                    </a:lnTo>
                    <a:cubicBezTo>
                      <a:pt x="1869" y="7265"/>
                      <a:pt x="1958" y="7279"/>
                      <a:pt x="2044" y="7279"/>
                    </a:cubicBezTo>
                    <a:cubicBezTo>
                      <a:pt x="2473" y="7279"/>
                      <a:pt x="2851" y="6926"/>
                      <a:pt x="2825" y="6466"/>
                    </a:cubicBezTo>
                    <a:lnTo>
                      <a:pt x="2825" y="785"/>
                    </a:lnTo>
                    <a:cubicBezTo>
                      <a:pt x="2825" y="331"/>
                      <a:pt x="2451" y="1"/>
                      <a:pt x="20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9" name="Google Shape;1519;p35"/>
          <p:cNvGrpSpPr/>
          <p:nvPr/>
        </p:nvGrpSpPr>
        <p:grpSpPr>
          <a:xfrm>
            <a:off x="7339689" y="3574588"/>
            <a:ext cx="508200" cy="508200"/>
            <a:chOff x="7339689" y="3574588"/>
            <a:chExt cx="508200" cy="508200"/>
          </a:xfrm>
        </p:grpSpPr>
        <p:sp>
          <p:nvSpPr>
            <p:cNvPr id="1520" name="Google Shape;1520;p35"/>
            <p:cNvSpPr/>
            <p:nvPr/>
          </p:nvSpPr>
          <p:spPr>
            <a:xfrm>
              <a:off x="7339689" y="3574588"/>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1" name="Google Shape;1521;p35"/>
            <p:cNvGrpSpPr/>
            <p:nvPr/>
          </p:nvGrpSpPr>
          <p:grpSpPr>
            <a:xfrm>
              <a:off x="7436132" y="3677011"/>
              <a:ext cx="314979" cy="303220"/>
              <a:chOff x="7123663" y="1721863"/>
              <a:chExt cx="340850" cy="328125"/>
            </a:xfrm>
          </p:grpSpPr>
          <p:sp>
            <p:nvSpPr>
              <p:cNvPr id="1522" name="Google Shape;1522;p35"/>
              <p:cNvSpPr/>
              <p:nvPr/>
            </p:nvSpPr>
            <p:spPr>
              <a:xfrm>
                <a:off x="7349338" y="1721863"/>
                <a:ext cx="115175" cy="63150"/>
              </a:xfrm>
              <a:custGeom>
                <a:avLst/>
                <a:gdLst/>
                <a:ahLst/>
                <a:cxnLst/>
                <a:rect l="l" t="t" r="r" b="b"/>
                <a:pathLst>
                  <a:path w="4607" h="2526" extrusionOk="0">
                    <a:moveTo>
                      <a:pt x="3551" y="1"/>
                    </a:moveTo>
                    <a:cubicBezTo>
                      <a:pt x="3253" y="1"/>
                      <a:pt x="2979" y="346"/>
                      <a:pt x="3225" y="658"/>
                    </a:cubicBezTo>
                    <a:lnTo>
                      <a:pt x="3378" y="873"/>
                    </a:lnTo>
                    <a:lnTo>
                      <a:pt x="553" y="873"/>
                    </a:lnTo>
                    <a:cubicBezTo>
                      <a:pt x="1" y="873"/>
                      <a:pt x="1" y="1672"/>
                      <a:pt x="553" y="1672"/>
                    </a:cubicBezTo>
                    <a:lnTo>
                      <a:pt x="3378" y="1672"/>
                    </a:lnTo>
                    <a:lnTo>
                      <a:pt x="3225" y="1856"/>
                    </a:lnTo>
                    <a:cubicBezTo>
                      <a:pt x="2975" y="2174"/>
                      <a:pt x="3263" y="2525"/>
                      <a:pt x="3566" y="2525"/>
                    </a:cubicBezTo>
                    <a:cubicBezTo>
                      <a:pt x="3673" y="2525"/>
                      <a:pt x="3782" y="2482"/>
                      <a:pt x="3870" y="2378"/>
                    </a:cubicBezTo>
                    <a:lnTo>
                      <a:pt x="4515" y="1487"/>
                    </a:lnTo>
                    <a:cubicBezTo>
                      <a:pt x="4607" y="1364"/>
                      <a:pt x="4607" y="1150"/>
                      <a:pt x="4515" y="1027"/>
                    </a:cubicBezTo>
                    <a:lnTo>
                      <a:pt x="3870" y="167"/>
                    </a:lnTo>
                    <a:cubicBezTo>
                      <a:pt x="3777" y="50"/>
                      <a:pt x="3662" y="1"/>
                      <a:pt x="35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5"/>
              <p:cNvSpPr/>
              <p:nvPr/>
            </p:nvSpPr>
            <p:spPr>
              <a:xfrm>
                <a:off x="7306363" y="1800488"/>
                <a:ext cx="103650" cy="181950"/>
              </a:xfrm>
              <a:custGeom>
                <a:avLst/>
                <a:gdLst/>
                <a:ahLst/>
                <a:cxnLst/>
                <a:rect l="l" t="t" r="r" b="b"/>
                <a:pathLst>
                  <a:path w="4146" h="7278" extrusionOk="0">
                    <a:moveTo>
                      <a:pt x="4146" y="0"/>
                    </a:moveTo>
                    <a:lnTo>
                      <a:pt x="0" y="3624"/>
                    </a:lnTo>
                    <a:lnTo>
                      <a:pt x="4146" y="7278"/>
                    </a:lnTo>
                    <a:lnTo>
                      <a:pt x="41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5"/>
              <p:cNvSpPr/>
              <p:nvPr/>
            </p:nvSpPr>
            <p:spPr>
              <a:xfrm>
                <a:off x="7137463" y="1785888"/>
                <a:ext cx="258725" cy="113650"/>
              </a:xfrm>
              <a:custGeom>
                <a:avLst/>
                <a:gdLst/>
                <a:ahLst/>
                <a:cxnLst/>
                <a:rect l="l" t="t" r="r" b="b"/>
                <a:pathLst>
                  <a:path w="10349" h="4546" extrusionOk="0">
                    <a:moveTo>
                      <a:pt x="1" y="1"/>
                    </a:moveTo>
                    <a:lnTo>
                      <a:pt x="5190" y="4545"/>
                    </a:lnTo>
                    <a:lnTo>
                      <a:pt x="103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5"/>
              <p:cNvSpPr/>
              <p:nvPr/>
            </p:nvSpPr>
            <p:spPr>
              <a:xfrm>
                <a:off x="7123663" y="1800488"/>
                <a:ext cx="104425" cy="181950"/>
              </a:xfrm>
              <a:custGeom>
                <a:avLst/>
                <a:gdLst/>
                <a:ahLst/>
                <a:cxnLst/>
                <a:rect l="l" t="t" r="r" b="b"/>
                <a:pathLst>
                  <a:path w="4177" h="7278" extrusionOk="0">
                    <a:moveTo>
                      <a:pt x="0" y="0"/>
                    </a:moveTo>
                    <a:lnTo>
                      <a:pt x="0" y="7278"/>
                    </a:lnTo>
                    <a:lnTo>
                      <a:pt x="4176" y="3624"/>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5"/>
              <p:cNvSpPr/>
              <p:nvPr/>
            </p:nvSpPr>
            <p:spPr>
              <a:xfrm>
                <a:off x="7137463" y="1904888"/>
                <a:ext cx="258725" cy="92150"/>
              </a:xfrm>
              <a:custGeom>
                <a:avLst/>
                <a:gdLst/>
                <a:ahLst/>
                <a:cxnLst/>
                <a:rect l="l" t="t" r="r" b="b"/>
                <a:pathLst>
                  <a:path w="10349" h="3686" extrusionOk="0">
                    <a:moveTo>
                      <a:pt x="4238" y="0"/>
                    </a:moveTo>
                    <a:lnTo>
                      <a:pt x="1" y="3685"/>
                    </a:lnTo>
                    <a:lnTo>
                      <a:pt x="10349" y="3685"/>
                    </a:lnTo>
                    <a:lnTo>
                      <a:pt x="6173" y="0"/>
                    </a:lnTo>
                    <a:lnTo>
                      <a:pt x="5467" y="614"/>
                    </a:lnTo>
                    <a:cubicBezTo>
                      <a:pt x="5390" y="676"/>
                      <a:pt x="5298" y="707"/>
                      <a:pt x="5206" y="707"/>
                    </a:cubicBezTo>
                    <a:cubicBezTo>
                      <a:pt x="5113" y="707"/>
                      <a:pt x="5021" y="676"/>
                      <a:pt x="4945" y="614"/>
                    </a:cubicBezTo>
                    <a:lnTo>
                      <a:pt x="42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5"/>
              <p:cNvSpPr/>
              <p:nvPr/>
            </p:nvSpPr>
            <p:spPr>
              <a:xfrm>
                <a:off x="7178163" y="1838863"/>
                <a:ext cx="284825" cy="211125"/>
              </a:xfrm>
              <a:custGeom>
                <a:avLst/>
                <a:gdLst/>
                <a:ahLst/>
                <a:cxnLst/>
                <a:rect l="l" t="t" r="r" b="b"/>
                <a:pathLst>
                  <a:path w="11393" h="8445" extrusionOk="0">
                    <a:moveTo>
                      <a:pt x="10072" y="1"/>
                    </a:moveTo>
                    <a:lnTo>
                      <a:pt x="10072" y="6695"/>
                    </a:lnTo>
                    <a:cubicBezTo>
                      <a:pt x="10072" y="6909"/>
                      <a:pt x="9918" y="7094"/>
                      <a:pt x="9703" y="7094"/>
                    </a:cubicBezTo>
                    <a:lnTo>
                      <a:pt x="0" y="7094"/>
                    </a:lnTo>
                    <a:lnTo>
                      <a:pt x="0" y="8046"/>
                    </a:lnTo>
                    <a:cubicBezTo>
                      <a:pt x="0" y="8261"/>
                      <a:pt x="154" y="8445"/>
                      <a:pt x="369" y="8445"/>
                    </a:cubicBezTo>
                    <a:lnTo>
                      <a:pt x="11024" y="8445"/>
                    </a:lnTo>
                    <a:cubicBezTo>
                      <a:pt x="11239" y="8445"/>
                      <a:pt x="11392" y="8261"/>
                      <a:pt x="11392" y="8046"/>
                    </a:cubicBezTo>
                    <a:lnTo>
                      <a:pt x="11392" y="400"/>
                    </a:lnTo>
                    <a:cubicBezTo>
                      <a:pt x="11392" y="185"/>
                      <a:pt x="11239" y="31"/>
                      <a:pt x="11024" y="31"/>
                    </a:cubicBezTo>
                    <a:lnTo>
                      <a:pt x="110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8" name="Google Shape;1528;p35"/>
          <p:cNvGrpSpPr/>
          <p:nvPr/>
        </p:nvGrpSpPr>
        <p:grpSpPr>
          <a:xfrm>
            <a:off x="8663788" y="3322775"/>
            <a:ext cx="508788" cy="1226150"/>
            <a:chOff x="7556013" y="2945450"/>
            <a:chExt cx="508788" cy="1226150"/>
          </a:xfrm>
        </p:grpSpPr>
        <p:sp>
          <p:nvSpPr>
            <p:cNvPr id="1529" name="Google Shape;1529;p35"/>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5"/>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5"/>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5"/>
            <p:cNvSpPr/>
            <p:nvPr/>
          </p:nvSpPr>
          <p:spPr>
            <a:xfrm>
              <a:off x="7556013"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5"/>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 name="Google Shape;1534;p35"/>
          <p:cNvGrpSpPr/>
          <p:nvPr/>
        </p:nvGrpSpPr>
        <p:grpSpPr>
          <a:xfrm>
            <a:off x="8581100" y="3032275"/>
            <a:ext cx="309275" cy="834600"/>
            <a:chOff x="7473325" y="2654950"/>
            <a:chExt cx="309275" cy="834600"/>
          </a:xfrm>
        </p:grpSpPr>
        <p:sp>
          <p:nvSpPr>
            <p:cNvPr id="1535" name="Google Shape;1535;p35"/>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5"/>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5"/>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5"/>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 name="Google Shape;1539;p35"/>
          <p:cNvGrpSpPr/>
          <p:nvPr/>
        </p:nvGrpSpPr>
        <p:grpSpPr>
          <a:xfrm>
            <a:off x="8433063" y="2775110"/>
            <a:ext cx="508200" cy="508200"/>
            <a:chOff x="8433063" y="2775110"/>
            <a:chExt cx="508200" cy="508200"/>
          </a:xfrm>
        </p:grpSpPr>
        <p:sp>
          <p:nvSpPr>
            <p:cNvPr id="1540" name="Google Shape;1540;p35"/>
            <p:cNvSpPr/>
            <p:nvPr/>
          </p:nvSpPr>
          <p:spPr>
            <a:xfrm>
              <a:off x="8433063" y="2775110"/>
              <a:ext cx="508200" cy="50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1" name="Google Shape;1541;p35"/>
            <p:cNvGrpSpPr/>
            <p:nvPr/>
          </p:nvGrpSpPr>
          <p:grpSpPr>
            <a:xfrm>
              <a:off x="8591581" y="2885850"/>
              <a:ext cx="190850" cy="286610"/>
              <a:chOff x="5764138" y="1722188"/>
              <a:chExt cx="206525" cy="310150"/>
            </a:xfrm>
          </p:grpSpPr>
          <p:sp>
            <p:nvSpPr>
              <p:cNvPr id="1542" name="Google Shape;1542;p35"/>
              <p:cNvSpPr/>
              <p:nvPr/>
            </p:nvSpPr>
            <p:spPr>
              <a:xfrm>
                <a:off x="5764138" y="1992388"/>
                <a:ext cx="172750" cy="39950"/>
              </a:xfrm>
              <a:custGeom>
                <a:avLst/>
                <a:gdLst/>
                <a:ahLst/>
                <a:cxnLst/>
                <a:rect l="l" t="t" r="r" b="b"/>
                <a:pathLst>
                  <a:path w="6910" h="1598" extrusionOk="0">
                    <a:moveTo>
                      <a:pt x="1" y="1"/>
                    </a:moveTo>
                    <a:lnTo>
                      <a:pt x="1" y="492"/>
                    </a:lnTo>
                    <a:cubicBezTo>
                      <a:pt x="1" y="1106"/>
                      <a:pt x="492" y="1598"/>
                      <a:pt x="1076" y="1598"/>
                    </a:cubicBezTo>
                    <a:lnTo>
                      <a:pt x="5835" y="1598"/>
                    </a:lnTo>
                    <a:cubicBezTo>
                      <a:pt x="6418" y="1598"/>
                      <a:pt x="6910" y="1106"/>
                      <a:pt x="6910" y="492"/>
                    </a:cubicBezTo>
                    <a:lnTo>
                      <a:pt x="69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5"/>
              <p:cNvSpPr/>
              <p:nvPr/>
            </p:nvSpPr>
            <p:spPr>
              <a:xfrm>
                <a:off x="5884663" y="1868038"/>
                <a:ext cx="86000" cy="100575"/>
              </a:xfrm>
              <a:custGeom>
                <a:avLst/>
                <a:gdLst/>
                <a:ahLst/>
                <a:cxnLst/>
                <a:rect l="l" t="t" r="r" b="b"/>
                <a:pathLst>
                  <a:path w="3440" h="4023" extrusionOk="0">
                    <a:moveTo>
                      <a:pt x="1751" y="1"/>
                    </a:moveTo>
                    <a:cubicBezTo>
                      <a:pt x="799" y="1"/>
                      <a:pt x="1" y="768"/>
                      <a:pt x="1" y="1720"/>
                    </a:cubicBezTo>
                    <a:cubicBezTo>
                      <a:pt x="1" y="2518"/>
                      <a:pt x="584" y="3225"/>
                      <a:pt x="1383" y="3378"/>
                    </a:cubicBezTo>
                    <a:lnTo>
                      <a:pt x="1383" y="3654"/>
                    </a:lnTo>
                    <a:cubicBezTo>
                      <a:pt x="1383" y="3869"/>
                      <a:pt x="1567" y="4023"/>
                      <a:pt x="1782" y="4023"/>
                    </a:cubicBezTo>
                    <a:cubicBezTo>
                      <a:pt x="2887" y="3869"/>
                      <a:pt x="3440" y="3010"/>
                      <a:pt x="3440" y="1904"/>
                    </a:cubicBezTo>
                    <a:cubicBezTo>
                      <a:pt x="3440" y="830"/>
                      <a:pt x="2734" y="1"/>
                      <a:pt x="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5"/>
              <p:cNvSpPr/>
              <p:nvPr/>
            </p:nvSpPr>
            <p:spPr>
              <a:xfrm>
                <a:off x="5764138" y="1722188"/>
                <a:ext cx="172750" cy="252575"/>
              </a:xfrm>
              <a:custGeom>
                <a:avLst/>
                <a:gdLst/>
                <a:ahLst/>
                <a:cxnLst/>
                <a:rect l="l" t="t" r="r" b="b"/>
                <a:pathLst>
                  <a:path w="6910" h="10103" extrusionOk="0">
                    <a:moveTo>
                      <a:pt x="3494" y="1594"/>
                    </a:moveTo>
                    <a:cubicBezTo>
                      <a:pt x="3944" y="1594"/>
                      <a:pt x="3944" y="2307"/>
                      <a:pt x="3494" y="2307"/>
                    </a:cubicBezTo>
                    <a:cubicBezTo>
                      <a:pt x="3477" y="2307"/>
                      <a:pt x="3459" y="2306"/>
                      <a:pt x="3440" y="2303"/>
                    </a:cubicBezTo>
                    <a:lnTo>
                      <a:pt x="1905" y="2303"/>
                    </a:lnTo>
                    <a:cubicBezTo>
                      <a:pt x="1885" y="2306"/>
                      <a:pt x="1866" y="2307"/>
                      <a:pt x="1847" y="2307"/>
                    </a:cubicBezTo>
                    <a:cubicBezTo>
                      <a:pt x="1371" y="2307"/>
                      <a:pt x="1371" y="1594"/>
                      <a:pt x="1847" y="1594"/>
                    </a:cubicBezTo>
                    <a:cubicBezTo>
                      <a:pt x="1866" y="1594"/>
                      <a:pt x="1885" y="1595"/>
                      <a:pt x="1905" y="1597"/>
                    </a:cubicBezTo>
                    <a:lnTo>
                      <a:pt x="3440" y="1597"/>
                    </a:lnTo>
                    <a:cubicBezTo>
                      <a:pt x="3459" y="1595"/>
                      <a:pt x="3477" y="1594"/>
                      <a:pt x="3494" y="1594"/>
                    </a:cubicBezTo>
                    <a:close/>
                    <a:moveTo>
                      <a:pt x="5060" y="3129"/>
                    </a:moveTo>
                    <a:cubicBezTo>
                      <a:pt x="5518" y="3129"/>
                      <a:pt x="5510" y="3870"/>
                      <a:pt x="5034" y="3870"/>
                    </a:cubicBezTo>
                    <a:cubicBezTo>
                      <a:pt x="5025" y="3870"/>
                      <a:pt x="5015" y="3870"/>
                      <a:pt x="5006" y="3869"/>
                    </a:cubicBezTo>
                    <a:lnTo>
                      <a:pt x="2857" y="3869"/>
                    </a:lnTo>
                    <a:cubicBezTo>
                      <a:pt x="2847" y="3870"/>
                      <a:pt x="2838" y="3870"/>
                      <a:pt x="2829" y="3870"/>
                    </a:cubicBezTo>
                    <a:cubicBezTo>
                      <a:pt x="2353" y="3870"/>
                      <a:pt x="2344" y="3129"/>
                      <a:pt x="2803" y="3129"/>
                    </a:cubicBezTo>
                    <a:cubicBezTo>
                      <a:pt x="2820" y="3129"/>
                      <a:pt x="2838" y="3130"/>
                      <a:pt x="2857" y="3132"/>
                    </a:cubicBezTo>
                    <a:lnTo>
                      <a:pt x="5006" y="3132"/>
                    </a:lnTo>
                    <a:cubicBezTo>
                      <a:pt x="5025" y="3130"/>
                      <a:pt x="5043" y="3129"/>
                      <a:pt x="5060" y="3129"/>
                    </a:cubicBezTo>
                    <a:close/>
                    <a:moveTo>
                      <a:pt x="1893" y="4683"/>
                    </a:moveTo>
                    <a:cubicBezTo>
                      <a:pt x="1927" y="4683"/>
                      <a:pt x="1962" y="4688"/>
                      <a:pt x="1997" y="4698"/>
                    </a:cubicBezTo>
                    <a:cubicBezTo>
                      <a:pt x="2181" y="4760"/>
                      <a:pt x="2304" y="4975"/>
                      <a:pt x="2242" y="5159"/>
                    </a:cubicBezTo>
                    <a:cubicBezTo>
                      <a:pt x="2193" y="5325"/>
                      <a:pt x="2045" y="5410"/>
                      <a:pt x="1895" y="5410"/>
                    </a:cubicBezTo>
                    <a:cubicBezTo>
                      <a:pt x="1767" y="5410"/>
                      <a:pt x="1638" y="5348"/>
                      <a:pt x="1567" y="5220"/>
                    </a:cubicBezTo>
                    <a:cubicBezTo>
                      <a:pt x="1431" y="4976"/>
                      <a:pt x="1632" y="4683"/>
                      <a:pt x="1893" y="4683"/>
                    </a:cubicBezTo>
                    <a:close/>
                    <a:moveTo>
                      <a:pt x="4227" y="4683"/>
                    </a:moveTo>
                    <a:cubicBezTo>
                      <a:pt x="4260" y="4683"/>
                      <a:pt x="4295" y="4688"/>
                      <a:pt x="4330" y="4698"/>
                    </a:cubicBezTo>
                    <a:cubicBezTo>
                      <a:pt x="4515" y="4760"/>
                      <a:pt x="4637" y="4944"/>
                      <a:pt x="4576" y="5128"/>
                    </a:cubicBezTo>
                    <a:lnTo>
                      <a:pt x="4576" y="5159"/>
                    </a:lnTo>
                    <a:cubicBezTo>
                      <a:pt x="4526" y="5325"/>
                      <a:pt x="4378" y="5410"/>
                      <a:pt x="4229" y="5410"/>
                    </a:cubicBezTo>
                    <a:cubicBezTo>
                      <a:pt x="4101" y="5410"/>
                      <a:pt x="3971" y="5348"/>
                      <a:pt x="3901" y="5220"/>
                    </a:cubicBezTo>
                    <a:cubicBezTo>
                      <a:pt x="3765" y="4976"/>
                      <a:pt x="3966" y="4683"/>
                      <a:pt x="4227" y="4683"/>
                    </a:cubicBezTo>
                    <a:close/>
                    <a:moveTo>
                      <a:pt x="3059" y="4681"/>
                    </a:moveTo>
                    <a:cubicBezTo>
                      <a:pt x="3184" y="4681"/>
                      <a:pt x="3309" y="4744"/>
                      <a:pt x="3379" y="4883"/>
                    </a:cubicBezTo>
                    <a:cubicBezTo>
                      <a:pt x="3471" y="5036"/>
                      <a:pt x="3409" y="5251"/>
                      <a:pt x="3256" y="5343"/>
                    </a:cubicBezTo>
                    <a:lnTo>
                      <a:pt x="3225" y="5374"/>
                    </a:lnTo>
                    <a:cubicBezTo>
                      <a:pt x="3171" y="5404"/>
                      <a:pt x="3114" y="5418"/>
                      <a:pt x="3059" y="5418"/>
                    </a:cubicBezTo>
                    <a:cubicBezTo>
                      <a:pt x="2833" y="5418"/>
                      <a:pt x="2629" y="5191"/>
                      <a:pt x="2703" y="4944"/>
                    </a:cubicBezTo>
                    <a:cubicBezTo>
                      <a:pt x="2754" y="4775"/>
                      <a:pt x="2906" y="4681"/>
                      <a:pt x="3059" y="4681"/>
                    </a:cubicBezTo>
                    <a:close/>
                    <a:moveTo>
                      <a:pt x="1076" y="0"/>
                    </a:moveTo>
                    <a:cubicBezTo>
                      <a:pt x="492" y="0"/>
                      <a:pt x="1" y="461"/>
                      <a:pt x="1" y="1075"/>
                    </a:cubicBezTo>
                    <a:lnTo>
                      <a:pt x="1" y="10103"/>
                    </a:lnTo>
                    <a:lnTo>
                      <a:pt x="5651" y="10103"/>
                    </a:lnTo>
                    <a:cubicBezTo>
                      <a:pt x="5589" y="9980"/>
                      <a:pt x="5528" y="9857"/>
                      <a:pt x="5497" y="9734"/>
                    </a:cubicBezTo>
                    <a:cubicBezTo>
                      <a:pt x="4637" y="9335"/>
                      <a:pt x="4115" y="8475"/>
                      <a:pt x="4115" y="7554"/>
                    </a:cubicBezTo>
                    <a:cubicBezTo>
                      <a:pt x="4115" y="6173"/>
                      <a:pt x="5228" y="5102"/>
                      <a:pt x="6551" y="5102"/>
                    </a:cubicBezTo>
                    <a:cubicBezTo>
                      <a:pt x="6669" y="5102"/>
                      <a:pt x="6789" y="5111"/>
                      <a:pt x="6910" y="5128"/>
                    </a:cubicBezTo>
                    <a:lnTo>
                      <a:pt x="6910" y="1075"/>
                    </a:lnTo>
                    <a:cubicBezTo>
                      <a:pt x="6910" y="492"/>
                      <a:pt x="6418" y="0"/>
                      <a:pt x="58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48"/>
        <p:cNvGrpSpPr/>
        <p:nvPr/>
      </p:nvGrpSpPr>
      <p:grpSpPr>
        <a:xfrm>
          <a:off x="0" y="0"/>
          <a:ext cx="0" cy="0"/>
          <a:chOff x="0" y="0"/>
          <a:chExt cx="0" cy="0"/>
        </a:xfrm>
      </p:grpSpPr>
      <p:sp>
        <p:nvSpPr>
          <p:cNvPr id="1549" name="Google Shape;1549;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Contenido de esta plantilla</a:t>
            </a:r>
            <a:endParaRPr/>
          </a:p>
        </p:txBody>
      </p:sp>
      <p:graphicFrame>
        <p:nvGraphicFramePr>
          <p:cNvPr id="1550" name="Google Shape;1550;p36"/>
          <p:cNvGraphicFramePr/>
          <p:nvPr/>
        </p:nvGraphicFramePr>
        <p:xfrm>
          <a:off x="719988" y="1846293"/>
          <a:ext cx="3000000" cy="3000000"/>
        </p:xfrm>
        <a:graphic>
          <a:graphicData uri="http://schemas.openxmlformats.org/drawingml/2006/table">
            <a:tbl>
              <a:tblPr>
                <a:noFill/>
                <a:tableStyleId>{0A962230-4F77-4ABE-9BE0-74B063F37B1E}</a:tableStyleId>
              </a:tblPr>
              <a:tblGrid>
                <a:gridCol w="2558225">
                  <a:extLst>
                    <a:ext uri="{9D8B030D-6E8A-4147-A177-3AD203B41FA5}">
                      <a16:colId xmlns:a16="http://schemas.microsoft.com/office/drawing/2014/main" val="20000"/>
                    </a:ext>
                  </a:extLst>
                </a:gridCol>
                <a:gridCol w="5145775">
                  <a:extLst>
                    <a:ext uri="{9D8B030D-6E8A-4147-A177-3AD203B41FA5}">
                      <a16:colId xmlns:a16="http://schemas.microsoft.com/office/drawing/2014/main" val="20001"/>
                    </a:ext>
                  </a:extLst>
                </a:gridCol>
              </a:tblGrid>
              <a:tr h="350500">
                <a:tc>
                  <a:txBody>
                    <a:bodyPr/>
                    <a:lstStyle/>
                    <a:p>
                      <a:pPr marL="0" lvl="0" indent="0" algn="l" rtl="0">
                        <a:lnSpc>
                          <a:spcPct val="115000"/>
                        </a:lnSpc>
                        <a:spcBef>
                          <a:spcPts val="0"/>
                        </a:spcBef>
                        <a:spcAft>
                          <a:spcPts val="0"/>
                        </a:spcAft>
                        <a:buNone/>
                      </a:pPr>
                      <a:r>
                        <a:rPr lang="en" sz="1100" b="1" u="sng">
                          <a:solidFill>
                            <a:schemeClr val="dk1"/>
                          </a:solidFill>
                          <a:latin typeface="Metrophobic"/>
                          <a:ea typeface="Metrophobic"/>
                          <a:cs typeface="Metrophobic"/>
                          <a:sym typeface="Metrophobic"/>
                          <a:hlinkClick r:id="rId3" action="ppaction://hlinksldjump">
                            <a:extLst>
                              <a:ext uri="{A12FA001-AC4F-418D-AE19-62706E023703}">
                                <ahyp:hlinkClr xmlns:ahyp="http://schemas.microsoft.com/office/drawing/2018/hyperlinkcolor" val="tx"/>
                              </a:ext>
                            </a:extLst>
                          </a:hlinkClick>
                        </a:rPr>
                        <a:t>Fuentes</a:t>
                      </a:r>
                      <a:endParaRPr sz="1100" b="1" u="sng">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lnSpc>
                          <a:spcPct val="115000"/>
                        </a:lnSpc>
                        <a:spcBef>
                          <a:spcPts val="0"/>
                        </a:spcBef>
                        <a:spcAft>
                          <a:spcPts val="1600"/>
                        </a:spcAft>
                        <a:buNone/>
                      </a:pPr>
                      <a:r>
                        <a:rPr lang="en" sz="900">
                          <a:solidFill>
                            <a:schemeClr val="dk1"/>
                          </a:solidFill>
                          <a:latin typeface="Metrophobic"/>
                          <a:ea typeface="Metrophobic"/>
                          <a:cs typeface="Metrophobic"/>
                          <a:sym typeface="Metrophobic"/>
                        </a:rPr>
                        <a:t>Para ver las tipografías correctas en PowerPoint, descárgalas e instálalas en tu equipo</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l" rtl="0">
                        <a:lnSpc>
                          <a:spcPct val="115000"/>
                        </a:lnSpc>
                        <a:spcBef>
                          <a:spcPts val="0"/>
                        </a:spcBef>
                        <a:spcAft>
                          <a:spcPts val="0"/>
                        </a:spcAft>
                        <a:buNone/>
                      </a:pPr>
                      <a:r>
                        <a:rPr lang="en" sz="1100" b="1" u="sng">
                          <a:solidFill>
                            <a:schemeClr val="dk1"/>
                          </a:solidFill>
                          <a:latin typeface="Metrophobic"/>
                          <a:ea typeface="Metrophobic"/>
                          <a:cs typeface="Metrophobic"/>
                          <a:sym typeface="Metrophobic"/>
                          <a:hlinkClick r:id="rId4" action="ppaction://hlinksldjump">
                            <a:extLst>
                              <a:ext uri="{A12FA001-AC4F-418D-AE19-62706E023703}">
                                <ahyp:hlinkClr xmlns:ahyp="http://schemas.microsoft.com/office/drawing/2018/hyperlinkcolor" val="tx"/>
                              </a:ext>
                            </a:extLst>
                          </a:hlinkClick>
                        </a:rPr>
                        <a:t>Recursos usados</a:t>
                      </a:r>
                      <a:r>
                        <a:rPr lang="en" sz="1100" b="1">
                          <a:solidFill>
                            <a:schemeClr val="dk1"/>
                          </a:solidFill>
                          <a:uFill>
                            <a:noFill/>
                          </a:uFill>
                          <a:latin typeface="Metrophobic"/>
                          <a:ea typeface="Metrophobic"/>
                          <a:cs typeface="Metrophobic"/>
                          <a:sym typeface="Metrophobic"/>
                          <a:hlinkClick r:id="rId4" action="ppaction://hlinksldjump">
                            <a:extLst>
                              <a:ext uri="{A12FA001-AC4F-418D-AE19-62706E023703}">
                                <ahyp:hlinkClr xmlns:ahyp="http://schemas.microsoft.com/office/drawing/2018/hyperlinkcolor" val="tx"/>
                              </a:ext>
                            </a:extLst>
                          </a:hlinkClick>
                        </a:rPr>
                        <a:t> </a:t>
                      </a:r>
                      <a:r>
                        <a:rPr lang="en" sz="1100" b="1">
                          <a:solidFill>
                            <a:schemeClr val="dk1"/>
                          </a:solidFill>
                          <a:latin typeface="Metrophobic"/>
                          <a:ea typeface="Metrophobic"/>
                          <a:cs typeface="Metrophobic"/>
                          <a:sym typeface="Metrophobic"/>
                        </a:rPr>
                        <a:t>y </a:t>
                      </a:r>
                      <a:r>
                        <a:rPr lang="en" sz="1100" b="1" u="sng">
                          <a:solidFill>
                            <a:schemeClr val="dk1"/>
                          </a:solidFill>
                          <a:latin typeface="Metrophobic"/>
                          <a:ea typeface="Metrophobic"/>
                          <a:cs typeface="Metrophobic"/>
                          <a:sym typeface="Metrophobic"/>
                          <a:hlinkClick r:id="rId5" action="ppaction://hlinksldjump">
                            <a:extLst>
                              <a:ext uri="{A12FA001-AC4F-418D-AE19-62706E023703}">
                                <ahyp:hlinkClr xmlns:ahyp="http://schemas.microsoft.com/office/drawing/2018/hyperlinkcolor" val="tx"/>
                              </a:ext>
                            </a:extLst>
                          </a:hlinkClick>
                        </a:rPr>
                        <a:t>alternativos</a:t>
                      </a:r>
                      <a:endParaRPr sz="1100" b="1" u="sng">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marR="0" lvl="0" indent="0" algn="l" rtl="0">
                        <a:lnSpc>
                          <a:spcPct val="115000"/>
                        </a:lnSpc>
                        <a:spcBef>
                          <a:spcPts val="0"/>
                        </a:spcBef>
                        <a:spcAft>
                          <a:spcPts val="1600"/>
                        </a:spcAft>
                        <a:buNone/>
                      </a:pPr>
                      <a:r>
                        <a:rPr lang="en" sz="900">
                          <a:solidFill>
                            <a:schemeClr val="dk1"/>
                          </a:solidFill>
                          <a:latin typeface="Metrophobic"/>
                          <a:ea typeface="Metrophobic"/>
                          <a:cs typeface="Metrophobic"/>
                          <a:sym typeface="Metrophobic"/>
                        </a:rPr>
                        <a:t>Una variedad de recursos gráficos acordes al estilo de nuestro diseño</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l" rtl="0">
                        <a:lnSpc>
                          <a:spcPct val="115000"/>
                        </a:lnSpc>
                        <a:spcBef>
                          <a:spcPts val="0"/>
                        </a:spcBef>
                        <a:spcAft>
                          <a:spcPts val="0"/>
                        </a:spcAft>
                        <a:buNone/>
                      </a:pPr>
                      <a:r>
                        <a:rPr lang="en" sz="1100" b="1" u="sng">
                          <a:solidFill>
                            <a:schemeClr val="dk1"/>
                          </a:solidFill>
                          <a:latin typeface="Metrophobic"/>
                          <a:ea typeface="Metrophobic"/>
                          <a:cs typeface="Metrophobic"/>
                          <a:sym typeface="Metrophobic"/>
                          <a:hlinkClick r:id="rId6" action="ppaction://hlinksldjump">
                            <a:extLst>
                              <a:ext uri="{A12FA001-AC4F-418D-AE19-62706E023703}">
                                <ahyp:hlinkClr xmlns:ahyp="http://schemas.microsoft.com/office/drawing/2018/hyperlinkcolor" val="tx"/>
                              </a:ext>
                            </a:extLst>
                          </a:hlinkClick>
                        </a:rPr>
                        <a:t>Diapositiva de agradecimientos</a:t>
                      </a:r>
                      <a:endParaRPr sz="1100" b="1" u="sng">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lnSpc>
                          <a:spcPct val="115000"/>
                        </a:lnSpc>
                        <a:spcBef>
                          <a:spcPts val="0"/>
                        </a:spcBef>
                        <a:spcAft>
                          <a:spcPts val="1600"/>
                        </a:spcAft>
                        <a:buNone/>
                      </a:pPr>
                      <a:r>
                        <a:rPr lang="en" sz="900">
                          <a:solidFill>
                            <a:schemeClr val="dk1"/>
                          </a:solidFill>
                          <a:latin typeface="Metrophobic"/>
                          <a:ea typeface="Metrophobic"/>
                          <a:cs typeface="Metrophobic"/>
                          <a:sym typeface="Metrophobic"/>
                        </a:rPr>
                        <a:t>La debes conservar para dar los créditos correspondientes a nuestro diseño</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l" rtl="0">
                        <a:lnSpc>
                          <a:spcPct val="115000"/>
                        </a:lnSpc>
                        <a:spcBef>
                          <a:spcPts val="0"/>
                        </a:spcBef>
                        <a:spcAft>
                          <a:spcPts val="0"/>
                        </a:spcAft>
                        <a:buNone/>
                      </a:pPr>
                      <a:r>
                        <a:rPr lang="en" sz="1100" b="1" u="sng">
                          <a:solidFill>
                            <a:schemeClr val="dk1"/>
                          </a:solidFill>
                          <a:latin typeface="Metrophobic"/>
                          <a:ea typeface="Metrophobic"/>
                          <a:cs typeface="Metrophobic"/>
                          <a:sym typeface="Metrophobic"/>
                          <a:hlinkClick r:id="rId3" action="ppaction://hlinksldjump">
                            <a:extLst>
                              <a:ext uri="{A12FA001-AC4F-418D-AE19-62706E023703}">
                                <ahyp:hlinkClr xmlns:ahyp="http://schemas.microsoft.com/office/drawing/2018/hyperlinkcolor" val="tx"/>
                              </a:ext>
                            </a:extLst>
                          </a:hlinkClick>
                        </a:rPr>
                        <a:t>Colores</a:t>
                      </a:r>
                      <a:endParaRPr sz="1100" b="1" u="sng">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lnSpc>
                          <a:spcPct val="115000"/>
                        </a:lnSpc>
                        <a:spcBef>
                          <a:spcPts val="0"/>
                        </a:spcBef>
                        <a:spcAft>
                          <a:spcPts val="1600"/>
                        </a:spcAft>
                        <a:buNone/>
                      </a:pPr>
                      <a:r>
                        <a:rPr lang="en" sz="900">
                          <a:solidFill>
                            <a:schemeClr val="dk1"/>
                          </a:solidFill>
                          <a:latin typeface="Metrophobic"/>
                          <a:ea typeface="Metrophobic"/>
                          <a:cs typeface="Metrophobic"/>
                          <a:sym typeface="Metrophobic"/>
                        </a:rPr>
                        <a:t>Todos los colores que se han usado en esta presentación</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l" rtl="0">
                        <a:lnSpc>
                          <a:spcPct val="115000"/>
                        </a:lnSpc>
                        <a:spcBef>
                          <a:spcPts val="0"/>
                        </a:spcBef>
                        <a:spcAft>
                          <a:spcPts val="0"/>
                        </a:spcAft>
                        <a:buNone/>
                      </a:pPr>
                      <a:r>
                        <a:rPr lang="en" sz="1100" b="1" u="sng">
                          <a:solidFill>
                            <a:schemeClr val="dk1"/>
                          </a:solidFill>
                          <a:latin typeface="Metrophobic"/>
                          <a:ea typeface="Metrophobic"/>
                          <a:cs typeface="Metrophobic"/>
                          <a:sym typeface="Metrophobic"/>
                          <a:hlinkClick r:id="rId7" action="ppaction://hlinksldjump">
                            <a:extLst>
                              <a:ext uri="{A12FA001-AC4F-418D-AE19-62706E023703}">
                                <ahyp:hlinkClr xmlns:ahyp="http://schemas.microsoft.com/office/drawing/2018/hyperlinkcolor" val="tx"/>
                              </a:ext>
                            </a:extLst>
                          </a:hlinkClick>
                        </a:rPr>
                        <a:t>Recursos infográficos</a:t>
                      </a:r>
                      <a:r>
                        <a:rPr lang="en" sz="1100" b="1">
                          <a:solidFill>
                            <a:schemeClr val="dk1"/>
                          </a:solidFill>
                          <a:latin typeface="Metrophobic"/>
                          <a:ea typeface="Metrophobic"/>
                          <a:cs typeface="Metrophobic"/>
                          <a:sym typeface="Metrophobic"/>
                        </a:rPr>
                        <a:t> e </a:t>
                      </a:r>
                      <a:r>
                        <a:rPr lang="en" sz="1100" b="1" u="sng">
                          <a:solidFill>
                            <a:schemeClr val="dk1"/>
                          </a:solidFill>
                          <a:latin typeface="Metrophobic"/>
                          <a:ea typeface="Metrophobic"/>
                          <a:cs typeface="Metrophobic"/>
                          <a:sym typeface="Metrophobic"/>
                          <a:hlinkClick r:id="rId7" action="ppaction://hlinksldjump">
                            <a:extLst>
                              <a:ext uri="{A12FA001-AC4F-418D-AE19-62706E023703}">
                                <ahyp:hlinkClr xmlns:ahyp="http://schemas.microsoft.com/office/drawing/2018/hyperlinkcolor" val="tx"/>
                              </a:ext>
                            </a:extLst>
                          </a:hlinkClick>
                        </a:rPr>
                        <a:t>iconos</a:t>
                      </a:r>
                      <a:endParaRPr sz="1100" b="1" u="sng">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sz="900">
                          <a:solidFill>
                            <a:schemeClr val="dk1"/>
                          </a:solidFill>
                          <a:latin typeface="Metrophobic"/>
                          <a:ea typeface="Metrophobic"/>
                          <a:cs typeface="Metrophobic"/>
                          <a:sym typeface="Metrophobic"/>
                        </a:rPr>
                        <a:t>Pueden utilizarse en la presentación: su tamaño y color se pueden editar</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l" rtl="0">
                        <a:lnSpc>
                          <a:spcPct val="115000"/>
                        </a:lnSpc>
                        <a:spcBef>
                          <a:spcPts val="0"/>
                        </a:spcBef>
                        <a:spcAft>
                          <a:spcPts val="0"/>
                        </a:spcAft>
                        <a:buNone/>
                      </a:pPr>
                      <a:r>
                        <a:rPr lang="en" sz="1100" b="1">
                          <a:solidFill>
                            <a:schemeClr val="dk1"/>
                          </a:solidFill>
                          <a:latin typeface="Metrophobic"/>
                          <a:ea typeface="Metrophobic"/>
                          <a:cs typeface="Metrophobic"/>
                          <a:sym typeface="Metrophobic"/>
                        </a:rPr>
                        <a:t>Tema editable de la presentación </a:t>
                      </a:r>
                      <a:endParaRPr sz="1100" b="1">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lnSpc>
                          <a:spcPct val="115000"/>
                        </a:lnSpc>
                        <a:spcBef>
                          <a:spcPts val="0"/>
                        </a:spcBef>
                        <a:spcAft>
                          <a:spcPts val="1600"/>
                        </a:spcAft>
                        <a:buNone/>
                      </a:pPr>
                      <a:r>
                        <a:rPr lang="en" sz="900">
                          <a:solidFill>
                            <a:schemeClr val="dk1"/>
                          </a:solidFill>
                          <a:latin typeface="Metrophobic"/>
                          <a:ea typeface="Metrophobic"/>
                          <a:cs typeface="Metrophobic"/>
                          <a:sym typeface="Metrophobic"/>
                        </a:rPr>
                        <a:t>Las diapositivas maestras pueden editarse fácilmente. Haz clic </a:t>
                      </a:r>
                      <a:r>
                        <a:rPr lang="en" sz="900" b="1" u="sng">
                          <a:solidFill>
                            <a:schemeClr val="dk1"/>
                          </a:solidFill>
                          <a:latin typeface="Metrophobic"/>
                          <a:ea typeface="Metrophobic"/>
                          <a:cs typeface="Metrophobic"/>
                          <a:sym typeface="Metrophobic"/>
                          <a:hlinkClick r:id="rId8">
                            <a:extLst>
                              <a:ext uri="{A12FA001-AC4F-418D-AE19-62706E023703}">
                                <ahyp:hlinkClr xmlns:ahyp="http://schemas.microsoft.com/office/drawing/2018/hyperlinkcolor" val="tx"/>
                              </a:ext>
                            </a:extLst>
                          </a:hlinkClick>
                        </a:rPr>
                        <a:t>aquí</a:t>
                      </a:r>
                      <a:r>
                        <a:rPr lang="en" sz="900">
                          <a:solidFill>
                            <a:schemeClr val="dk1"/>
                          </a:solidFill>
                          <a:latin typeface="Metrophobic"/>
                          <a:ea typeface="Metrophobic"/>
                          <a:cs typeface="Metrophobic"/>
                          <a:sym typeface="Metrophobic"/>
                        </a:rPr>
                        <a:t> para saber cómo</a:t>
                      </a:r>
                      <a:endParaRPr sz="900">
                        <a:solidFill>
                          <a:schemeClr val="dk1"/>
                        </a:solidFill>
                        <a:latin typeface="Metrophobic"/>
                        <a:ea typeface="Metrophobic"/>
                        <a:cs typeface="Metrophobic"/>
                        <a:sym typeface="Metrophobic"/>
                      </a:endParaRPr>
                    </a:p>
                  </a:txBody>
                  <a:tcPr marL="91425" marR="91425" marT="91425" marB="9142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1551" name="Google Shape;1551;p36"/>
          <p:cNvSpPr txBox="1"/>
          <p:nvPr/>
        </p:nvSpPr>
        <p:spPr>
          <a:xfrm>
            <a:off x="720000" y="1264606"/>
            <a:ext cx="7704000" cy="277500"/>
          </a:xfrm>
          <a:prstGeom prst="rect">
            <a:avLst/>
          </a:prstGeom>
          <a:noFill/>
          <a:ln>
            <a:noFill/>
          </a:ln>
        </p:spPr>
        <p:txBody>
          <a:bodyPr spcFirstLastPara="1" wrap="square" lIns="91425" tIns="91425" rIns="0" bIns="91425" anchor="ctr" anchorCtr="0">
            <a:noAutofit/>
          </a:bodyPr>
          <a:lstStyle/>
          <a:p>
            <a:pPr marL="0" lvl="0" indent="0" algn="l" rtl="0">
              <a:spcBef>
                <a:spcPts val="0"/>
              </a:spcBef>
              <a:spcAft>
                <a:spcPts val="0"/>
              </a:spcAft>
              <a:buNone/>
            </a:pPr>
            <a:r>
              <a:rPr lang="en" sz="1200">
                <a:solidFill>
                  <a:schemeClr val="dk1"/>
                </a:solidFill>
                <a:latin typeface="Metrophobic"/>
                <a:ea typeface="Metrophobic"/>
                <a:cs typeface="Metrophobic"/>
                <a:sym typeface="Metrophobic"/>
              </a:rPr>
              <a:t>Puedes eliminar esta diapositiva cuando hayas terminado de editar la presentación</a:t>
            </a:r>
            <a:endParaRPr sz="1200">
              <a:solidFill>
                <a:schemeClr val="dk1"/>
              </a:solidFill>
              <a:latin typeface="Metrophobic"/>
              <a:ea typeface="Metrophobic"/>
              <a:cs typeface="Metrophobic"/>
              <a:sym typeface="Metrophobic"/>
            </a:endParaRPr>
          </a:p>
        </p:txBody>
      </p:sp>
      <p:sp>
        <p:nvSpPr>
          <p:cNvPr id="1552" name="Google Shape;1552;p36"/>
          <p:cNvSpPr txBox="1"/>
          <p:nvPr/>
        </p:nvSpPr>
        <p:spPr>
          <a:xfrm>
            <a:off x="713225" y="4207750"/>
            <a:ext cx="1696800" cy="3798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Metrophobic"/>
                <a:ea typeface="Metrophobic"/>
                <a:cs typeface="Metrophobic"/>
                <a:sym typeface="Metrophobic"/>
              </a:rPr>
              <a:t>Más información:</a:t>
            </a:r>
            <a:br>
              <a:rPr lang="en" sz="1000">
                <a:solidFill>
                  <a:schemeClr val="dk1"/>
                </a:solidFill>
                <a:latin typeface="Metrophobic"/>
                <a:ea typeface="Metrophobic"/>
                <a:cs typeface="Metrophobic"/>
                <a:sym typeface="Metrophobic"/>
              </a:rPr>
            </a:br>
            <a:r>
              <a:rPr lang="en" sz="900" b="1" u="sng">
                <a:solidFill>
                  <a:schemeClr val="dk1"/>
                </a:solidFill>
                <a:latin typeface="Metrophobic"/>
                <a:ea typeface="Metrophobic"/>
                <a:cs typeface="Metrophobic"/>
                <a:sym typeface="Metrophobic"/>
                <a:hlinkClick r:id="rId9">
                  <a:extLst>
                    <a:ext uri="{A12FA001-AC4F-418D-AE19-62706E023703}">
                      <ahyp:hlinkClr xmlns:ahyp="http://schemas.microsoft.com/office/drawing/2018/hyperlinkcolor" val="tx"/>
                    </a:ext>
                  </a:extLst>
                </a:hlinkClick>
              </a:rPr>
              <a:t>SLIDESGO</a:t>
            </a:r>
            <a:r>
              <a:rPr lang="en" sz="900" b="1">
                <a:solidFill>
                  <a:schemeClr val="dk1"/>
                </a:solidFill>
                <a:uFill>
                  <a:noFill/>
                </a:uFill>
                <a:latin typeface="Metrophobic"/>
                <a:ea typeface="Metrophobic"/>
                <a:cs typeface="Metrophobic"/>
                <a:sym typeface="Metrophobic"/>
                <a:hlinkClick r:id="rId9">
                  <a:extLst>
                    <a:ext uri="{A12FA001-AC4F-418D-AE19-62706E023703}">
                      <ahyp:hlinkClr xmlns:ahyp="http://schemas.microsoft.com/office/drawing/2018/hyperlinkcolor" val="tx"/>
                    </a:ext>
                  </a:extLst>
                </a:hlinkClick>
              </a:rPr>
              <a:t> </a:t>
            </a:r>
            <a:r>
              <a:rPr lang="en" sz="900" b="1">
                <a:solidFill>
                  <a:schemeClr val="dk1"/>
                </a:solidFill>
                <a:latin typeface="Metrophobic"/>
                <a:ea typeface="Metrophobic"/>
                <a:cs typeface="Metrophobic"/>
                <a:sym typeface="Metrophobic"/>
              </a:rPr>
              <a:t>| </a:t>
            </a:r>
            <a:r>
              <a:rPr lang="en" sz="900" b="1" u="sng">
                <a:solidFill>
                  <a:schemeClr val="dk1"/>
                </a:solidFill>
                <a:latin typeface="Metrophobic"/>
                <a:ea typeface="Metrophobic"/>
                <a:cs typeface="Metrophobic"/>
                <a:sym typeface="Metrophobic"/>
                <a:hlinkClick r:id="rId10">
                  <a:extLst>
                    <a:ext uri="{A12FA001-AC4F-418D-AE19-62706E023703}">
                      <ahyp:hlinkClr xmlns:ahyp="http://schemas.microsoft.com/office/drawing/2018/hyperlinkcolor" val="tx"/>
                    </a:ext>
                  </a:extLst>
                </a:hlinkClick>
              </a:rPr>
              <a:t>BLOG</a:t>
            </a:r>
            <a:r>
              <a:rPr lang="en" sz="900" b="1">
                <a:solidFill>
                  <a:schemeClr val="dk1"/>
                </a:solidFill>
                <a:latin typeface="Metrophobic"/>
                <a:ea typeface="Metrophobic"/>
                <a:cs typeface="Metrophobic"/>
                <a:sym typeface="Metrophobic"/>
              </a:rPr>
              <a:t> | </a:t>
            </a:r>
            <a:r>
              <a:rPr lang="en" sz="900" b="1" u="sng">
                <a:solidFill>
                  <a:schemeClr val="dk1"/>
                </a:solidFill>
                <a:latin typeface="Metrophobic"/>
                <a:ea typeface="Metrophobic"/>
                <a:cs typeface="Metrophobic"/>
                <a:sym typeface="Metrophobic"/>
                <a:hlinkClick r:id="rId11">
                  <a:extLst>
                    <a:ext uri="{A12FA001-AC4F-418D-AE19-62706E023703}">
                      <ahyp:hlinkClr xmlns:ahyp="http://schemas.microsoft.com/office/drawing/2018/hyperlinkcolor" val="tx"/>
                    </a:ext>
                  </a:extLst>
                </a:hlinkClick>
              </a:rPr>
              <a:t>FAQ</a:t>
            </a:r>
            <a:endParaRPr sz="900" b="1" u="sng">
              <a:solidFill>
                <a:schemeClr val="dk1"/>
              </a:solidFill>
              <a:latin typeface="Metrophobic"/>
              <a:ea typeface="Metrophobic"/>
              <a:cs typeface="Metrophobic"/>
              <a:sym typeface="Metrophobic"/>
            </a:endParaRPr>
          </a:p>
        </p:txBody>
      </p:sp>
      <p:sp>
        <p:nvSpPr>
          <p:cNvPr id="1553" name="Google Shape;1553;p36"/>
          <p:cNvSpPr txBox="1"/>
          <p:nvPr/>
        </p:nvSpPr>
        <p:spPr>
          <a:xfrm>
            <a:off x="3278225" y="4207750"/>
            <a:ext cx="3096900" cy="3798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Metrophobic"/>
                <a:ea typeface="Metrophobic"/>
                <a:cs typeface="Metrophobic"/>
                <a:sym typeface="Metrophobic"/>
              </a:rPr>
              <a:t>Visita nuestros proyectos:</a:t>
            </a:r>
            <a:br>
              <a:rPr lang="en" sz="1000">
                <a:solidFill>
                  <a:schemeClr val="dk1"/>
                </a:solidFill>
                <a:latin typeface="Metrophobic"/>
                <a:ea typeface="Metrophobic"/>
                <a:cs typeface="Metrophobic"/>
                <a:sym typeface="Metrophobic"/>
              </a:rPr>
            </a:br>
            <a:r>
              <a:rPr lang="en" sz="900" b="1" u="sng">
                <a:solidFill>
                  <a:schemeClr val="dk1"/>
                </a:solidFill>
                <a:latin typeface="Metrophobic"/>
                <a:ea typeface="Metrophobic"/>
                <a:cs typeface="Metrophobic"/>
                <a:sym typeface="Metrophobic"/>
                <a:hlinkClick r:id="rId12">
                  <a:extLst>
                    <a:ext uri="{A12FA001-AC4F-418D-AE19-62706E023703}">
                      <ahyp:hlinkClr xmlns:ahyp="http://schemas.microsoft.com/office/drawing/2018/hyperlinkcolor" val="tx"/>
                    </a:ext>
                  </a:extLst>
                </a:hlinkClick>
              </a:rPr>
              <a:t>FREEPIK</a:t>
            </a:r>
            <a:r>
              <a:rPr lang="en" sz="900" b="1">
                <a:solidFill>
                  <a:schemeClr val="dk1"/>
                </a:solidFill>
                <a:latin typeface="Metrophobic"/>
                <a:ea typeface="Metrophobic"/>
                <a:cs typeface="Metrophobic"/>
                <a:sym typeface="Metrophobic"/>
              </a:rPr>
              <a:t> | </a:t>
            </a:r>
            <a:r>
              <a:rPr lang="en" sz="900" b="1" u="sng">
                <a:solidFill>
                  <a:schemeClr val="dk1"/>
                </a:solidFill>
                <a:latin typeface="Metrophobic"/>
                <a:ea typeface="Metrophobic"/>
                <a:cs typeface="Metrophobic"/>
                <a:sym typeface="Metrophobic"/>
                <a:hlinkClick r:id="rId13">
                  <a:extLst>
                    <a:ext uri="{A12FA001-AC4F-418D-AE19-62706E023703}">
                      <ahyp:hlinkClr xmlns:ahyp="http://schemas.microsoft.com/office/drawing/2018/hyperlinkcolor" val="tx"/>
                    </a:ext>
                  </a:extLst>
                </a:hlinkClick>
              </a:rPr>
              <a:t>FLATICON</a:t>
            </a:r>
            <a:r>
              <a:rPr lang="en" sz="900" b="1">
                <a:solidFill>
                  <a:schemeClr val="dk1"/>
                </a:solidFill>
                <a:latin typeface="Metrophobic"/>
                <a:ea typeface="Metrophobic"/>
                <a:cs typeface="Metrophobic"/>
                <a:sym typeface="Metrophobic"/>
              </a:rPr>
              <a:t> | </a:t>
            </a:r>
            <a:r>
              <a:rPr lang="en" sz="900" b="1" u="sng">
                <a:solidFill>
                  <a:schemeClr val="dk1"/>
                </a:solidFill>
                <a:latin typeface="Metrophobic"/>
                <a:ea typeface="Metrophobic"/>
                <a:cs typeface="Metrophobic"/>
                <a:sym typeface="Metrophobic"/>
                <a:hlinkClick r:id="rId14">
                  <a:extLst>
                    <a:ext uri="{A12FA001-AC4F-418D-AE19-62706E023703}">
                      <ahyp:hlinkClr xmlns:ahyp="http://schemas.microsoft.com/office/drawing/2018/hyperlinkcolor" val="tx"/>
                    </a:ext>
                  </a:extLst>
                </a:hlinkClick>
              </a:rPr>
              <a:t>STORYSET</a:t>
            </a:r>
            <a:r>
              <a:rPr lang="en" sz="900" b="1">
                <a:solidFill>
                  <a:schemeClr val="dk1"/>
                </a:solidFill>
                <a:latin typeface="Metrophobic"/>
                <a:ea typeface="Metrophobic"/>
                <a:cs typeface="Metrophobic"/>
                <a:sym typeface="Metrophobic"/>
              </a:rPr>
              <a:t> | </a:t>
            </a:r>
            <a:r>
              <a:rPr lang="en" sz="900" b="1" u="sng">
                <a:solidFill>
                  <a:schemeClr val="dk1"/>
                </a:solidFill>
                <a:latin typeface="Metrophobic"/>
                <a:ea typeface="Metrophobic"/>
                <a:cs typeface="Metrophobic"/>
                <a:sym typeface="Metrophobic"/>
                <a:hlinkClick r:id="rId15">
                  <a:extLst>
                    <a:ext uri="{A12FA001-AC4F-418D-AE19-62706E023703}">
                      <ahyp:hlinkClr xmlns:ahyp="http://schemas.microsoft.com/office/drawing/2018/hyperlinkcolor" val="tx"/>
                    </a:ext>
                  </a:extLst>
                </a:hlinkClick>
              </a:rPr>
              <a:t>WEPIK</a:t>
            </a:r>
            <a:r>
              <a:rPr lang="en" sz="900" b="1">
                <a:solidFill>
                  <a:schemeClr val="dk1"/>
                </a:solidFill>
                <a:uFill>
                  <a:noFill/>
                </a:uFill>
                <a:latin typeface="Metrophobic"/>
                <a:ea typeface="Metrophobic"/>
                <a:cs typeface="Metrophobic"/>
                <a:sym typeface="Metrophobic"/>
                <a:hlinkClick r:id="rId15">
                  <a:extLst>
                    <a:ext uri="{A12FA001-AC4F-418D-AE19-62706E023703}">
                      <ahyp:hlinkClr xmlns:ahyp="http://schemas.microsoft.com/office/drawing/2018/hyperlinkcolor" val="tx"/>
                    </a:ext>
                  </a:extLst>
                </a:hlinkClick>
              </a:rPr>
              <a:t> </a:t>
            </a:r>
            <a:r>
              <a:rPr lang="en" sz="900" b="1">
                <a:solidFill>
                  <a:schemeClr val="dk1"/>
                </a:solidFill>
                <a:latin typeface="Metrophobic"/>
                <a:ea typeface="Metrophobic"/>
                <a:cs typeface="Metrophobic"/>
                <a:sym typeface="Metrophobic"/>
              </a:rPr>
              <a:t>| </a:t>
            </a:r>
            <a:r>
              <a:rPr lang="en" sz="900" b="1" u="sng">
                <a:solidFill>
                  <a:schemeClr val="dk1"/>
                </a:solidFill>
                <a:latin typeface="Metrophobic"/>
                <a:ea typeface="Metrophobic"/>
                <a:cs typeface="Metrophobic"/>
                <a:sym typeface="Metrophobic"/>
                <a:hlinkClick r:id="rId16">
                  <a:extLst>
                    <a:ext uri="{A12FA001-AC4F-418D-AE19-62706E023703}">
                      <ahyp:hlinkClr xmlns:ahyp="http://schemas.microsoft.com/office/drawing/2018/hyperlinkcolor" val="tx"/>
                    </a:ext>
                  </a:extLst>
                </a:hlinkClick>
              </a:rPr>
              <a:t>VIDEVO</a:t>
            </a:r>
            <a:endParaRPr sz="900" b="1" u="sng">
              <a:solidFill>
                <a:schemeClr val="dk1"/>
              </a:solidFill>
              <a:latin typeface="Metrophobic"/>
              <a:ea typeface="Metrophobic"/>
              <a:cs typeface="Metrophobic"/>
              <a:sym typeface="Metrophobic"/>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557"/>
        <p:cNvGrpSpPr/>
        <p:nvPr/>
      </p:nvGrpSpPr>
      <p:grpSpPr>
        <a:xfrm>
          <a:off x="0" y="0"/>
          <a:ext cx="0" cy="0"/>
          <a:chOff x="0" y="0"/>
          <a:chExt cx="0" cy="0"/>
        </a:xfrm>
      </p:grpSpPr>
      <p:sp>
        <p:nvSpPr>
          <p:cNvPr id="1558" name="Google Shape;1558;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Tabla de contenidos</a:t>
            </a:r>
            <a:endParaRPr/>
          </a:p>
        </p:txBody>
      </p:sp>
      <p:sp>
        <p:nvSpPr>
          <p:cNvPr id="1559" name="Google Shape;1559;p37"/>
          <p:cNvSpPr txBox="1">
            <a:spLocks noGrp="1"/>
          </p:cNvSpPr>
          <p:nvPr>
            <p:ph type="subTitle" idx="3"/>
          </p:nvPr>
        </p:nvSpPr>
        <p:spPr>
          <a:xfrm>
            <a:off x="1696950" y="349608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describir en qué consiste la sección aquí</a:t>
            </a:r>
            <a:endParaRPr sz="1600">
              <a:solidFill>
                <a:srgbClr val="666666"/>
              </a:solidFill>
            </a:endParaRPr>
          </a:p>
        </p:txBody>
      </p:sp>
      <p:sp>
        <p:nvSpPr>
          <p:cNvPr id="1560" name="Google Shape;1560;p37"/>
          <p:cNvSpPr txBox="1">
            <a:spLocks noGrp="1"/>
          </p:cNvSpPr>
          <p:nvPr>
            <p:ph type="subTitle" idx="1"/>
          </p:nvPr>
        </p:nvSpPr>
        <p:spPr>
          <a:xfrm>
            <a:off x="1696950" y="206268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describir en qué consiste la sección aquí</a:t>
            </a:r>
            <a:endParaRPr/>
          </a:p>
        </p:txBody>
      </p:sp>
      <p:sp>
        <p:nvSpPr>
          <p:cNvPr id="1561" name="Google Shape;1561;p37"/>
          <p:cNvSpPr txBox="1">
            <a:spLocks noGrp="1"/>
          </p:cNvSpPr>
          <p:nvPr>
            <p:ph type="subTitle" idx="2"/>
          </p:nvPr>
        </p:nvSpPr>
        <p:spPr>
          <a:xfrm>
            <a:off x="5876244" y="206268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describir en qué consiste la sección aquí</a:t>
            </a:r>
            <a:endParaRPr/>
          </a:p>
        </p:txBody>
      </p:sp>
      <p:sp>
        <p:nvSpPr>
          <p:cNvPr id="1562" name="Google Shape;1562;p37"/>
          <p:cNvSpPr txBox="1">
            <a:spLocks noGrp="1"/>
          </p:cNvSpPr>
          <p:nvPr>
            <p:ph type="subTitle" idx="4"/>
          </p:nvPr>
        </p:nvSpPr>
        <p:spPr>
          <a:xfrm>
            <a:off x="5876244" y="349608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describir en qué consiste la sección aquí</a:t>
            </a:r>
            <a:endParaRPr/>
          </a:p>
        </p:txBody>
      </p:sp>
      <p:sp>
        <p:nvSpPr>
          <p:cNvPr id="1563" name="Google Shape;1563;p37"/>
          <p:cNvSpPr txBox="1">
            <a:spLocks noGrp="1"/>
          </p:cNvSpPr>
          <p:nvPr>
            <p:ph type="title" idx="5"/>
          </p:nvPr>
        </p:nvSpPr>
        <p:spPr>
          <a:xfrm>
            <a:off x="962252" y="1758192"/>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564" name="Google Shape;1564;p37"/>
          <p:cNvSpPr txBox="1">
            <a:spLocks noGrp="1"/>
          </p:cNvSpPr>
          <p:nvPr>
            <p:ph type="title" idx="6"/>
          </p:nvPr>
        </p:nvSpPr>
        <p:spPr>
          <a:xfrm>
            <a:off x="962252" y="3191600"/>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1565" name="Google Shape;1565;p37"/>
          <p:cNvSpPr txBox="1">
            <a:spLocks noGrp="1"/>
          </p:cNvSpPr>
          <p:nvPr>
            <p:ph type="title" idx="7"/>
          </p:nvPr>
        </p:nvSpPr>
        <p:spPr>
          <a:xfrm>
            <a:off x="5141552" y="1758192"/>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566" name="Google Shape;1566;p37"/>
          <p:cNvSpPr txBox="1">
            <a:spLocks noGrp="1"/>
          </p:cNvSpPr>
          <p:nvPr>
            <p:ph type="title" idx="8"/>
          </p:nvPr>
        </p:nvSpPr>
        <p:spPr>
          <a:xfrm>
            <a:off x="5141552" y="3191600"/>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1567" name="Google Shape;1567;p37"/>
          <p:cNvSpPr txBox="1">
            <a:spLocks noGrp="1"/>
          </p:cNvSpPr>
          <p:nvPr>
            <p:ph type="subTitle" idx="9"/>
          </p:nvPr>
        </p:nvSpPr>
        <p:spPr>
          <a:xfrm>
            <a:off x="1696950" y="178893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Sección</a:t>
            </a:r>
            <a:endParaRPr/>
          </a:p>
        </p:txBody>
      </p:sp>
      <p:sp>
        <p:nvSpPr>
          <p:cNvPr id="1568" name="Google Shape;1568;p37"/>
          <p:cNvSpPr txBox="1">
            <a:spLocks noGrp="1"/>
          </p:cNvSpPr>
          <p:nvPr>
            <p:ph type="subTitle" idx="13"/>
          </p:nvPr>
        </p:nvSpPr>
        <p:spPr>
          <a:xfrm>
            <a:off x="5876250" y="178893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Sección</a:t>
            </a:r>
            <a:endParaRPr/>
          </a:p>
        </p:txBody>
      </p:sp>
      <p:sp>
        <p:nvSpPr>
          <p:cNvPr id="1569" name="Google Shape;1569;p37"/>
          <p:cNvSpPr txBox="1">
            <a:spLocks noGrp="1"/>
          </p:cNvSpPr>
          <p:nvPr>
            <p:ph type="subTitle" idx="14"/>
          </p:nvPr>
        </p:nvSpPr>
        <p:spPr>
          <a:xfrm>
            <a:off x="1696950" y="3222405"/>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Sección</a:t>
            </a:r>
            <a:endParaRPr/>
          </a:p>
        </p:txBody>
      </p:sp>
      <p:sp>
        <p:nvSpPr>
          <p:cNvPr id="1570" name="Google Shape;1570;p37"/>
          <p:cNvSpPr txBox="1">
            <a:spLocks noGrp="1"/>
          </p:cNvSpPr>
          <p:nvPr>
            <p:ph type="subTitle" idx="15"/>
          </p:nvPr>
        </p:nvSpPr>
        <p:spPr>
          <a:xfrm>
            <a:off x="5876250" y="3222405"/>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Sección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74"/>
        <p:cNvGrpSpPr/>
        <p:nvPr/>
      </p:nvGrpSpPr>
      <p:grpSpPr>
        <a:xfrm>
          <a:off x="0" y="0"/>
          <a:ext cx="0" cy="0"/>
          <a:chOff x="0" y="0"/>
          <a:chExt cx="0" cy="0"/>
        </a:xfrm>
      </p:grpSpPr>
      <p:sp>
        <p:nvSpPr>
          <p:cNvPr id="1575" name="Google Shape;1575;p38"/>
          <p:cNvSpPr txBox="1">
            <a:spLocks noGrp="1"/>
          </p:cNvSpPr>
          <p:nvPr>
            <p:ph type="title"/>
          </p:nvPr>
        </p:nvSpPr>
        <p:spPr>
          <a:xfrm>
            <a:off x="2256125" y="1388100"/>
            <a:ext cx="4631700" cy="1460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Guau!</a:t>
            </a:r>
            <a:endParaRPr/>
          </a:p>
        </p:txBody>
      </p:sp>
      <p:sp>
        <p:nvSpPr>
          <p:cNvPr id="1576" name="Google Shape;1576;p38"/>
          <p:cNvSpPr txBox="1">
            <a:spLocks noGrp="1"/>
          </p:cNvSpPr>
          <p:nvPr>
            <p:ph type="subTitle" idx="1"/>
          </p:nvPr>
        </p:nvSpPr>
        <p:spPr>
          <a:xfrm>
            <a:off x="2256175" y="2772500"/>
            <a:ext cx="4631700" cy="883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Esta puede ser la parte de la presentación en la que puedes presentarte, escribir tu email, número de teléfono...</a:t>
            </a:r>
            <a:endParaRPr/>
          </a:p>
        </p:txBody>
      </p:sp>
      <p:grpSp>
        <p:nvGrpSpPr>
          <p:cNvPr id="1577" name="Google Shape;1577;p38"/>
          <p:cNvGrpSpPr/>
          <p:nvPr/>
        </p:nvGrpSpPr>
        <p:grpSpPr>
          <a:xfrm rot="10800000">
            <a:off x="-13107" y="1004850"/>
            <a:ext cx="1291225" cy="1202725"/>
            <a:chOff x="6773575" y="2030675"/>
            <a:chExt cx="1291225" cy="1202725"/>
          </a:xfrm>
        </p:grpSpPr>
        <p:sp>
          <p:nvSpPr>
            <p:cNvPr id="1578" name="Google Shape;1578;p38"/>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8"/>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8"/>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8"/>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 name="Google Shape;1582;p38"/>
          <p:cNvGrpSpPr/>
          <p:nvPr/>
        </p:nvGrpSpPr>
        <p:grpSpPr>
          <a:xfrm rot="10800000">
            <a:off x="1853943" y="-527925"/>
            <a:ext cx="1199075" cy="1453650"/>
            <a:chOff x="4998675" y="3312525"/>
            <a:chExt cx="1199075" cy="1453650"/>
          </a:xfrm>
        </p:grpSpPr>
        <p:sp>
          <p:nvSpPr>
            <p:cNvPr id="1583" name="Google Shape;1583;p38"/>
            <p:cNvSpPr/>
            <p:nvPr/>
          </p:nvSpPr>
          <p:spPr>
            <a:xfrm>
              <a:off x="5017425" y="3346875"/>
              <a:ext cx="1150650" cy="1419300"/>
            </a:xfrm>
            <a:custGeom>
              <a:avLst/>
              <a:gdLst/>
              <a:ahLst/>
              <a:cxnLst/>
              <a:rect l="l" t="t" r="r" b="b"/>
              <a:pathLst>
                <a:path w="46026" h="56772" fill="none" extrusionOk="0">
                  <a:moveTo>
                    <a:pt x="46026" y="56772"/>
                  </a:moveTo>
                  <a:lnTo>
                    <a:pt x="46026" y="13038"/>
                  </a:lnTo>
                  <a:cubicBezTo>
                    <a:pt x="46026" y="11309"/>
                    <a:pt x="44630" y="9914"/>
                    <a:pt x="42902" y="9914"/>
                  </a:cubicBezTo>
                  <a:lnTo>
                    <a:pt x="3124" y="9914"/>
                  </a:lnTo>
                  <a:cubicBezTo>
                    <a:pt x="1396" y="9914"/>
                    <a:pt x="1" y="8518"/>
                    <a:pt x="1" y="6790"/>
                  </a:cubicBez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8"/>
            <p:cNvSpPr/>
            <p:nvPr/>
          </p:nvSpPr>
          <p:spPr>
            <a:xfrm>
              <a:off x="4998675" y="3312525"/>
              <a:ext cx="37525" cy="37500"/>
            </a:xfrm>
            <a:custGeom>
              <a:avLst/>
              <a:gdLst/>
              <a:ahLst/>
              <a:cxnLst/>
              <a:rect l="l" t="t" r="r" b="b"/>
              <a:pathLst>
                <a:path w="1501" h="1500" extrusionOk="0">
                  <a:moveTo>
                    <a:pt x="751" y="0"/>
                  </a:moveTo>
                  <a:cubicBezTo>
                    <a:pt x="334" y="0"/>
                    <a:pt x="1" y="333"/>
                    <a:pt x="1" y="750"/>
                  </a:cubicBezTo>
                  <a:cubicBezTo>
                    <a:pt x="1" y="1166"/>
                    <a:pt x="334" y="1500"/>
                    <a:pt x="751" y="1500"/>
                  </a:cubicBezTo>
                  <a:cubicBezTo>
                    <a:pt x="1167" y="1500"/>
                    <a:pt x="1500" y="1166"/>
                    <a:pt x="1500" y="750"/>
                  </a:cubicBezTo>
                  <a:cubicBezTo>
                    <a:pt x="1500" y="333"/>
                    <a:pt x="1167" y="0"/>
                    <a:pt x="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8"/>
            <p:cNvSpPr/>
            <p:nvPr/>
          </p:nvSpPr>
          <p:spPr>
            <a:xfrm>
              <a:off x="6138375" y="3889400"/>
              <a:ext cx="59375" cy="59375"/>
            </a:xfrm>
            <a:custGeom>
              <a:avLst/>
              <a:gdLst/>
              <a:ahLst/>
              <a:cxnLst/>
              <a:rect l="l" t="t" r="r" b="b"/>
              <a:pathLst>
                <a:path w="2375" h="2375" extrusionOk="0">
                  <a:moveTo>
                    <a:pt x="1188" y="0"/>
                  </a:moveTo>
                  <a:cubicBezTo>
                    <a:pt x="521" y="0"/>
                    <a:pt x="1" y="542"/>
                    <a:pt x="1" y="1187"/>
                  </a:cubicBezTo>
                  <a:cubicBezTo>
                    <a:pt x="1" y="1854"/>
                    <a:pt x="521" y="2374"/>
                    <a:pt x="1188" y="2374"/>
                  </a:cubicBezTo>
                  <a:cubicBezTo>
                    <a:pt x="1833" y="2374"/>
                    <a:pt x="2375" y="1854"/>
                    <a:pt x="2375" y="1187"/>
                  </a:cubicBezTo>
                  <a:cubicBezTo>
                    <a:pt x="2375" y="542"/>
                    <a:pt x="1833" y="0"/>
                    <a:pt x="1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38"/>
          <p:cNvGrpSpPr/>
          <p:nvPr/>
        </p:nvGrpSpPr>
        <p:grpSpPr>
          <a:xfrm rot="10800000">
            <a:off x="2059593" y="624775"/>
            <a:ext cx="636250" cy="487350"/>
            <a:chOff x="5355850" y="3126125"/>
            <a:chExt cx="636250" cy="487350"/>
          </a:xfrm>
        </p:grpSpPr>
        <p:sp>
          <p:nvSpPr>
            <p:cNvPr id="1587" name="Google Shape;1587;p38"/>
            <p:cNvSpPr/>
            <p:nvPr/>
          </p:nvSpPr>
          <p:spPr>
            <a:xfrm>
              <a:off x="5406350" y="3151625"/>
              <a:ext cx="535775" cy="236400"/>
            </a:xfrm>
            <a:custGeom>
              <a:avLst/>
              <a:gdLst/>
              <a:ahLst/>
              <a:cxnLst/>
              <a:rect l="l" t="t" r="r" b="b"/>
              <a:pathLst>
                <a:path w="21431" h="9456" fill="none" extrusionOk="0">
                  <a:moveTo>
                    <a:pt x="15412" y="1"/>
                  </a:moveTo>
                  <a:lnTo>
                    <a:pt x="3124" y="1"/>
                  </a:lnTo>
                  <a:cubicBezTo>
                    <a:pt x="1396" y="1"/>
                    <a:pt x="1" y="1396"/>
                    <a:pt x="1" y="3125"/>
                  </a:cubicBezTo>
                  <a:lnTo>
                    <a:pt x="1" y="6332"/>
                  </a:lnTo>
                  <a:cubicBezTo>
                    <a:pt x="1" y="8061"/>
                    <a:pt x="1396" y="9456"/>
                    <a:pt x="3124" y="9456"/>
                  </a:cubicBezTo>
                  <a:lnTo>
                    <a:pt x="21430" y="945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8"/>
            <p:cNvSpPr/>
            <p:nvPr/>
          </p:nvSpPr>
          <p:spPr>
            <a:xfrm>
              <a:off x="5406350" y="3312525"/>
              <a:ext cx="25" cy="282200"/>
            </a:xfrm>
            <a:custGeom>
              <a:avLst/>
              <a:gdLst/>
              <a:ahLst/>
              <a:cxnLst/>
              <a:rect l="l" t="t" r="r" b="b"/>
              <a:pathLst>
                <a:path w="1" h="11288" fill="none" extrusionOk="0">
                  <a:moveTo>
                    <a:pt x="1" y="11288"/>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8"/>
            <p:cNvSpPr/>
            <p:nvPr/>
          </p:nvSpPr>
          <p:spPr>
            <a:xfrm>
              <a:off x="5791625" y="3126125"/>
              <a:ext cx="50525" cy="50525"/>
            </a:xfrm>
            <a:custGeom>
              <a:avLst/>
              <a:gdLst/>
              <a:ahLst/>
              <a:cxnLst/>
              <a:rect l="l" t="t" r="r" b="b"/>
              <a:pathLst>
                <a:path w="2021" h="2021" fill="none" extrusionOk="0">
                  <a:moveTo>
                    <a:pt x="2021" y="1021"/>
                  </a:moveTo>
                  <a:cubicBezTo>
                    <a:pt x="2021" y="1562"/>
                    <a:pt x="1563" y="2021"/>
                    <a:pt x="1000" y="2021"/>
                  </a:cubicBezTo>
                  <a:cubicBezTo>
                    <a:pt x="459" y="2021"/>
                    <a:pt x="1" y="1562"/>
                    <a:pt x="1" y="1021"/>
                  </a:cubicBezTo>
                  <a:cubicBezTo>
                    <a:pt x="1" y="459"/>
                    <a:pt x="459" y="0"/>
                    <a:pt x="1000"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8"/>
            <p:cNvSpPr/>
            <p:nvPr/>
          </p:nvSpPr>
          <p:spPr>
            <a:xfrm>
              <a:off x="5355850" y="3296375"/>
              <a:ext cx="101025" cy="101025"/>
            </a:xfrm>
            <a:custGeom>
              <a:avLst/>
              <a:gdLst/>
              <a:ahLst/>
              <a:cxnLst/>
              <a:rect l="l" t="t" r="r" b="b"/>
              <a:pathLst>
                <a:path w="4041" h="4041" extrusionOk="0">
                  <a:moveTo>
                    <a:pt x="2021" y="1"/>
                  </a:moveTo>
                  <a:cubicBezTo>
                    <a:pt x="896" y="1"/>
                    <a:pt x="0" y="896"/>
                    <a:pt x="0" y="2021"/>
                  </a:cubicBezTo>
                  <a:cubicBezTo>
                    <a:pt x="0" y="3145"/>
                    <a:pt x="896" y="4041"/>
                    <a:pt x="2021" y="4041"/>
                  </a:cubicBezTo>
                  <a:cubicBezTo>
                    <a:pt x="3145" y="4041"/>
                    <a:pt x="4041" y="3145"/>
                    <a:pt x="4041" y="2021"/>
                  </a:cubicBezTo>
                  <a:cubicBezTo>
                    <a:pt x="4041" y="896"/>
                    <a:pt x="3145" y="1"/>
                    <a:pt x="20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8"/>
            <p:cNvSpPr/>
            <p:nvPr/>
          </p:nvSpPr>
          <p:spPr>
            <a:xfrm>
              <a:off x="5942100" y="3362500"/>
              <a:ext cx="50000" cy="50525"/>
            </a:xfrm>
            <a:custGeom>
              <a:avLst/>
              <a:gdLst/>
              <a:ahLst/>
              <a:cxnLst/>
              <a:rect l="l" t="t" r="r" b="b"/>
              <a:pathLst>
                <a:path w="2000" h="2021" fill="none" extrusionOk="0">
                  <a:moveTo>
                    <a:pt x="2000" y="1021"/>
                  </a:moveTo>
                  <a:cubicBezTo>
                    <a:pt x="2000" y="1562"/>
                    <a:pt x="1562" y="2021"/>
                    <a:pt x="1000" y="2021"/>
                  </a:cubicBezTo>
                  <a:cubicBezTo>
                    <a:pt x="438" y="2021"/>
                    <a:pt x="0" y="1562"/>
                    <a:pt x="0" y="1021"/>
                  </a:cubicBezTo>
                  <a:cubicBezTo>
                    <a:pt x="0" y="459"/>
                    <a:pt x="438" y="0"/>
                    <a:pt x="1000" y="0"/>
                  </a:cubicBezTo>
                  <a:cubicBezTo>
                    <a:pt x="1562" y="0"/>
                    <a:pt x="2000" y="459"/>
                    <a:pt x="200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8"/>
            <p:cNvSpPr/>
            <p:nvPr/>
          </p:nvSpPr>
          <p:spPr>
            <a:xfrm>
              <a:off x="5387600" y="3575975"/>
              <a:ext cx="37525" cy="37500"/>
            </a:xfrm>
            <a:custGeom>
              <a:avLst/>
              <a:gdLst/>
              <a:ahLst/>
              <a:cxnLst/>
              <a:rect l="l" t="t" r="r" b="b"/>
              <a:pathLst>
                <a:path w="1501" h="1500" extrusionOk="0">
                  <a:moveTo>
                    <a:pt x="751" y="0"/>
                  </a:moveTo>
                  <a:cubicBezTo>
                    <a:pt x="334" y="0"/>
                    <a:pt x="1" y="333"/>
                    <a:pt x="1" y="750"/>
                  </a:cubicBezTo>
                  <a:cubicBezTo>
                    <a:pt x="1" y="1166"/>
                    <a:pt x="334" y="1499"/>
                    <a:pt x="751" y="1499"/>
                  </a:cubicBezTo>
                  <a:cubicBezTo>
                    <a:pt x="1167" y="1499"/>
                    <a:pt x="1500" y="1166"/>
                    <a:pt x="1500" y="750"/>
                  </a:cubicBezTo>
                  <a:cubicBezTo>
                    <a:pt x="1500" y="333"/>
                    <a:pt x="1167" y="0"/>
                    <a:pt x="751" y="0"/>
                  </a:cubicBezTo>
                  <a:close/>
                </a:path>
              </a:pathLst>
            </a:custGeom>
            <a:solidFill>
              <a:srgbClr val="FFFFFF"/>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 name="Google Shape;1593;p38"/>
          <p:cNvGrpSpPr/>
          <p:nvPr/>
        </p:nvGrpSpPr>
        <p:grpSpPr>
          <a:xfrm rot="10800000">
            <a:off x="7205425" y="3917750"/>
            <a:ext cx="1641625" cy="1697325"/>
            <a:chOff x="423725" y="1007600"/>
            <a:chExt cx="1641625" cy="1697325"/>
          </a:xfrm>
        </p:grpSpPr>
        <p:sp>
          <p:nvSpPr>
            <p:cNvPr id="1594" name="Google Shape;1594;p38"/>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8"/>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8"/>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8"/>
            <p:cNvSpPr/>
            <p:nvPr/>
          </p:nvSpPr>
          <p:spPr>
            <a:xfrm>
              <a:off x="1837300" y="2654400"/>
              <a:ext cx="50525" cy="50525"/>
            </a:xfrm>
            <a:custGeom>
              <a:avLst/>
              <a:gdLst/>
              <a:ahLst/>
              <a:cxnLst/>
              <a:rect l="l" t="t" r="r" b="b"/>
              <a:pathLst>
                <a:path w="2021" h="2021" fill="none" extrusionOk="0">
                  <a:moveTo>
                    <a:pt x="2020" y="1021"/>
                  </a:moveTo>
                  <a:cubicBezTo>
                    <a:pt x="2020" y="1563"/>
                    <a:pt x="1562" y="2021"/>
                    <a:pt x="1000" y="2021"/>
                  </a:cubicBezTo>
                  <a:cubicBezTo>
                    <a:pt x="458" y="2021"/>
                    <a:pt x="0" y="1563"/>
                    <a:pt x="0" y="1021"/>
                  </a:cubicBezTo>
                  <a:cubicBezTo>
                    <a:pt x="0" y="459"/>
                    <a:pt x="458" y="1"/>
                    <a:pt x="1000"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8"/>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8"/>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8"/>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 name="Google Shape;1601;p38"/>
          <p:cNvGrpSpPr/>
          <p:nvPr/>
        </p:nvGrpSpPr>
        <p:grpSpPr>
          <a:xfrm rot="10800000">
            <a:off x="7619525" y="3426775"/>
            <a:ext cx="1055875" cy="2708950"/>
            <a:chOff x="671575" y="486950"/>
            <a:chExt cx="1055875" cy="2708950"/>
          </a:xfrm>
        </p:grpSpPr>
        <p:sp>
          <p:nvSpPr>
            <p:cNvPr id="1602" name="Google Shape;1602;p38"/>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8"/>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8"/>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8"/>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8"/>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8"/>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8"/>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8"/>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 name="Google Shape;1610;p38"/>
          <p:cNvGrpSpPr/>
          <p:nvPr/>
        </p:nvGrpSpPr>
        <p:grpSpPr>
          <a:xfrm rot="10800000">
            <a:off x="7793925" y="3606400"/>
            <a:ext cx="647725" cy="2014925"/>
            <a:chOff x="905325" y="1001350"/>
            <a:chExt cx="647725" cy="2014925"/>
          </a:xfrm>
        </p:grpSpPr>
        <p:sp>
          <p:nvSpPr>
            <p:cNvPr id="1611" name="Google Shape;1611;p38"/>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8"/>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8"/>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8"/>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8"/>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8"/>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8"/>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8"/>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8"/>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8"/>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8"/>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8"/>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8"/>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8"/>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 name="Google Shape;1625;p38"/>
          <p:cNvGrpSpPr/>
          <p:nvPr/>
        </p:nvGrpSpPr>
        <p:grpSpPr>
          <a:xfrm rot="10800000">
            <a:off x="7800175" y="3587650"/>
            <a:ext cx="1343825" cy="645625"/>
            <a:chOff x="202975" y="2389400"/>
            <a:chExt cx="1343825" cy="645625"/>
          </a:xfrm>
        </p:grpSpPr>
        <p:sp>
          <p:nvSpPr>
            <p:cNvPr id="1626" name="Google Shape;1626;p38"/>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8"/>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38"/>
          <p:cNvGrpSpPr/>
          <p:nvPr/>
        </p:nvGrpSpPr>
        <p:grpSpPr>
          <a:xfrm>
            <a:off x="963364" y="1932050"/>
            <a:ext cx="504000" cy="504000"/>
            <a:chOff x="963364" y="1932050"/>
            <a:chExt cx="504000" cy="504000"/>
          </a:xfrm>
        </p:grpSpPr>
        <p:sp>
          <p:nvSpPr>
            <p:cNvPr id="1629" name="Google Shape;1629;p38"/>
            <p:cNvSpPr/>
            <p:nvPr/>
          </p:nvSpPr>
          <p:spPr>
            <a:xfrm flipH="1">
              <a:off x="963364" y="1932050"/>
              <a:ext cx="504000" cy="5040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0" name="Google Shape;1630;p38"/>
            <p:cNvGrpSpPr/>
            <p:nvPr/>
          </p:nvGrpSpPr>
          <p:grpSpPr>
            <a:xfrm>
              <a:off x="1042384" y="2013613"/>
              <a:ext cx="345919" cy="340924"/>
              <a:chOff x="3039888" y="2402313"/>
              <a:chExt cx="344575" cy="339600"/>
            </a:xfrm>
          </p:grpSpPr>
          <p:sp>
            <p:nvSpPr>
              <p:cNvPr id="1631" name="Google Shape;1631;p38"/>
              <p:cNvSpPr/>
              <p:nvPr/>
            </p:nvSpPr>
            <p:spPr>
              <a:xfrm>
                <a:off x="3114663" y="2575038"/>
                <a:ext cx="41025" cy="33525"/>
              </a:xfrm>
              <a:custGeom>
                <a:avLst/>
                <a:gdLst/>
                <a:ahLst/>
                <a:cxnLst/>
                <a:rect l="l" t="t" r="r" b="b"/>
                <a:pathLst>
                  <a:path w="1641" h="1341" extrusionOk="0">
                    <a:moveTo>
                      <a:pt x="1242" y="1"/>
                    </a:moveTo>
                    <a:lnTo>
                      <a:pt x="351" y="615"/>
                    </a:lnTo>
                    <a:cubicBezTo>
                      <a:pt x="1" y="865"/>
                      <a:pt x="222" y="1340"/>
                      <a:pt x="566" y="1340"/>
                    </a:cubicBezTo>
                    <a:cubicBezTo>
                      <a:pt x="643" y="1340"/>
                      <a:pt x="727" y="1316"/>
                      <a:pt x="812" y="1260"/>
                    </a:cubicBezTo>
                    <a:lnTo>
                      <a:pt x="1641" y="707"/>
                    </a:lnTo>
                    <a:cubicBezTo>
                      <a:pt x="1487" y="492"/>
                      <a:pt x="1334" y="246"/>
                      <a:pt x="1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8"/>
              <p:cNvSpPr/>
              <p:nvPr/>
            </p:nvSpPr>
            <p:spPr>
              <a:xfrm>
                <a:off x="3213238" y="2402313"/>
                <a:ext cx="171225" cy="168150"/>
              </a:xfrm>
              <a:custGeom>
                <a:avLst/>
                <a:gdLst/>
                <a:ahLst/>
                <a:cxnLst/>
                <a:rect l="l" t="t" r="r" b="b"/>
                <a:pathLst>
                  <a:path w="6849" h="6726" extrusionOk="0">
                    <a:moveTo>
                      <a:pt x="2181" y="1"/>
                    </a:moveTo>
                    <a:cubicBezTo>
                      <a:pt x="1413" y="1"/>
                      <a:pt x="676" y="185"/>
                      <a:pt x="1" y="553"/>
                    </a:cubicBezTo>
                    <a:lnTo>
                      <a:pt x="32" y="1260"/>
                    </a:lnTo>
                    <a:lnTo>
                      <a:pt x="32" y="1290"/>
                    </a:lnTo>
                    <a:cubicBezTo>
                      <a:pt x="32" y="2150"/>
                      <a:pt x="369" y="3501"/>
                      <a:pt x="1813" y="4944"/>
                    </a:cubicBezTo>
                    <a:cubicBezTo>
                      <a:pt x="2826" y="5988"/>
                      <a:pt x="4115" y="6725"/>
                      <a:pt x="5589" y="6725"/>
                    </a:cubicBezTo>
                    <a:lnTo>
                      <a:pt x="6326" y="6725"/>
                    </a:lnTo>
                    <a:cubicBezTo>
                      <a:pt x="6664" y="6081"/>
                      <a:pt x="6848" y="5344"/>
                      <a:pt x="6848" y="4637"/>
                    </a:cubicBezTo>
                    <a:cubicBezTo>
                      <a:pt x="6818" y="2058"/>
                      <a:pt x="4760" y="1"/>
                      <a:pt x="21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8"/>
              <p:cNvSpPr/>
              <p:nvPr/>
            </p:nvSpPr>
            <p:spPr>
              <a:xfrm>
                <a:off x="3039888" y="2429188"/>
                <a:ext cx="318475" cy="312725"/>
              </a:xfrm>
              <a:custGeom>
                <a:avLst/>
                <a:gdLst/>
                <a:ahLst/>
                <a:cxnLst/>
                <a:rect l="l" t="t" r="r" b="b"/>
                <a:pathLst>
                  <a:path w="12739" h="12509" extrusionOk="0">
                    <a:moveTo>
                      <a:pt x="6167" y="0"/>
                    </a:moveTo>
                    <a:cubicBezTo>
                      <a:pt x="5277" y="737"/>
                      <a:pt x="4724" y="1781"/>
                      <a:pt x="4570" y="2948"/>
                    </a:cubicBezTo>
                    <a:cubicBezTo>
                      <a:pt x="4570" y="3010"/>
                      <a:pt x="4540" y="3071"/>
                      <a:pt x="4540" y="3132"/>
                    </a:cubicBezTo>
                    <a:lnTo>
                      <a:pt x="394" y="5343"/>
                    </a:lnTo>
                    <a:cubicBezTo>
                      <a:pt x="0" y="5553"/>
                      <a:pt x="213" y="6101"/>
                      <a:pt x="571" y="6101"/>
                    </a:cubicBezTo>
                    <a:cubicBezTo>
                      <a:pt x="632" y="6101"/>
                      <a:pt x="696" y="6085"/>
                      <a:pt x="763" y="6050"/>
                    </a:cubicBezTo>
                    <a:lnTo>
                      <a:pt x="4570" y="4023"/>
                    </a:lnTo>
                    <a:cubicBezTo>
                      <a:pt x="4601" y="4269"/>
                      <a:pt x="4632" y="4514"/>
                      <a:pt x="4693" y="4760"/>
                    </a:cubicBezTo>
                    <a:cubicBezTo>
                      <a:pt x="5154" y="6357"/>
                      <a:pt x="6413" y="7616"/>
                      <a:pt x="8040" y="8015"/>
                    </a:cubicBezTo>
                    <a:cubicBezTo>
                      <a:pt x="8225" y="8076"/>
                      <a:pt x="8439" y="8107"/>
                      <a:pt x="8654" y="8138"/>
                    </a:cubicBezTo>
                    <a:lnTo>
                      <a:pt x="6628" y="11914"/>
                    </a:lnTo>
                    <a:cubicBezTo>
                      <a:pt x="6462" y="12225"/>
                      <a:pt x="6730" y="12508"/>
                      <a:pt x="6997" y="12508"/>
                    </a:cubicBezTo>
                    <a:cubicBezTo>
                      <a:pt x="7126" y="12508"/>
                      <a:pt x="7254" y="12443"/>
                      <a:pt x="7334" y="12283"/>
                    </a:cubicBezTo>
                    <a:lnTo>
                      <a:pt x="9545" y="8138"/>
                    </a:lnTo>
                    <a:cubicBezTo>
                      <a:pt x="9791" y="8138"/>
                      <a:pt x="10067" y="8076"/>
                      <a:pt x="10313" y="8015"/>
                    </a:cubicBezTo>
                    <a:cubicBezTo>
                      <a:pt x="11264" y="7769"/>
                      <a:pt x="12124" y="7216"/>
                      <a:pt x="12738" y="6449"/>
                    </a:cubicBezTo>
                    <a:lnTo>
                      <a:pt x="12523" y="6449"/>
                    </a:lnTo>
                    <a:cubicBezTo>
                      <a:pt x="11449" y="6449"/>
                      <a:pt x="9821" y="6111"/>
                      <a:pt x="8163" y="4422"/>
                    </a:cubicBezTo>
                    <a:cubicBezTo>
                      <a:pt x="6505" y="2764"/>
                      <a:pt x="6198" y="1259"/>
                      <a:pt x="6167" y="215"/>
                    </a:cubicBezTo>
                    <a:lnTo>
                      <a:pt x="61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8"/>
              <p:cNvSpPr/>
              <p:nvPr/>
            </p:nvSpPr>
            <p:spPr>
              <a:xfrm>
                <a:off x="3174038" y="2631088"/>
                <a:ext cx="36925" cy="35950"/>
              </a:xfrm>
              <a:custGeom>
                <a:avLst/>
                <a:gdLst/>
                <a:ahLst/>
                <a:cxnLst/>
                <a:rect l="l" t="t" r="r" b="b"/>
                <a:pathLst>
                  <a:path w="1477" h="1438" extrusionOk="0">
                    <a:moveTo>
                      <a:pt x="771" y="0"/>
                    </a:moveTo>
                    <a:lnTo>
                      <a:pt x="218" y="829"/>
                    </a:lnTo>
                    <a:cubicBezTo>
                      <a:pt x="1" y="1133"/>
                      <a:pt x="259" y="1437"/>
                      <a:pt x="538" y="1437"/>
                    </a:cubicBezTo>
                    <a:cubicBezTo>
                      <a:pt x="654" y="1437"/>
                      <a:pt x="773" y="1385"/>
                      <a:pt x="863" y="1259"/>
                    </a:cubicBezTo>
                    <a:lnTo>
                      <a:pt x="1477" y="369"/>
                    </a:lnTo>
                    <a:cubicBezTo>
                      <a:pt x="1231" y="276"/>
                      <a:pt x="1016" y="154"/>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35" name="Google Shape;1635;p38"/>
          <p:cNvGrpSpPr/>
          <p:nvPr/>
        </p:nvGrpSpPr>
        <p:grpSpPr>
          <a:xfrm>
            <a:off x="7173995" y="3825825"/>
            <a:ext cx="504000" cy="504000"/>
            <a:chOff x="7173995" y="3825825"/>
            <a:chExt cx="504000" cy="504000"/>
          </a:xfrm>
        </p:grpSpPr>
        <p:sp>
          <p:nvSpPr>
            <p:cNvPr id="1636" name="Google Shape;1636;p38"/>
            <p:cNvSpPr/>
            <p:nvPr/>
          </p:nvSpPr>
          <p:spPr>
            <a:xfrm flipH="1">
              <a:off x="7173995" y="3825825"/>
              <a:ext cx="504000" cy="504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7" name="Google Shape;1637;p38"/>
            <p:cNvGrpSpPr/>
            <p:nvPr/>
          </p:nvGrpSpPr>
          <p:grpSpPr>
            <a:xfrm>
              <a:off x="7273380" y="3941609"/>
              <a:ext cx="305509" cy="272886"/>
              <a:chOff x="1000888" y="3072463"/>
              <a:chExt cx="343925" cy="307200"/>
            </a:xfrm>
          </p:grpSpPr>
          <p:sp>
            <p:nvSpPr>
              <p:cNvPr id="1638" name="Google Shape;1638;p38"/>
              <p:cNvSpPr/>
              <p:nvPr/>
            </p:nvSpPr>
            <p:spPr>
              <a:xfrm>
                <a:off x="1098113" y="3072463"/>
                <a:ext cx="246700" cy="307200"/>
              </a:xfrm>
              <a:custGeom>
                <a:avLst/>
                <a:gdLst/>
                <a:ahLst/>
                <a:cxnLst/>
                <a:rect l="l" t="t" r="r" b="b"/>
                <a:pathLst>
                  <a:path w="9868" h="12288" extrusionOk="0">
                    <a:moveTo>
                      <a:pt x="9418" y="376"/>
                    </a:moveTo>
                    <a:cubicBezTo>
                      <a:pt x="9373" y="376"/>
                      <a:pt x="9328" y="384"/>
                      <a:pt x="9284" y="400"/>
                    </a:cubicBezTo>
                    <a:cubicBezTo>
                      <a:pt x="9223" y="431"/>
                      <a:pt x="9837" y="1"/>
                      <a:pt x="256" y="6818"/>
                    </a:cubicBezTo>
                    <a:cubicBezTo>
                      <a:pt x="134" y="6910"/>
                      <a:pt x="72" y="7033"/>
                      <a:pt x="72" y="7155"/>
                    </a:cubicBezTo>
                    <a:lnTo>
                      <a:pt x="72" y="11792"/>
                    </a:lnTo>
                    <a:cubicBezTo>
                      <a:pt x="0" y="12098"/>
                      <a:pt x="234" y="12288"/>
                      <a:pt x="464" y="12288"/>
                    </a:cubicBezTo>
                    <a:cubicBezTo>
                      <a:pt x="627" y="12288"/>
                      <a:pt x="789" y="12193"/>
                      <a:pt x="840" y="11976"/>
                    </a:cubicBezTo>
                    <a:lnTo>
                      <a:pt x="2529" y="8660"/>
                    </a:lnTo>
                    <a:lnTo>
                      <a:pt x="9745" y="1045"/>
                    </a:lnTo>
                    <a:cubicBezTo>
                      <a:pt x="9806" y="984"/>
                      <a:pt x="9867" y="861"/>
                      <a:pt x="9837" y="769"/>
                    </a:cubicBezTo>
                    <a:cubicBezTo>
                      <a:pt x="9837" y="541"/>
                      <a:pt x="9629" y="376"/>
                      <a:pt x="9418" y="37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8"/>
              <p:cNvSpPr/>
              <p:nvPr/>
            </p:nvSpPr>
            <p:spPr>
              <a:xfrm>
                <a:off x="1172838" y="3140038"/>
                <a:ext cx="156625" cy="227900"/>
              </a:xfrm>
              <a:custGeom>
                <a:avLst/>
                <a:gdLst/>
                <a:ahLst/>
                <a:cxnLst/>
                <a:rect l="l" t="t" r="r" b="b"/>
                <a:pathLst>
                  <a:path w="6265" h="9116" extrusionOk="0">
                    <a:moveTo>
                      <a:pt x="6264" y="0"/>
                    </a:moveTo>
                    <a:lnTo>
                      <a:pt x="185" y="6418"/>
                    </a:lnTo>
                    <a:lnTo>
                      <a:pt x="0" y="6817"/>
                    </a:lnTo>
                    <a:lnTo>
                      <a:pt x="2979" y="9028"/>
                    </a:lnTo>
                    <a:cubicBezTo>
                      <a:pt x="3049" y="9088"/>
                      <a:pt x="3132" y="9115"/>
                      <a:pt x="3215" y="9115"/>
                    </a:cubicBezTo>
                    <a:cubicBezTo>
                      <a:pt x="3385" y="9115"/>
                      <a:pt x="3552" y="8999"/>
                      <a:pt x="3593" y="8813"/>
                    </a:cubicBezTo>
                    <a:lnTo>
                      <a:pt x="626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8"/>
              <p:cNvSpPr/>
              <p:nvPr/>
            </p:nvSpPr>
            <p:spPr>
              <a:xfrm>
                <a:off x="1000888" y="3111613"/>
                <a:ext cx="254100" cy="138975"/>
              </a:xfrm>
              <a:custGeom>
                <a:avLst/>
                <a:gdLst/>
                <a:ahLst/>
                <a:cxnLst/>
                <a:rect l="l" t="t" r="r" b="b"/>
                <a:pathLst>
                  <a:path w="10164" h="5559" extrusionOk="0">
                    <a:moveTo>
                      <a:pt x="10164" y="1"/>
                    </a:moveTo>
                    <a:lnTo>
                      <a:pt x="369" y="3747"/>
                    </a:lnTo>
                    <a:cubicBezTo>
                      <a:pt x="0" y="3839"/>
                      <a:pt x="0" y="4392"/>
                      <a:pt x="369" y="4484"/>
                    </a:cubicBezTo>
                    <a:lnTo>
                      <a:pt x="3194" y="5559"/>
                    </a:lnTo>
                    <a:cubicBezTo>
                      <a:pt x="3194" y="5190"/>
                      <a:pt x="3378" y="4853"/>
                      <a:pt x="3685" y="4607"/>
                    </a:cubicBezTo>
                    <a:lnTo>
                      <a:pt x="1016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1" name="Google Shape;1641;p38"/>
          <p:cNvGrpSpPr/>
          <p:nvPr/>
        </p:nvGrpSpPr>
        <p:grpSpPr>
          <a:xfrm>
            <a:off x="4304780" y="229063"/>
            <a:ext cx="508200" cy="508200"/>
            <a:chOff x="4304780" y="229063"/>
            <a:chExt cx="508200" cy="508200"/>
          </a:xfrm>
        </p:grpSpPr>
        <p:sp>
          <p:nvSpPr>
            <p:cNvPr id="1642" name="Google Shape;1642;p38"/>
            <p:cNvSpPr/>
            <p:nvPr/>
          </p:nvSpPr>
          <p:spPr>
            <a:xfrm flipH="1">
              <a:off x="4304780" y="229063"/>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3" name="Google Shape;1643;p38"/>
            <p:cNvGrpSpPr/>
            <p:nvPr/>
          </p:nvGrpSpPr>
          <p:grpSpPr>
            <a:xfrm>
              <a:off x="4402264" y="358279"/>
              <a:ext cx="305520" cy="249767"/>
              <a:chOff x="7125188" y="3081838"/>
              <a:chExt cx="350850" cy="286825"/>
            </a:xfrm>
          </p:grpSpPr>
          <p:sp>
            <p:nvSpPr>
              <p:cNvPr id="1644" name="Google Shape;1644;p38"/>
              <p:cNvSpPr/>
              <p:nvPr/>
            </p:nvSpPr>
            <p:spPr>
              <a:xfrm>
                <a:off x="7346288" y="3196438"/>
                <a:ext cx="35325" cy="57950"/>
              </a:xfrm>
              <a:custGeom>
                <a:avLst/>
                <a:gdLst/>
                <a:ahLst/>
                <a:cxnLst/>
                <a:rect l="l" t="t" r="r" b="b"/>
                <a:pathLst>
                  <a:path w="1413" h="2318" extrusionOk="0">
                    <a:moveTo>
                      <a:pt x="572" y="1"/>
                    </a:moveTo>
                    <a:cubicBezTo>
                      <a:pt x="468" y="1"/>
                      <a:pt x="368" y="47"/>
                      <a:pt x="307" y="139"/>
                    </a:cubicBezTo>
                    <a:lnTo>
                      <a:pt x="307" y="108"/>
                    </a:lnTo>
                    <a:cubicBezTo>
                      <a:pt x="123" y="262"/>
                      <a:pt x="123" y="538"/>
                      <a:pt x="307" y="692"/>
                    </a:cubicBezTo>
                    <a:cubicBezTo>
                      <a:pt x="553" y="938"/>
                      <a:pt x="553" y="1367"/>
                      <a:pt x="307" y="1613"/>
                    </a:cubicBezTo>
                    <a:cubicBezTo>
                      <a:pt x="0" y="1920"/>
                      <a:pt x="274" y="2318"/>
                      <a:pt x="585" y="2318"/>
                    </a:cubicBezTo>
                    <a:cubicBezTo>
                      <a:pt x="678" y="2318"/>
                      <a:pt x="775" y="2282"/>
                      <a:pt x="860" y="2196"/>
                    </a:cubicBezTo>
                    <a:cubicBezTo>
                      <a:pt x="1412" y="1613"/>
                      <a:pt x="1412" y="692"/>
                      <a:pt x="860" y="139"/>
                    </a:cubicBezTo>
                    <a:cubicBezTo>
                      <a:pt x="783" y="47"/>
                      <a:pt x="675" y="1"/>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8"/>
              <p:cNvSpPr/>
              <p:nvPr/>
            </p:nvSpPr>
            <p:spPr>
              <a:xfrm>
                <a:off x="7376213" y="3166163"/>
                <a:ext cx="52225" cy="118175"/>
              </a:xfrm>
              <a:custGeom>
                <a:avLst/>
                <a:gdLst/>
                <a:ahLst/>
                <a:cxnLst/>
                <a:rect l="l" t="t" r="r" b="b"/>
                <a:pathLst>
                  <a:path w="2089" h="4727" extrusionOk="0">
                    <a:moveTo>
                      <a:pt x="585" y="1"/>
                    </a:moveTo>
                    <a:cubicBezTo>
                      <a:pt x="275" y="1"/>
                      <a:pt x="1" y="398"/>
                      <a:pt x="308" y="705"/>
                    </a:cubicBezTo>
                    <a:cubicBezTo>
                      <a:pt x="1229" y="1627"/>
                      <a:pt x="1229" y="3100"/>
                      <a:pt x="308" y="4052"/>
                    </a:cubicBezTo>
                    <a:cubicBezTo>
                      <a:pt x="1" y="4335"/>
                      <a:pt x="274" y="4726"/>
                      <a:pt x="584" y="4726"/>
                    </a:cubicBezTo>
                    <a:cubicBezTo>
                      <a:pt x="677" y="4726"/>
                      <a:pt x="775" y="4691"/>
                      <a:pt x="860" y="4605"/>
                    </a:cubicBezTo>
                    <a:cubicBezTo>
                      <a:pt x="2088" y="3377"/>
                      <a:pt x="2088" y="1350"/>
                      <a:pt x="860" y="122"/>
                    </a:cubicBezTo>
                    <a:cubicBezTo>
                      <a:pt x="775" y="37"/>
                      <a:pt x="678" y="1"/>
                      <a:pt x="5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8"/>
              <p:cNvSpPr/>
              <p:nvPr/>
            </p:nvSpPr>
            <p:spPr>
              <a:xfrm>
                <a:off x="7406763" y="3136213"/>
                <a:ext cx="69275" cy="178075"/>
              </a:xfrm>
              <a:custGeom>
                <a:avLst/>
                <a:gdLst/>
                <a:ahLst/>
                <a:cxnLst/>
                <a:rect l="l" t="t" r="r" b="b"/>
                <a:pathLst>
                  <a:path w="2771" h="7123" extrusionOk="0">
                    <a:moveTo>
                      <a:pt x="563" y="1"/>
                    </a:moveTo>
                    <a:cubicBezTo>
                      <a:pt x="260" y="1"/>
                      <a:pt x="0" y="392"/>
                      <a:pt x="283" y="675"/>
                    </a:cubicBezTo>
                    <a:cubicBezTo>
                      <a:pt x="1911" y="2241"/>
                      <a:pt x="1911" y="4851"/>
                      <a:pt x="283" y="6448"/>
                    </a:cubicBezTo>
                    <a:cubicBezTo>
                      <a:pt x="0" y="6731"/>
                      <a:pt x="260" y="7122"/>
                      <a:pt x="563" y="7122"/>
                    </a:cubicBezTo>
                    <a:cubicBezTo>
                      <a:pt x="655" y="7122"/>
                      <a:pt x="750" y="7086"/>
                      <a:pt x="836" y="7001"/>
                    </a:cubicBezTo>
                    <a:cubicBezTo>
                      <a:pt x="2770" y="5097"/>
                      <a:pt x="2770" y="1995"/>
                      <a:pt x="836" y="122"/>
                    </a:cubicBezTo>
                    <a:cubicBezTo>
                      <a:pt x="750" y="37"/>
                      <a:pt x="655" y="1"/>
                      <a:pt x="5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8"/>
              <p:cNvSpPr/>
              <p:nvPr/>
            </p:nvSpPr>
            <p:spPr>
              <a:xfrm>
                <a:off x="7125188" y="3140788"/>
                <a:ext cx="58375" cy="168150"/>
              </a:xfrm>
              <a:custGeom>
                <a:avLst/>
                <a:gdLst/>
                <a:ahLst/>
                <a:cxnLst/>
                <a:rect l="l" t="t" r="r" b="b"/>
                <a:pathLst>
                  <a:path w="2335" h="6726" extrusionOk="0">
                    <a:moveTo>
                      <a:pt x="369" y="1"/>
                    </a:moveTo>
                    <a:cubicBezTo>
                      <a:pt x="154" y="1"/>
                      <a:pt x="1" y="185"/>
                      <a:pt x="1" y="400"/>
                    </a:cubicBezTo>
                    <a:lnTo>
                      <a:pt x="1" y="6357"/>
                    </a:lnTo>
                    <a:cubicBezTo>
                      <a:pt x="1" y="6541"/>
                      <a:pt x="154" y="6725"/>
                      <a:pt x="369" y="6725"/>
                    </a:cubicBezTo>
                    <a:lnTo>
                      <a:pt x="2334" y="6725"/>
                    </a:lnTo>
                    <a:lnTo>
                      <a:pt x="23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8"/>
              <p:cNvSpPr/>
              <p:nvPr/>
            </p:nvSpPr>
            <p:spPr>
              <a:xfrm>
                <a:off x="7202713" y="3081838"/>
                <a:ext cx="122100" cy="286825"/>
              </a:xfrm>
              <a:custGeom>
                <a:avLst/>
                <a:gdLst/>
                <a:ahLst/>
                <a:cxnLst/>
                <a:rect l="l" t="t" r="r" b="b"/>
                <a:pathLst>
                  <a:path w="4884" h="11473" extrusionOk="0">
                    <a:moveTo>
                      <a:pt x="3689" y="1"/>
                    </a:moveTo>
                    <a:cubicBezTo>
                      <a:pt x="3482" y="1"/>
                      <a:pt x="3270" y="56"/>
                      <a:pt x="3072" y="179"/>
                    </a:cubicBezTo>
                    <a:lnTo>
                      <a:pt x="1" y="2052"/>
                    </a:lnTo>
                    <a:lnTo>
                      <a:pt x="1" y="9421"/>
                    </a:lnTo>
                    <a:lnTo>
                      <a:pt x="3072" y="11294"/>
                    </a:lnTo>
                    <a:cubicBezTo>
                      <a:pt x="3271" y="11417"/>
                      <a:pt x="3484" y="11473"/>
                      <a:pt x="3691" y="11473"/>
                    </a:cubicBezTo>
                    <a:cubicBezTo>
                      <a:pt x="4313" y="11473"/>
                      <a:pt x="4883" y="10972"/>
                      <a:pt x="4883" y="10281"/>
                    </a:cubicBezTo>
                    <a:lnTo>
                      <a:pt x="4883" y="1223"/>
                    </a:lnTo>
                    <a:cubicBezTo>
                      <a:pt x="4883" y="508"/>
                      <a:pt x="4312" y="1"/>
                      <a:pt x="36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652"/>
        <p:cNvGrpSpPr/>
        <p:nvPr/>
      </p:nvGrpSpPr>
      <p:grpSpPr>
        <a:xfrm>
          <a:off x="0" y="0"/>
          <a:ext cx="0" cy="0"/>
          <a:chOff x="0" y="0"/>
          <a:chExt cx="0" cy="0"/>
        </a:xfrm>
      </p:grpSpPr>
      <p:grpSp>
        <p:nvGrpSpPr>
          <p:cNvPr id="1653" name="Google Shape;1653;p39"/>
          <p:cNvGrpSpPr/>
          <p:nvPr/>
        </p:nvGrpSpPr>
        <p:grpSpPr>
          <a:xfrm flipH="1">
            <a:off x="7439725" y="-496875"/>
            <a:ext cx="556075" cy="1443800"/>
            <a:chOff x="1386400" y="363550"/>
            <a:chExt cx="556075" cy="1443800"/>
          </a:xfrm>
        </p:grpSpPr>
        <p:sp>
          <p:nvSpPr>
            <p:cNvPr id="1654" name="Google Shape;1654;p39"/>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9"/>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9"/>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9"/>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9"/>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9"/>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9"/>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1" name="Google Shape;1661;p39"/>
          <p:cNvSpPr txBox="1">
            <a:spLocks noGrp="1"/>
          </p:cNvSpPr>
          <p:nvPr>
            <p:ph type="title"/>
          </p:nvPr>
        </p:nvSpPr>
        <p:spPr>
          <a:xfrm>
            <a:off x="2733700" y="1729900"/>
            <a:ext cx="3676800" cy="160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Nombre de la sección</a:t>
            </a:r>
            <a:endParaRPr/>
          </a:p>
        </p:txBody>
      </p:sp>
      <p:sp>
        <p:nvSpPr>
          <p:cNvPr id="1662" name="Google Shape;1662;p39"/>
          <p:cNvSpPr txBox="1">
            <a:spLocks noGrp="1"/>
          </p:cNvSpPr>
          <p:nvPr>
            <p:ph type="title" idx="2"/>
          </p:nvPr>
        </p:nvSpPr>
        <p:spPr>
          <a:xfrm>
            <a:off x="3798750" y="961450"/>
            <a:ext cx="1546500" cy="1006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1663" name="Google Shape;1663;p39"/>
          <p:cNvSpPr txBox="1">
            <a:spLocks noGrp="1"/>
          </p:cNvSpPr>
          <p:nvPr>
            <p:ph type="subTitle" idx="1"/>
          </p:nvPr>
        </p:nvSpPr>
        <p:spPr>
          <a:xfrm>
            <a:off x="2733700" y="3395725"/>
            <a:ext cx="3676800" cy="67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Describe en qué consiste esta sección si lo necesitas</a:t>
            </a:r>
            <a:endParaRPr/>
          </a:p>
        </p:txBody>
      </p:sp>
      <p:grpSp>
        <p:nvGrpSpPr>
          <p:cNvPr id="1664" name="Google Shape;1664;p39"/>
          <p:cNvGrpSpPr/>
          <p:nvPr/>
        </p:nvGrpSpPr>
        <p:grpSpPr>
          <a:xfrm flipH="1">
            <a:off x="1317825" y="3967225"/>
            <a:ext cx="1001750" cy="400925"/>
            <a:chOff x="5136125" y="3433825"/>
            <a:chExt cx="1001750" cy="400925"/>
          </a:xfrm>
        </p:grpSpPr>
        <p:sp>
          <p:nvSpPr>
            <p:cNvPr id="1665" name="Google Shape;1665;p39"/>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9"/>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9"/>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9"/>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 name="Google Shape;1669;p39"/>
          <p:cNvGrpSpPr/>
          <p:nvPr/>
        </p:nvGrpSpPr>
        <p:grpSpPr>
          <a:xfrm flipH="1">
            <a:off x="-48875" y="4029175"/>
            <a:ext cx="1336525" cy="456650"/>
            <a:chOff x="6168050" y="3495775"/>
            <a:chExt cx="1336525" cy="456650"/>
          </a:xfrm>
        </p:grpSpPr>
        <p:sp>
          <p:nvSpPr>
            <p:cNvPr id="1670" name="Google Shape;1670;p39"/>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9"/>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9"/>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9"/>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4" name="Google Shape;1674;p39"/>
          <p:cNvSpPr/>
          <p:nvPr/>
        </p:nvSpPr>
        <p:spPr>
          <a:xfrm flipH="1">
            <a:off x="1606250" y="4320225"/>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5" name="Google Shape;1675;p39"/>
          <p:cNvGrpSpPr/>
          <p:nvPr/>
        </p:nvGrpSpPr>
        <p:grpSpPr>
          <a:xfrm flipH="1">
            <a:off x="894000" y="4221300"/>
            <a:ext cx="1034550" cy="1077775"/>
            <a:chOff x="5527150" y="3687900"/>
            <a:chExt cx="1034550" cy="1077775"/>
          </a:xfrm>
        </p:grpSpPr>
        <p:sp>
          <p:nvSpPr>
            <p:cNvPr id="1676" name="Google Shape;1676;p39"/>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9"/>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9"/>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9"/>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9"/>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9"/>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39"/>
          <p:cNvGrpSpPr/>
          <p:nvPr/>
        </p:nvGrpSpPr>
        <p:grpSpPr>
          <a:xfrm flipH="1">
            <a:off x="1614575" y="4407700"/>
            <a:ext cx="1300100" cy="889800"/>
            <a:chOff x="4541025" y="3874300"/>
            <a:chExt cx="1300100" cy="889800"/>
          </a:xfrm>
        </p:grpSpPr>
        <p:sp>
          <p:nvSpPr>
            <p:cNvPr id="1683" name="Google Shape;1683;p39"/>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9"/>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9"/>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9"/>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9"/>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39"/>
          <p:cNvGrpSpPr/>
          <p:nvPr/>
        </p:nvGrpSpPr>
        <p:grpSpPr>
          <a:xfrm flipH="1">
            <a:off x="-400850" y="3460125"/>
            <a:ext cx="1552075" cy="1656725"/>
            <a:chOff x="6304475" y="2926725"/>
            <a:chExt cx="1552075" cy="1656725"/>
          </a:xfrm>
        </p:grpSpPr>
        <p:sp>
          <p:nvSpPr>
            <p:cNvPr id="1689" name="Google Shape;1689;p39"/>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9"/>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9"/>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9"/>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9"/>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9"/>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9"/>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9"/>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 name="Google Shape;1697;p39"/>
          <p:cNvGrpSpPr/>
          <p:nvPr/>
        </p:nvGrpSpPr>
        <p:grpSpPr>
          <a:xfrm flipH="1">
            <a:off x="7457925" y="416875"/>
            <a:ext cx="1721300" cy="369675"/>
            <a:chOff x="202975" y="1277300"/>
            <a:chExt cx="1721300" cy="369675"/>
          </a:xfrm>
        </p:grpSpPr>
        <p:sp>
          <p:nvSpPr>
            <p:cNvPr id="1698" name="Google Shape;1698;p39"/>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9"/>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9"/>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9"/>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 name="Google Shape;1702;p39"/>
          <p:cNvGrpSpPr/>
          <p:nvPr/>
        </p:nvGrpSpPr>
        <p:grpSpPr>
          <a:xfrm flipH="1">
            <a:off x="7316850" y="147175"/>
            <a:ext cx="1641625" cy="1697325"/>
            <a:chOff x="423725" y="1007600"/>
            <a:chExt cx="1641625" cy="1697325"/>
          </a:xfrm>
        </p:grpSpPr>
        <p:sp>
          <p:nvSpPr>
            <p:cNvPr id="1703" name="Google Shape;1703;p39"/>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9"/>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9"/>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9"/>
            <p:cNvSpPr/>
            <p:nvPr/>
          </p:nvSpPr>
          <p:spPr>
            <a:xfrm>
              <a:off x="1837300" y="2654400"/>
              <a:ext cx="50525" cy="50525"/>
            </a:xfrm>
            <a:custGeom>
              <a:avLst/>
              <a:gdLst/>
              <a:ahLst/>
              <a:cxnLst/>
              <a:rect l="l" t="t" r="r" b="b"/>
              <a:pathLst>
                <a:path w="2021" h="2021" fill="none" extrusionOk="0">
                  <a:moveTo>
                    <a:pt x="2020" y="1021"/>
                  </a:moveTo>
                  <a:cubicBezTo>
                    <a:pt x="2020" y="1563"/>
                    <a:pt x="1562" y="2021"/>
                    <a:pt x="1000" y="2021"/>
                  </a:cubicBezTo>
                  <a:cubicBezTo>
                    <a:pt x="458" y="2021"/>
                    <a:pt x="0" y="1563"/>
                    <a:pt x="0" y="1021"/>
                  </a:cubicBezTo>
                  <a:cubicBezTo>
                    <a:pt x="0" y="459"/>
                    <a:pt x="458" y="1"/>
                    <a:pt x="1000"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9"/>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9"/>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9"/>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 name="Google Shape;1710;p39"/>
          <p:cNvGrpSpPr/>
          <p:nvPr/>
        </p:nvGrpSpPr>
        <p:grpSpPr>
          <a:xfrm flipH="1">
            <a:off x="6480675" y="-604125"/>
            <a:ext cx="942400" cy="1626525"/>
            <a:chOff x="1959125" y="256300"/>
            <a:chExt cx="942400" cy="1626525"/>
          </a:xfrm>
        </p:grpSpPr>
        <p:sp>
          <p:nvSpPr>
            <p:cNvPr id="1711" name="Google Shape;1711;p39"/>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9"/>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9"/>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9"/>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9"/>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39"/>
          <p:cNvGrpSpPr/>
          <p:nvPr/>
        </p:nvGrpSpPr>
        <p:grpSpPr>
          <a:xfrm flipH="1">
            <a:off x="7654750" y="-373475"/>
            <a:ext cx="1055875" cy="2708950"/>
            <a:chOff x="671575" y="486950"/>
            <a:chExt cx="1055875" cy="2708950"/>
          </a:xfrm>
        </p:grpSpPr>
        <p:sp>
          <p:nvSpPr>
            <p:cNvPr id="1717" name="Google Shape;1717;p39"/>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9"/>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9"/>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9"/>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9"/>
            <p:cNvSpPr/>
            <p:nvPr/>
          </p:nvSpPr>
          <p:spPr>
            <a:xfrm>
              <a:off x="671575" y="10085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9"/>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9"/>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9"/>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39"/>
          <p:cNvGrpSpPr/>
          <p:nvPr/>
        </p:nvGrpSpPr>
        <p:grpSpPr>
          <a:xfrm flipH="1">
            <a:off x="7829150" y="140925"/>
            <a:ext cx="647725" cy="2014925"/>
            <a:chOff x="905325" y="1001350"/>
            <a:chExt cx="647725" cy="2014925"/>
          </a:xfrm>
        </p:grpSpPr>
        <p:sp>
          <p:nvSpPr>
            <p:cNvPr id="1726" name="Google Shape;1726;p39"/>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9"/>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9"/>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9"/>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9"/>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9"/>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9"/>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9"/>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9"/>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9"/>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9"/>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9"/>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9"/>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9"/>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0" name="Google Shape;1740;p39"/>
          <p:cNvSpPr/>
          <p:nvPr/>
        </p:nvSpPr>
        <p:spPr>
          <a:xfrm flipH="1">
            <a:off x="6410400" y="298150"/>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1" name="Google Shape;1741;p39"/>
          <p:cNvGrpSpPr/>
          <p:nvPr/>
        </p:nvGrpSpPr>
        <p:grpSpPr>
          <a:xfrm flipH="1">
            <a:off x="6106850" y="-599425"/>
            <a:ext cx="508175" cy="1310475"/>
            <a:chOff x="2767175" y="261000"/>
            <a:chExt cx="508175" cy="1310475"/>
          </a:xfrm>
        </p:grpSpPr>
        <p:sp>
          <p:nvSpPr>
            <p:cNvPr id="1742" name="Google Shape;1742;p39"/>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9"/>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9"/>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9"/>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9"/>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 name="Google Shape;1747;p39"/>
          <p:cNvGrpSpPr/>
          <p:nvPr/>
        </p:nvGrpSpPr>
        <p:grpSpPr>
          <a:xfrm>
            <a:off x="7399490" y="2023513"/>
            <a:ext cx="508200" cy="508200"/>
            <a:chOff x="7399490" y="2023513"/>
            <a:chExt cx="508200" cy="508200"/>
          </a:xfrm>
        </p:grpSpPr>
        <p:sp>
          <p:nvSpPr>
            <p:cNvPr id="1748" name="Google Shape;1748;p39"/>
            <p:cNvSpPr/>
            <p:nvPr/>
          </p:nvSpPr>
          <p:spPr>
            <a:xfrm flipH="1">
              <a:off x="7399490" y="2023513"/>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9" name="Google Shape;1749;p39"/>
            <p:cNvGrpSpPr/>
            <p:nvPr/>
          </p:nvGrpSpPr>
          <p:grpSpPr>
            <a:xfrm>
              <a:off x="7499705" y="2124022"/>
              <a:ext cx="307770" cy="306914"/>
              <a:chOff x="1003963" y="2401738"/>
              <a:chExt cx="341625" cy="340675"/>
            </a:xfrm>
          </p:grpSpPr>
          <p:sp>
            <p:nvSpPr>
              <p:cNvPr id="1750" name="Google Shape;1750;p39"/>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9"/>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9"/>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3" name="Google Shape;1753;p39"/>
          <p:cNvGrpSpPr/>
          <p:nvPr/>
        </p:nvGrpSpPr>
        <p:grpSpPr>
          <a:xfrm>
            <a:off x="686477" y="3035250"/>
            <a:ext cx="504000" cy="504000"/>
            <a:chOff x="686477" y="3035250"/>
            <a:chExt cx="504000" cy="504000"/>
          </a:xfrm>
        </p:grpSpPr>
        <p:sp>
          <p:nvSpPr>
            <p:cNvPr id="1754" name="Google Shape;1754;p39"/>
            <p:cNvSpPr/>
            <p:nvPr/>
          </p:nvSpPr>
          <p:spPr>
            <a:xfrm flipH="1">
              <a:off x="686477" y="3035250"/>
              <a:ext cx="504000" cy="504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5" name="Google Shape;1755;p39"/>
            <p:cNvGrpSpPr/>
            <p:nvPr/>
          </p:nvGrpSpPr>
          <p:grpSpPr>
            <a:xfrm>
              <a:off x="794275" y="3116685"/>
              <a:ext cx="288998" cy="341075"/>
              <a:chOff x="7121363" y="1041963"/>
              <a:chExt cx="287875" cy="339750"/>
            </a:xfrm>
          </p:grpSpPr>
          <p:sp>
            <p:nvSpPr>
              <p:cNvPr id="1756" name="Google Shape;1756;p39"/>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9"/>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9"/>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762"/>
        <p:cNvGrpSpPr/>
        <p:nvPr/>
      </p:nvGrpSpPr>
      <p:grpSpPr>
        <a:xfrm>
          <a:off x="0" y="0"/>
          <a:ext cx="0" cy="0"/>
          <a:chOff x="0" y="0"/>
          <a:chExt cx="0" cy="0"/>
        </a:xfrm>
      </p:grpSpPr>
      <p:grpSp>
        <p:nvGrpSpPr>
          <p:cNvPr id="1763" name="Google Shape;1763;p40"/>
          <p:cNvGrpSpPr/>
          <p:nvPr/>
        </p:nvGrpSpPr>
        <p:grpSpPr>
          <a:xfrm flipH="1">
            <a:off x="8128788" y="1938188"/>
            <a:ext cx="1343825" cy="645625"/>
            <a:chOff x="202975" y="2389400"/>
            <a:chExt cx="1343825" cy="645625"/>
          </a:xfrm>
        </p:grpSpPr>
        <p:sp>
          <p:nvSpPr>
            <p:cNvPr id="1764" name="Google Shape;1764;p40"/>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0"/>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6" name="Google Shape;1766;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¿Necesitas un texto más largo?</a:t>
            </a:r>
            <a:endParaRPr/>
          </a:p>
        </p:txBody>
      </p:sp>
      <p:sp>
        <p:nvSpPr>
          <p:cNvPr id="1767" name="Google Shape;1767;p40"/>
          <p:cNvSpPr txBox="1">
            <a:spLocks noGrp="1"/>
          </p:cNvSpPr>
          <p:nvPr>
            <p:ph type="subTitle" idx="1"/>
          </p:nvPr>
        </p:nvSpPr>
        <p:spPr>
          <a:xfrm>
            <a:off x="4200777" y="1896225"/>
            <a:ext cx="2718300" cy="203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Mercurio tarda un poco más de 58 días en completar su rotación, ¡así que trata de imaginar cuántos días debe haber allí! Dado que las temperaturas son tan extremas, se ha considerado que Mercurio no es habitable para los humanos</a:t>
            </a:r>
            <a:endParaRPr/>
          </a:p>
        </p:txBody>
      </p:sp>
      <p:sp>
        <p:nvSpPr>
          <p:cNvPr id="1768" name="Google Shape;1768;p40"/>
          <p:cNvSpPr txBox="1">
            <a:spLocks noGrp="1"/>
          </p:cNvSpPr>
          <p:nvPr>
            <p:ph type="subTitle" idx="2"/>
          </p:nvPr>
        </p:nvSpPr>
        <p:spPr>
          <a:xfrm>
            <a:off x="720000" y="1896225"/>
            <a:ext cx="2718300" cy="203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Mercurio es el planeta más cercano al Sol y el más pequeño de todo el sistema solar. Contrariamente a la creencia popular, el nombre de este planeta no tiene nada que ver con el metal líquido. Recibió su nombre del dios mensajero romano Mercurius</a:t>
            </a:r>
            <a:endParaRPr/>
          </a:p>
        </p:txBody>
      </p:sp>
      <p:grpSp>
        <p:nvGrpSpPr>
          <p:cNvPr id="1769" name="Google Shape;1769;p40"/>
          <p:cNvGrpSpPr/>
          <p:nvPr/>
        </p:nvGrpSpPr>
        <p:grpSpPr>
          <a:xfrm flipH="1">
            <a:off x="7789081" y="3161125"/>
            <a:ext cx="1385975" cy="1132950"/>
            <a:chOff x="2297025" y="262550"/>
            <a:chExt cx="1385975" cy="1132950"/>
          </a:xfrm>
        </p:grpSpPr>
        <p:sp>
          <p:nvSpPr>
            <p:cNvPr id="1770" name="Google Shape;1770;p40"/>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0"/>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0"/>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0"/>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0"/>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0"/>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 name="Google Shape;1776;p40"/>
          <p:cNvGrpSpPr/>
          <p:nvPr/>
        </p:nvGrpSpPr>
        <p:grpSpPr>
          <a:xfrm flipH="1">
            <a:off x="8211824" y="3159575"/>
            <a:ext cx="2897950" cy="631550"/>
            <a:chOff x="320125" y="261000"/>
            <a:chExt cx="2897950" cy="631550"/>
          </a:xfrm>
        </p:grpSpPr>
        <p:sp>
          <p:nvSpPr>
            <p:cNvPr id="1777" name="Google Shape;1777;p40"/>
            <p:cNvSpPr/>
            <p:nvPr/>
          </p:nvSpPr>
          <p:spPr>
            <a:xfrm>
              <a:off x="1988800" y="430200"/>
              <a:ext cx="1188150" cy="182250"/>
            </a:xfrm>
            <a:custGeom>
              <a:avLst/>
              <a:gdLst/>
              <a:ahLst/>
              <a:cxnLst/>
              <a:rect l="l" t="t" r="r" b="b"/>
              <a:pathLst>
                <a:path w="47526" h="7290" fill="none" extrusionOk="0">
                  <a:moveTo>
                    <a:pt x="1" y="7290"/>
                  </a:moveTo>
                  <a:cubicBezTo>
                    <a:pt x="13392" y="7290"/>
                    <a:pt x="36071" y="7290"/>
                    <a:pt x="36071" y="7290"/>
                  </a:cubicBezTo>
                  <a:cubicBezTo>
                    <a:pt x="37799" y="7290"/>
                    <a:pt x="39195" y="5873"/>
                    <a:pt x="39195" y="4166"/>
                  </a:cubicBezTo>
                  <a:lnTo>
                    <a:pt x="39195" y="3124"/>
                  </a:lnTo>
                  <a:cubicBezTo>
                    <a:pt x="39195" y="1396"/>
                    <a:pt x="40590" y="1"/>
                    <a:pt x="42319" y="1"/>
                  </a:cubicBezTo>
                  <a:lnTo>
                    <a:pt x="4752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0"/>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0"/>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0"/>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0"/>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0"/>
            <p:cNvSpPr/>
            <p:nvPr/>
          </p:nvSpPr>
          <p:spPr>
            <a:xfrm>
              <a:off x="3176925" y="409375"/>
              <a:ext cx="41150" cy="41150"/>
            </a:xfrm>
            <a:custGeom>
              <a:avLst/>
              <a:gdLst/>
              <a:ahLst/>
              <a:cxnLst/>
              <a:rect l="l" t="t" r="r" b="b"/>
              <a:pathLst>
                <a:path w="1646" h="1646" fill="none" extrusionOk="0">
                  <a:moveTo>
                    <a:pt x="1645" y="813"/>
                  </a:moveTo>
                  <a:cubicBezTo>
                    <a:pt x="1645" y="1271"/>
                    <a:pt x="1271" y="1646"/>
                    <a:pt x="833" y="1646"/>
                  </a:cubicBezTo>
                  <a:cubicBezTo>
                    <a:pt x="375" y="1646"/>
                    <a:pt x="0" y="1271"/>
                    <a:pt x="0" y="813"/>
                  </a:cubicBezTo>
                  <a:cubicBezTo>
                    <a:pt x="0" y="375"/>
                    <a:pt x="375" y="1"/>
                    <a:pt x="833" y="1"/>
                  </a:cubicBezTo>
                  <a:cubicBezTo>
                    <a:pt x="1271" y="1"/>
                    <a:pt x="1645" y="375"/>
                    <a:pt x="1645" y="81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0"/>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40"/>
          <p:cNvGrpSpPr/>
          <p:nvPr/>
        </p:nvGrpSpPr>
        <p:grpSpPr>
          <a:xfrm flipH="1">
            <a:off x="8079775" y="-26175"/>
            <a:ext cx="595625" cy="2708950"/>
            <a:chOff x="671575" y="486950"/>
            <a:chExt cx="595625" cy="2708950"/>
          </a:xfrm>
        </p:grpSpPr>
        <p:sp>
          <p:nvSpPr>
            <p:cNvPr id="1785" name="Google Shape;1785;p40"/>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0"/>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0"/>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0"/>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0"/>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0"/>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40"/>
          <p:cNvGrpSpPr/>
          <p:nvPr/>
        </p:nvGrpSpPr>
        <p:grpSpPr>
          <a:xfrm flipH="1">
            <a:off x="7793925" y="1144775"/>
            <a:ext cx="590450" cy="1358375"/>
            <a:chOff x="962600" y="1657900"/>
            <a:chExt cx="590450" cy="1358375"/>
          </a:xfrm>
        </p:grpSpPr>
        <p:sp>
          <p:nvSpPr>
            <p:cNvPr id="1792" name="Google Shape;1792;p40"/>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0"/>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0"/>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0"/>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0"/>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0"/>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0"/>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0"/>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0"/>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0"/>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 name="Google Shape;1802;p40"/>
          <p:cNvGrpSpPr/>
          <p:nvPr/>
        </p:nvGrpSpPr>
        <p:grpSpPr>
          <a:xfrm flipH="1">
            <a:off x="8196731" y="3159575"/>
            <a:ext cx="508175" cy="1310475"/>
            <a:chOff x="2767175" y="261000"/>
            <a:chExt cx="508175" cy="1310475"/>
          </a:xfrm>
        </p:grpSpPr>
        <p:sp>
          <p:nvSpPr>
            <p:cNvPr id="1803" name="Google Shape;1803;p40"/>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0"/>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0"/>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0"/>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0"/>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40"/>
          <p:cNvGrpSpPr/>
          <p:nvPr/>
        </p:nvGrpSpPr>
        <p:grpSpPr>
          <a:xfrm>
            <a:off x="8478650" y="2791166"/>
            <a:ext cx="368400" cy="368400"/>
            <a:chOff x="8478650" y="2791166"/>
            <a:chExt cx="368400" cy="368400"/>
          </a:xfrm>
        </p:grpSpPr>
        <p:sp>
          <p:nvSpPr>
            <p:cNvPr id="1809" name="Google Shape;1809;p40"/>
            <p:cNvSpPr/>
            <p:nvPr/>
          </p:nvSpPr>
          <p:spPr>
            <a:xfrm rot="10800000" flipH="1">
              <a:off x="8478650" y="2791166"/>
              <a:ext cx="368400" cy="3684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0" name="Google Shape;1810;p40"/>
            <p:cNvGrpSpPr/>
            <p:nvPr/>
          </p:nvGrpSpPr>
          <p:grpSpPr>
            <a:xfrm rot="10800000" flipH="1">
              <a:off x="8568613" y="2876339"/>
              <a:ext cx="204189" cy="203263"/>
              <a:chOff x="5084013" y="1042063"/>
              <a:chExt cx="341625" cy="340075"/>
            </a:xfrm>
          </p:grpSpPr>
          <p:sp>
            <p:nvSpPr>
              <p:cNvPr id="1811" name="Google Shape;1811;p40"/>
              <p:cNvSpPr/>
              <p:nvPr/>
            </p:nvSpPr>
            <p:spPr>
              <a:xfrm>
                <a:off x="5357288" y="1143813"/>
                <a:ext cx="68350" cy="66375"/>
              </a:xfrm>
              <a:custGeom>
                <a:avLst/>
                <a:gdLst/>
                <a:ahLst/>
                <a:cxnLst/>
                <a:rect l="l" t="t" r="r" b="b"/>
                <a:pathLst>
                  <a:path w="2734" h="2655" extrusionOk="0">
                    <a:moveTo>
                      <a:pt x="1194" y="1"/>
                    </a:moveTo>
                    <a:cubicBezTo>
                      <a:pt x="1019" y="1"/>
                      <a:pt x="847" y="55"/>
                      <a:pt x="707" y="167"/>
                    </a:cubicBezTo>
                    <a:cubicBezTo>
                      <a:pt x="646" y="198"/>
                      <a:pt x="707" y="167"/>
                      <a:pt x="1" y="874"/>
                    </a:cubicBezTo>
                    <a:lnTo>
                      <a:pt x="1782" y="2655"/>
                    </a:lnTo>
                    <a:lnTo>
                      <a:pt x="2426" y="2010"/>
                    </a:lnTo>
                    <a:cubicBezTo>
                      <a:pt x="2734" y="1703"/>
                      <a:pt x="2734" y="1211"/>
                      <a:pt x="2426" y="904"/>
                    </a:cubicBezTo>
                    <a:lnTo>
                      <a:pt x="1782" y="229"/>
                    </a:lnTo>
                    <a:cubicBezTo>
                      <a:pt x="1615" y="78"/>
                      <a:pt x="1402" y="1"/>
                      <a:pt x="1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0"/>
              <p:cNvSpPr/>
              <p:nvPr/>
            </p:nvSpPr>
            <p:spPr>
              <a:xfrm>
                <a:off x="5234913" y="1179463"/>
                <a:ext cx="153100" cy="149700"/>
              </a:xfrm>
              <a:custGeom>
                <a:avLst/>
                <a:gdLst/>
                <a:ahLst/>
                <a:cxnLst/>
                <a:rect l="l" t="t" r="r" b="b"/>
                <a:pathLst>
                  <a:path w="6124" h="5988" extrusionOk="0">
                    <a:moveTo>
                      <a:pt x="4343" y="0"/>
                    </a:moveTo>
                    <a:cubicBezTo>
                      <a:pt x="1027" y="3317"/>
                      <a:pt x="1272" y="3071"/>
                      <a:pt x="1242" y="3163"/>
                    </a:cubicBezTo>
                    <a:lnTo>
                      <a:pt x="1242" y="3132"/>
                    </a:lnTo>
                    <a:lnTo>
                      <a:pt x="198" y="5405"/>
                    </a:lnTo>
                    <a:cubicBezTo>
                      <a:pt x="0" y="5676"/>
                      <a:pt x="219" y="5987"/>
                      <a:pt x="504" y="5987"/>
                    </a:cubicBezTo>
                    <a:cubicBezTo>
                      <a:pt x="574" y="5987"/>
                      <a:pt x="647" y="5969"/>
                      <a:pt x="720" y="5927"/>
                    </a:cubicBezTo>
                    <a:lnTo>
                      <a:pt x="2961" y="4883"/>
                    </a:lnTo>
                    <a:cubicBezTo>
                      <a:pt x="3053" y="4821"/>
                      <a:pt x="2777" y="5067"/>
                      <a:pt x="6124" y="1812"/>
                    </a:cubicBezTo>
                    <a:lnTo>
                      <a:pt x="43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0"/>
              <p:cNvSpPr/>
              <p:nvPr/>
            </p:nvSpPr>
            <p:spPr>
              <a:xfrm>
                <a:off x="5084013" y="1042063"/>
                <a:ext cx="254125" cy="340075"/>
              </a:xfrm>
              <a:custGeom>
                <a:avLst/>
                <a:gdLst/>
                <a:ahLst/>
                <a:cxnLst/>
                <a:rect l="l" t="t" r="r" b="b"/>
                <a:pathLst>
                  <a:path w="10165" h="13603" extrusionOk="0">
                    <a:moveTo>
                      <a:pt x="8076" y="2579"/>
                    </a:moveTo>
                    <a:cubicBezTo>
                      <a:pt x="8598" y="2579"/>
                      <a:pt x="8598" y="3378"/>
                      <a:pt x="8076" y="3378"/>
                    </a:cubicBezTo>
                    <a:lnTo>
                      <a:pt x="2119" y="3378"/>
                    </a:lnTo>
                    <a:cubicBezTo>
                      <a:pt x="1597" y="3378"/>
                      <a:pt x="1597" y="2579"/>
                      <a:pt x="2119" y="2579"/>
                    </a:cubicBezTo>
                    <a:close/>
                    <a:moveTo>
                      <a:pt x="6786" y="4698"/>
                    </a:moveTo>
                    <a:cubicBezTo>
                      <a:pt x="7339" y="4698"/>
                      <a:pt x="7339" y="5496"/>
                      <a:pt x="6786" y="5496"/>
                    </a:cubicBezTo>
                    <a:lnTo>
                      <a:pt x="2119" y="5496"/>
                    </a:lnTo>
                    <a:cubicBezTo>
                      <a:pt x="1597" y="5496"/>
                      <a:pt x="1597" y="4698"/>
                      <a:pt x="2119" y="4698"/>
                    </a:cubicBezTo>
                    <a:close/>
                    <a:moveTo>
                      <a:pt x="5527" y="6847"/>
                    </a:moveTo>
                    <a:cubicBezTo>
                      <a:pt x="6049" y="6847"/>
                      <a:pt x="6049" y="7646"/>
                      <a:pt x="5527" y="7646"/>
                    </a:cubicBezTo>
                    <a:lnTo>
                      <a:pt x="2119" y="7646"/>
                    </a:lnTo>
                    <a:cubicBezTo>
                      <a:pt x="1904" y="7646"/>
                      <a:pt x="1720" y="7462"/>
                      <a:pt x="1720" y="7216"/>
                    </a:cubicBezTo>
                    <a:lnTo>
                      <a:pt x="1751" y="7216"/>
                    </a:lnTo>
                    <a:cubicBezTo>
                      <a:pt x="1751" y="7001"/>
                      <a:pt x="1904" y="6847"/>
                      <a:pt x="2119" y="6847"/>
                    </a:cubicBezTo>
                    <a:close/>
                    <a:moveTo>
                      <a:pt x="1198" y="0"/>
                    </a:moveTo>
                    <a:cubicBezTo>
                      <a:pt x="522" y="0"/>
                      <a:pt x="0" y="522"/>
                      <a:pt x="0" y="1198"/>
                    </a:cubicBezTo>
                    <a:lnTo>
                      <a:pt x="0" y="12405"/>
                    </a:lnTo>
                    <a:cubicBezTo>
                      <a:pt x="0" y="13050"/>
                      <a:pt x="522" y="13603"/>
                      <a:pt x="1198" y="13603"/>
                    </a:cubicBezTo>
                    <a:lnTo>
                      <a:pt x="8967" y="13603"/>
                    </a:lnTo>
                    <a:cubicBezTo>
                      <a:pt x="9642" y="13603"/>
                      <a:pt x="10164" y="13050"/>
                      <a:pt x="10164" y="12405"/>
                    </a:cubicBezTo>
                    <a:lnTo>
                      <a:pt x="10164" y="10379"/>
                    </a:lnTo>
                    <a:lnTo>
                      <a:pt x="9673" y="10870"/>
                    </a:lnTo>
                    <a:cubicBezTo>
                      <a:pt x="9581" y="10962"/>
                      <a:pt x="9458" y="11023"/>
                      <a:pt x="9335" y="11085"/>
                    </a:cubicBezTo>
                    <a:lnTo>
                      <a:pt x="7093" y="12160"/>
                    </a:lnTo>
                    <a:cubicBezTo>
                      <a:pt x="6924" y="12237"/>
                      <a:pt x="6753" y="12272"/>
                      <a:pt x="6587" y="12272"/>
                    </a:cubicBezTo>
                    <a:cubicBezTo>
                      <a:pt x="5764" y="12272"/>
                      <a:pt x="5088" y="11407"/>
                      <a:pt x="5497" y="10563"/>
                    </a:cubicBezTo>
                    <a:lnTo>
                      <a:pt x="6541" y="8291"/>
                    </a:lnTo>
                    <a:cubicBezTo>
                      <a:pt x="6602" y="8168"/>
                      <a:pt x="6694" y="8076"/>
                      <a:pt x="6786" y="7953"/>
                    </a:cubicBezTo>
                    <a:lnTo>
                      <a:pt x="10164" y="4575"/>
                    </a:lnTo>
                    <a:lnTo>
                      <a:pt x="10164" y="1198"/>
                    </a:lnTo>
                    <a:cubicBezTo>
                      <a:pt x="10164" y="522"/>
                      <a:pt x="9642" y="0"/>
                      <a:pt x="89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817"/>
        <p:cNvGrpSpPr/>
        <p:nvPr/>
      </p:nvGrpSpPr>
      <p:grpSpPr>
        <a:xfrm>
          <a:off x="0" y="0"/>
          <a:ext cx="0" cy="0"/>
          <a:chOff x="0" y="0"/>
          <a:chExt cx="0" cy="0"/>
        </a:xfrm>
      </p:grpSpPr>
      <p:sp>
        <p:nvSpPr>
          <p:cNvPr id="1818" name="Google Shape;1818;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Usos del internet</a:t>
            </a:r>
            <a:endParaRPr/>
          </a:p>
        </p:txBody>
      </p:sp>
      <p:sp>
        <p:nvSpPr>
          <p:cNvPr id="1819" name="Google Shape;1819;p41"/>
          <p:cNvSpPr txBox="1"/>
          <p:nvPr/>
        </p:nvSpPr>
        <p:spPr>
          <a:xfrm>
            <a:off x="3105605" y="1989241"/>
            <a:ext cx="17544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etrophobic"/>
                <a:ea typeface="Metrophobic"/>
                <a:cs typeface="Metrophobic"/>
                <a:sym typeface="Metrophobic"/>
              </a:rPr>
              <a:t>A pesar de ser rojo, Marte es muy frío</a:t>
            </a:r>
            <a:endParaRPr>
              <a:solidFill>
                <a:schemeClr val="dk1"/>
              </a:solidFill>
              <a:latin typeface="Metrophobic"/>
              <a:ea typeface="Metrophobic"/>
              <a:cs typeface="Metrophobic"/>
              <a:sym typeface="Metrophobic"/>
            </a:endParaRPr>
          </a:p>
        </p:txBody>
      </p:sp>
      <p:sp>
        <p:nvSpPr>
          <p:cNvPr id="1820" name="Google Shape;1820;p41"/>
          <p:cNvSpPr txBox="1"/>
          <p:nvPr/>
        </p:nvSpPr>
        <p:spPr>
          <a:xfrm>
            <a:off x="3105605" y="1749159"/>
            <a:ext cx="1756800" cy="37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dk1"/>
                </a:solidFill>
                <a:latin typeface="IBM Plex Mono"/>
                <a:ea typeface="IBM Plex Mono"/>
                <a:cs typeface="IBM Plex Mono"/>
                <a:sym typeface="IBM Plex Mono"/>
              </a:rPr>
              <a:t>Móvil</a:t>
            </a:r>
            <a:endParaRPr sz="2200" b="1">
              <a:solidFill>
                <a:schemeClr val="dk1"/>
              </a:solidFill>
              <a:latin typeface="IBM Plex Mono"/>
              <a:ea typeface="IBM Plex Mono"/>
              <a:cs typeface="IBM Plex Mono"/>
              <a:sym typeface="IBM Plex Mono"/>
            </a:endParaRPr>
          </a:p>
        </p:txBody>
      </p:sp>
      <p:sp>
        <p:nvSpPr>
          <p:cNvPr id="1821" name="Google Shape;1821;p41"/>
          <p:cNvSpPr/>
          <p:nvPr/>
        </p:nvSpPr>
        <p:spPr>
          <a:xfrm>
            <a:off x="4886338" y="1722216"/>
            <a:ext cx="775500" cy="775500"/>
          </a:xfrm>
          <a:prstGeom prst="ellipse">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89%</a:t>
            </a:r>
            <a:endParaRPr sz="2200" b="1">
              <a:solidFill>
                <a:schemeClr val="dk1"/>
              </a:solidFill>
              <a:latin typeface="IBM Plex Mono"/>
              <a:ea typeface="IBM Plex Mono"/>
              <a:cs typeface="IBM Plex Mono"/>
              <a:sym typeface="IBM Plex Mono"/>
            </a:endParaRPr>
          </a:p>
        </p:txBody>
      </p:sp>
      <p:sp>
        <p:nvSpPr>
          <p:cNvPr id="1822" name="Google Shape;1822;p41"/>
          <p:cNvSpPr txBox="1"/>
          <p:nvPr/>
        </p:nvSpPr>
        <p:spPr>
          <a:xfrm>
            <a:off x="3105600" y="3031928"/>
            <a:ext cx="17592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etrophobic"/>
                <a:ea typeface="Metrophobic"/>
                <a:cs typeface="Metrophobic"/>
                <a:sym typeface="Metrophobic"/>
              </a:rPr>
              <a:t>Se considera un planeta enano</a:t>
            </a:r>
            <a:endParaRPr>
              <a:solidFill>
                <a:schemeClr val="dk1"/>
              </a:solidFill>
              <a:latin typeface="Metrophobic"/>
              <a:ea typeface="Metrophobic"/>
              <a:cs typeface="Metrophobic"/>
              <a:sym typeface="Metrophobic"/>
            </a:endParaRPr>
          </a:p>
        </p:txBody>
      </p:sp>
      <p:sp>
        <p:nvSpPr>
          <p:cNvPr id="1823" name="Google Shape;1823;p41"/>
          <p:cNvSpPr txBox="1"/>
          <p:nvPr/>
        </p:nvSpPr>
        <p:spPr>
          <a:xfrm>
            <a:off x="3105605" y="2790704"/>
            <a:ext cx="1759200" cy="37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dk1"/>
                </a:solidFill>
                <a:latin typeface="IBM Plex Mono"/>
                <a:ea typeface="IBM Plex Mono"/>
                <a:cs typeface="IBM Plex Mono"/>
                <a:sym typeface="IBM Plex Mono"/>
              </a:rPr>
              <a:t>PC</a:t>
            </a:r>
            <a:endParaRPr sz="2200" b="1">
              <a:solidFill>
                <a:schemeClr val="dk1"/>
              </a:solidFill>
              <a:latin typeface="IBM Plex Mono"/>
              <a:ea typeface="IBM Plex Mono"/>
              <a:cs typeface="IBM Plex Mono"/>
              <a:sym typeface="IBM Plex Mono"/>
            </a:endParaRPr>
          </a:p>
        </p:txBody>
      </p:sp>
      <p:sp>
        <p:nvSpPr>
          <p:cNvPr id="1824" name="Google Shape;1824;p41"/>
          <p:cNvSpPr/>
          <p:nvPr/>
        </p:nvSpPr>
        <p:spPr>
          <a:xfrm>
            <a:off x="4886363" y="2766003"/>
            <a:ext cx="775500" cy="775500"/>
          </a:xfrm>
          <a:prstGeom prst="ellipse">
            <a:avLst/>
          </a:prstGeom>
          <a:solidFill>
            <a:schemeClr val="accent4"/>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33%</a:t>
            </a:r>
            <a:endParaRPr sz="2200" b="1">
              <a:solidFill>
                <a:schemeClr val="lt1"/>
              </a:solidFill>
              <a:latin typeface="IBM Plex Mono"/>
              <a:ea typeface="IBM Plex Mono"/>
              <a:cs typeface="IBM Plex Mono"/>
              <a:sym typeface="IBM Plex Mono"/>
            </a:endParaRPr>
          </a:p>
        </p:txBody>
      </p:sp>
      <p:sp>
        <p:nvSpPr>
          <p:cNvPr id="1825" name="Google Shape;1825;p41"/>
          <p:cNvSpPr txBox="1"/>
          <p:nvPr/>
        </p:nvSpPr>
        <p:spPr>
          <a:xfrm>
            <a:off x="6664750" y="1989241"/>
            <a:ext cx="17487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Venus tiene un nombre precioso</a:t>
            </a:r>
            <a:endParaRPr>
              <a:solidFill>
                <a:schemeClr val="dk1"/>
              </a:solidFill>
              <a:latin typeface="Metrophobic"/>
              <a:ea typeface="Metrophobic"/>
              <a:cs typeface="Metrophobic"/>
              <a:sym typeface="Metrophobic"/>
            </a:endParaRPr>
          </a:p>
        </p:txBody>
      </p:sp>
      <p:sp>
        <p:nvSpPr>
          <p:cNvPr id="1826" name="Google Shape;1826;p41"/>
          <p:cNvSpPr txBox="1"/>
          <p:nvPr/>
        </p:nvSpPr>
        <p:spPr>
          <a:xfrm>
            <a:off x="6664750" y="1749159"/>
            <a:ext cx="17514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Tablet</a:t>
            </a:r>
            <a:endParaRPr sz="2200" b="1">
              <a:solidFill>
                <a:schemeClr val="dk1"/>
              </a:solidFill>
              <a:latin typeface="IBM Plex Mono"/>
              <a:ea typeface="IBM Plex Mono"/>
              <a:cs typeface="IBM Plex Mono"/>
              <a:sym typeface="IBM Plex Mono"/>
            </a:endParaRPr>
          </a:p>
        </p:txBody>
      </p:sp>
      <p:sp>
        <p:nvSpPr>
          <p:cNvPr id="1827" name="Google Shape;1827;p41"/>
          <p:cNvSpPr/>
          <p:nvPr/>
        </p:nvSpPr>
        <p:spPr>
          <a:xfrm>
            <a:off x="5863975" y="1722216"/>
            <a:ext cx="775500" cy="775500"/>
          </a:xfrm>
          <a:prstGeom prst="ellipse">
            <a:avLst/>
          </a:prstGeom>
          <a:solidFill>
            <a:schemeClr val="lt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18%</a:t>
            </a:r>
            <a:endParaRPr sz="2200" b="1">
              <a:solidFill>
                <a:schemeClr val="lt1"/>
              </a:solidFill>
              <a:latin typeface="IBM Plex Mono"/>
              <a:ea typeface="IBM Plex Mono"/>
              <a:cs typeface="IBM Plex Mono"/>
              <a:sym typeface="IBM Plex Mono"/>
            </a:endParaRPr>
          </a:p>
        </p:txBody>
      </p:sp>
      <p:sp>
        <p:nvSpPr>
          <p:cNvPr id="1828" name="Google Shape;1828;p41"/>
          <p:cNvSpPr txBox="1"/>
          <p:nvPr/>
        </p:nvSpPr>
        <p:spPr>
          <a:xfrm>
            <a:off x="6664750" y="3031363"/>
            <a:ext cx="17514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Júpiter es un gigante gaseoso</a:t>
            </a:r>
            <a:endParaRPr>
              <a:solidFill>
                <a:schemeClr val="dk1"/>
              </a:solidFill>
              <a:latin typeface="Metrophobic"/>
              <a:ea typeface="Metrophobic"/>
              <a:cs typeface="Metrophobic"/>
              <a:sym typeface="Metrophobic"/>
            </a:endParaRPr>
          </a:p>
        </p:txBody>
      </p:sp>
      <p:sp>
        <p:nvSpPr>
          <p:cNvPr id="1829" name="Google Shape;1829;p41"/>
          <p:cNvSpPr txBox="1"/>
          <p:nvPr/>
        </p:nvSpPr>
        <p:spPr>
          <a:xfrm>
            <a:off x="6664750" y="2791269"/>
            <a:ext cx="17541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Smart TV</a:t>
            </a:r>
            <a:endParaRPr sz="2200" b="1">
              <a:solidFill>
                <a:schemeClr val="dk1"/>
              </a:solidFill>
              <a:latin typeface="IBM Plex Mono"/>
              <a:ea typeface="IBM Plex Mono"/>
              <a:cs typeface="IBM Plex Mono"/>
              <a:sym typeface="IBM Plex Mono"/>
            </a:endParaRPr>
          </a:p>
        </p:txBody>
      </p:sp>
      <p:sp>
        <p:nvSpPr>
          <p:cNvPr id="1830" name="Google Shape;1830;p41"/>
          <p:cNvSpPr/>
          <p:nvPr/>
        </p:nvSpPr>
        <p:spPr>
          <a:xfrm>
            <a:off x="5863975" y="2765468"/>
            <a:ext cx="775500" cy="775500"/>
          </a:xfrm>
          <a:prstGeom prst="ellipse">
            <a:avLst/>
          </a:prstGeom>
          <a:solidFill>
            <a:schemeClr val="accent3"/>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12%</a:t>
            </a:r>
            <a:endParaRPr sz="2200" b="1">
              <a:solidFill>
                <a:schemeClr val="lt1"/>
              </a:solidFill>
              <a:latin typeface="IBM Plex Mono"/>
              <a:ea typeface="IBM Plex Mono"/>
              <a:cs typeface="IBM Plex Mono"/>
              <a:sym typeface="IBM Plex Mono"/>
            </a:endParaRPr>
          </a:p>
        </p:txBody>
      </p:sp>
      <p:sp>
        <p:nvSpPr>
          <p:cNvPr id="1831" name="Google Shape;1831;p41"/>
          <p:cNvSpPr txBox="1"/>
          <p:nvPr/>
        </p:nvSpPr>
        <p:spPr>
          <a:xfrm>
            <a:off x="3105600" y="4087712"/>
            <a:ext cx="17568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etrophobic"/>
                <a:ea typeface="Metrophobic"/>
                <a:cs typeface="Metrophobic"/>
                <a:sym typeface="Metrophobic"/>
              </a:rPr>
              <a:t>Es el planeta más cercano al Sol </a:t>
            </a:r>
            <a:endParaRPr>
              <a:solidFill>
                <a:schemeClr val="dk1"/>
              </a:solidFill>
              <a:latin typeface="Metrophobic"/>
              <a:ea typeface="Metrophobic"/>
              <a:cs typeface="Metrophobic"/>
              <a:sym typeface="Metrophobic"/>
            </a:endParaRPr>
          </a:p>
        </p:txBody>
      </p:sp>
      <p:sp>
        <p:nvSpPr>
          <p:cNvPr id="1832" name="Google Shape;1832;p41"/>
          <p:cNvSpPr txBox="1"/>
          <p:nvPr/>
        </p:nvSpPr>
        <p:spPr>
          <a:xfrm>
            <a:off x="3105600" y="3846488"/>
            <a:ext cx="1756800" cy="37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dk1"/>
                </a:solidFill>
                <a:latin typeface="IBM Plex Mono"/>
                <a:ea typeface="IBM Plex Mono"/>
                <a:cs typeface="IBM Plex Mono"/>
                <a:sym typeface="IBM Plex Mono"/>
              </a:rPr>
              <a:t>Pórtatil</a:t>
            </a:r>
            <a:endParaRPr sz="2200" b="1">
              <a:solidFill>
                <a:schemeClr val="dk1"/>
              </a:solidFill>
              <a:latin typeface="IBM Plex Mono"/>
              <a:ea typeface="IBM Plex Mono"/>
              <a:cs typeface="IBM Plex Mono"/>
              <a:sym typeface="IBM Plex Mono"/>
            </a:endParaRPr>
          </a:p>
        </p:txBody>
      </p:sp>
      <p:sp>
        <p:nvSpPr>
          <p:cNvPr id="1833" name="Google Shape;1833;p41"/>
          <p:cNvSpPr/>
          <p:nvPr/>
        </p:nvSpPr>
        <p:spPr>
          <a:xfrm>
            <a:off x="4886363" y="3810789"/>
            <a:ext cx="775500" cy="775500"/>
          </a:xfrm>
          <a:prstGeom prst="ellipse">
            <a:avLst/>
          </a:prstGeom>
          <a:solidFill>
            <a:schemeClr val="accent1"/>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32%</a:t>
            </a:r>
            <a:endParaRPr sz="2200" b="1">
              <a:solidFill>
                <a:schemeClr val="lt1"/>
              </a:solidFill>
              <a:latin typeface="IBM Plex Mono"/>
              <a:ea typeface="IBM Plex Mono"/>
              <a:cs typeface="IBM Plex Mono"/>
              <a:sym typeface="IBM Plex Mono"/>
            </a:endParaRPr>
          </a:p>
        </p:txBody>
      </p:sp>
      <p:sp>
        <p:nvSpPr>
          <p:cNvPr id="1834" name="Google Shape;1834;p41"/>
          <p:cNvSpPr txBox="1"/>
          <p:nvPr/>
        </p:nvSpPr>
        <p:spPr>
          <a:xfrm>
            <a:off x="6664750" y="4087712"/>
            <a:ext cx="17568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Es el planeta más grande de todos</a:t>
            </a:r>
            <a:endParaRPr>
              <a:solidFill>
                <a:schemeClr val="dk1"/>
              </a:solidFill>
              <a:latin typeface="Metrophobic"/>
              <a:ea typeface="Metrophobic"/>
              <a:cs typeface="Metrophobic"/>
              <a:sym typeface="Metrophobic"/>
            </a:endParaRPr>
          </a:p>
        </p:txBody>
      </p:sp>
      <p:sp>
        <p:nvSpPr>
          <p:cNvPr id="1835" name="Google Shape;1835;p41"/>
          <p:cNvSpPr txBox="1"/>
          <p:nvPr/>
        </p:nvSpPr>
        <p:spPr>
          <a:xfrm>
            <a:off x="6664750" y="3846488"/>
            <a:ext cx="1759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Consola</a:t>
            </a:r>
            <a:endParaRPr sz="2200" b="1">
              <a:solidFill>
                <a:schemeClr val="dk1"/>
              </a:solidFill>
              <a:latin typeface="IBM Plex Mono"/>
              <a:ea typeface="IBM Plex Mono"/>
              <a:cs typeface="IBM Plex Mono"/>
              <a:sym typeface="IBM Plex Mono"/>
            </a:endParaRPr>
          </a:p>
        </p:txBody>
      </p:sp>
      <p:sp>
        <p:nvSpPr>
          <p:cNvPr id="1836" name="Google Shape;1836;p41"/>
          <p:cNvSpPr/>
          <p:nvPr/>
        </p:nvSpPr>
        <p:spPr>
          <a:xfrm>
            <a:off x="5863975" y="3810790"/>
            <a:ext cx="775500" cy="775500"/>
          </a:xfrm>
          <a:prstGeom prst="ellipse">
            <a:avLst/>
          </a:prstGeom>
          <a:solidFill>
            <a:schemeClr val="dk1"/>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6%</a:t>
            </a:r>
            <a:endParaRPr sz="2200" b="1">
              <a:solidFill>
                <a:schemeClr val="lt1"/>
              </a:solidFill>
              <a:latin typeface="IBM Plex Mono"/>
              <a:ea typeface="IBM Plex Mono"/>
              <a:cs typeface="IBM Plex Mono"/>
              <a:sym typeface="IBM Plex Mono"/>
            </a:endParaRPr>
          </a:p>
        </p:txBody>
      </p:sp>
      <p:sp>
        <p:nvSpPr>
          <p:cNvPr id="1837" name="Google Shape;1837;p41"/>
          <p:cNvSpPr txBox="1"/>
          <p:nvPr/>
        </p:nvSpPr>
        <p:spPr>
          <a:xfrm>
            <a:off x="3105600" y="1256125"/>
            <a:ext cx="53184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Equipo para conectarse</a:t>
            </a:r>
            <a:endParaRPr sz="2200" b="1">
              <a:solidFill>
                <a:schemeClr val="dk1"/>
              </a:solidFill>
              <a:latin typeface="IBM Plex Mono"/>
              <a:ea typeface="IBM Plex Mono"/>
              <a:cs typeface="IBM Plex Mono"/>
              <a:sym typeface="IBM Plex Mono"/>
            </a:endParaRPr>
          </a:p>
        </p:txBody>
      </p:sp>
      <p:sp>
        <p:nvSpPr>
          <p:cNvPr id="1838" name="Google Shape;1838;p41"/>
          <p:cNvSpPr txBox="1"/>
          <p:nvPr/>
        </p:nvSpPr>
        <p:spPr>
          <a:xfrm>
            <a:off x="713225" y="1256125"/>
            <a:ext cx="2197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rgbClr val="434343"/>
                </a:solidFill>
                <a:latin typeface="IBM Plex Mono"/>
                <a:ea typeface="IBM Plex Mono"/>
                <a:cs typeface="IBM Plex Mono"/>
                <a:sym typeface="IBM Plex Mono"/>
              </a:rPr>
              <a:t>Frecuencia</a:t>
            </a:r>
            <a:endParaRPr sz="2200" b="1">
              <a:solidFill>
                <a:srgbClr val="434343"/>
              </a:solidFill>
              <a:latin typeface="IBM Plex Mono"/>
              <a:ea typeface="IBM Plex Mono"/>
              <a:cs typeface="IBM Plex Mono"/>
              <a:sym typeface="IBM Plex Mono"/>
            </a:endParaRPr>
          </a:p>
        </p:txBody>
      </p:sp>
      <p:cxnSp>
        <p:nvCxnSpPr>
          <p:cNvPr id="1839" name="Google Shape;1839;p41"/>
          <p:cNvCxnSpPr>
            <a:stCxn id="1821" idx="6"/>
            <a:endCxn id="1827" idx="2"/>
          </p:cNvCxnSpPr>
          <p:nvPr/>
        </p:nvCxnSpPr>
        <p:spPr>
          <a:xfrm>
            <a:off x="5661838" y="2109966"/>
            <a:ext cx="202200" cy="0"/>
          </a:xfrm>
          <a:prstGeom prst="straightConnector1">
            <a:avLst/>
          </a:prstGeom>
          <a:noFill/>
          <a:ln w="19050" cap="flat" cmpd="sng">
            <a:solidFill>
              <a:schemeClr val="accent2"/>
            </a:solidFill>
            <a:prstDash val="solid"/>
            <a:round/>
            <a:headEnd type="none" w="med" len="med"/>
            <a:tailEnd type="none" w="med" len="med"/>
          </a:ln>
        </p:spPr>
      </p:cxnSp>
      <p:cxnSp>
        <p:nvCxnSpPr>
          <p:cNvPr id="1840" name="Google Shape;1840;p41"/>
          <p:cNvCxnSpPr>
            <a:stCxn id="1821" idx="4"/>
            <a:endCxn id="1824" idx="0"/>
          </p:cNvCxnSpPr>
          <p:nvPr/>
        </p:nvCxnSpPr>
        <p:spPr>
          <a:xfrm>
            <a:off x="5274088" y="2497716"/>
            <a:ext cx="0" cy="268200"/>
          </a:xfrm>
          <a:prstGeom prst="straightConnector1">
            <a:avLst/>
          </a:prstGeom>
          <a:noFill/>
          <a:ln w="19050" cap="flat" cmpd="sng">
            <a:solidFill>
              <a:schemeClr val="accent2"/>
            </a:solidFill>
            <a:prstDash val="solid"/>
            <a:round/>
            <a:headEnd type="none" w="med" len="med"/>
            <a:tailEnd type="none" w="med" len="med"/>
          </a:ln>
        </p:spPr>
      </p:cxnSp>
      <p:cxnSp>
        <p:nvCxnSpPr>
          <p:cNvPr id="1841" name="Google Shape;1841;p41"/>
          <p:cNvCxnSpPr>
            <a:stCxn id="1827" idx="4"/>
            <a:endCxn id="1830" idx="0"/>
          </p:cNvCxnSpPr>
          <p:nvPr/>
        </p:nvCxnSpPr>
        <p:spPr>
          <a:xfrm>
            <a:off x="6251725" y="2497716"/>
            <a:ext cx="0" cy="267900"/>
          </a:xfrm>
          <a:prstGeom prst="straightConnector1">
            <a:avLst/>
          </a:prstGeom>
          <a:noFill/>
          <a:ln w="19050" cap="flat" cmpd="sng">
            <a:solidFill>
              <a:schemeClr val="accent2"/>
            </a:solidFill>
            <a:prstDash val="solid"/>
            <a:round/>
            <a:headEnd type="none" w="med" len="med"/>
            <a:tailEnd type="none" w="med" len="med"/>
          </a:ln>
        </p:spPr>
      </p:cxnSp>
      <p:cxnSp>
        <p:nvCxnSpPr>
          <p:cNvPr id="1842" name="Google Shape;1842;p41"/>
          <p:cNvCxnSpPr>
            <a:stCxn id="1824" idx="4"/>
            <a:endCxn id="1833" idx="0"/>
          </p:cNvCxnSpPr>
          <p:nvPr/>
        </p:nvCxnSpPr>
        <p:spPr>
          <a:xfrm>
            <a:off x="5274113" y="3541503"/>
            <a:ext cx="0" cy="269400"/>
          </a:xfrm>
          <a:prstGeom prst="straightConnector1">
            <a:avLst/>
          </a:prstGeom>
          <a:noFill/>
          <a:ln w="19050" cap="flat" cmpd="sng">
            <a:solidFill>
              <a:schemeClr val="accent2"/>
            </a:solidFill>
            <a:prstDash val="solid"/>
            <a:round/>
            <a:headEnd type="none" w="med" len="med"/>
            <a:tailEnd type="none" w="med" len="med"/>
          </a:ln>
        </p:spPr>
      </p:cxnSp>
      <p:cxnSp>
        <p:nvCxnSpPr>
          <p:cNvPr id="1843" name="Google Shape;1843;p41"/>
          <p:cNvCxnSpPr>
            <a:stCxn id="1830" idx="4"/>
            <a:endCxn id="1836" idx="0"/>
          </p:cNvCxnSpPr>
          <p:nvPr/>
        </p:nvCxnSpPr>
        <p:spPr>
          <a:xfrm>
            <a:off x="6251725" y="3540968"/>
            <a:ext cx="0" cy="269700"/>
          </a:xfrm>
          <a:prstGeom prst="straightConnector1">
            <a:avLst/>
          </a:prstGeom>
          <a:noFill/>
          <a:ln w="19050" cap="flat" cmpd="sng">
            <a:solidFill>
              <a:schemeClr val="accent2"/>
            </a:solidFill>
            <a:prstDash val="solid"/>
            <a:round/>
            <a:headEnd type="none" w="med" len="med"/>
            <a:tailEnd type="none" w="med" len="med"/>
          </a:ln>
        </p:spPr>
      </p:cxnSp>
      <p:cxnSp>
        <p:nvCxnSpPr>
          <p:cNvPr id="1844" name="Google Shape;1844;p41"/>
          <p:cNvCxnSpPr>
            <a:stCxn id="1833" idx="6"/>
            <a:endCxn id="1836" idx="2"/>
          </p:cNvCxnSpPr>
          <p:nvPr/>
        </p:nvCxnSpPr>
        <p:spPr>
          <a:xfrm>
            <a:off x="5661863" y="4198539"/>
            <a:ext cx="202200" cy="0"/>
          </a:xfrm>
          <a:prstGeom prst="straightConnector1">
            <a:avLst/>
          </a:prstGeom>
          <a:noFill/>
          <a:ln w="19050" cap="flat" cmpd="sng">
            <a:solidFill>
              <a:schemeClr val="accent2"/>
            </a:solidFill>
            <a:prstDash val="solid"/>
            <a:round/>
            <a:headEnd type="none" w="med" len="med"/>
            <a:tailEnd type="none" w="med" len="med"/>
          </a:ln>
        </p:spPr>
      </p:cxnSp>
      <p:sp>
        <p:nvSpPr>
          <p:cNvPr id="1845" name="Google Shape;1845;p41"/>
          <p:cNvSpPr txBox="1"/>
          <p:nvPr/>
        </p:nvSpPr>
        <p:spPr>
          <a:xfrm>
            <a:off x="1514000" y="1947650"/>
            <a:ext cx="13965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Diario</a:t>
            </a:r>
            <a:endParaRPr sz="2200" b="1">
              <a:solidFill>
                <a:schemeClr val="dk1"/>
              </a:solidFill>
              <a:latin typeface="IBM Plex Mono"/>
              <a:ea typeface="IBM Plex Mono"/>
              <a:cs typeface="IBM Plex Mono"/>
              <a:sym typeface="IBM Plex Mono"/>
            </a:endParaRPr>
          </a:p>
        </p:txBody>
      </p:sp>
      <p:sp>
        <p:nvSpPr>
          <p:cNvPr id="1846" name="Google Shape;1846;p41"/>
          <p:cNvSpPr/>
          <p:nvPr/>
        </p:nvSpPr>
        <p:spPr>
          <a:xfrm>
            <a:off x="713225" y="1722216"/>
            <a:ext cx="775500" cy="775500"/>
          </a:xfrm>
          <a:prstGeom prst="ellipse">
            <a:avLst/>
          </a:prstGeom>
          <a:solidFill>
            <a:schemeClr val="accent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81%</a:t>
            </a:r>
            <a:endParaRPr sz="2200" b="1">
              <a:solidFill>
                <a:schemeClr val="lt1"/>
              </a:solidFill>
              <a:latin typeface="IBM Plex Mono"/>
              <a:ea typeface="IBM Plex Mono"/>
              <a:cs typeface="IBM Plex Mono"/>
              <a:sym typeface="IBM Plex Mono"/>
            </a:endParaRPr>
          </a:p>
        </p:txBody>
      </p:sp>
      <p:sp>
        <p:nvSpPr>
          <p:cNvPr id="1847" name="Google Shape;1847;p41"/>
          <p:cNvSpPr txBox="1"/>
          <p:nvPr/>
        </p:nvSpPr>
        <p:spPr>
          <a:xfrm>
            <a:off x="1514000" y="2978825"/>
            <a:ext cx="1399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Semanal</a:t>
            </a:r>
            <a:endParaRPr sz="2200" b="1">
              <a:solidFill>
                <a:schemeClr val="dk1"/>
              </a:solidFill>
              <a:latin typeface="IBM Plex Mono"/>
              <a:ea typeface="IBM Plex Mono"/>
              <a:cs typeface="IBM Plex Mono"/>
              <a:sym typeface="IBM Plex Mono"/>
            </a:endParaRPr>
          </a:p>
        </p:txBody>
      </p:sp>
      <p:sp>
        <p:nvSpPr>
          <p:cNvPr id="1848" name="Google Shape;1848;p41"/>
          <p:cNvSpPr/>
          <p:nvPr/>
        </p:nvSpPr>
        <p:spPr>
          <a:xfrm>
            <a:off x="713225" y="2765468"/>
            <a:ext cx="775500" cy="775500"/>
          </a:xfrm>
          <a:prstGeom prst="ellipse">
            <a:avLst/>
          </a:prstGeom>
          <a:solidFill>
            <a:schemeClr val="accent3"/>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15%</a:t>
            </a:r>
            <a:endParaRPr sz="2200" b="1">
              <a:solidFill>
                <a:schemeClr val="lt1"/>
              </a:solidFill>
              <a:latin typeface="IBM Plex Mono"/>
              <a:ea typeface="IBM Plex Mono"/>
              <a:cs typeface="IBM Plex Mono"/>
              <a:sym typeface="IBM Plex Mono"/>
            </a:endParaRPr>
          </a:p>
        </p:txBody>
      </p:sp>
      <p:sp>
        <p:nvSpPr>
          <p:cNvPr id="1849" name="Google Shape;1849;p41"/>
          <p:cNvSpPr txBox="1"/>
          <p:nvPr/>
        </p:nvSpPr>
        <p:spPr>
          <a:xfrm>
            <a:off x="1514000" y="4010000"/>
            <a:ext cx="14028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Mensual</a:t>
            </a:r>
            <a:endParaRPr sz="2200" b="1">
              <a:solidFill>
                <a:schemeClr val="dk1"/>
              </a:solidFill>
              <a:latin typeface="IBM Plex Mono"/>
              <a:ea typeface="IBM Plex Mono"/>
              <a:cs typeface="IBM Plex Mono"/>
              <a:sym typeface="IBM Plex Mono"/>
            </a:endParaRPr>
          </a:p>
        </p:txBody>
      </p:sp>
      <p:sp>
        <p:nvSpPr>
          <p:cNvPr id="1850" name="Google Shape;1850;p41"/>
          <p:cNvSpPr/>
          <p:nvPr/>
        </p:nvSpPr>
        <p:spPr>
          <a:xfrm>
            <a:off x="713225" y="3810790"/>
            <a:ext cx="775500" cy="775500"/>
          </a:xfrm>
          <a:prstGeom prst="ellipse">
            <a:avLst/>
          </a:prstGeom>
          <a:solidFill>
            <a:schemeClr val="dk1"/>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2200" b="1">
                <a:solidFill>
                  <a:schemeClr val="lt1"/>
                </a:solidFill>
                <a:latin typeface="IBM Plex Mono"/>
                <a:ea typeface="IBM Plex Mono"/>
                <a:cs typeface="IBM Plex Mono"/>
                <a:sym typeface="IBM Plex Mono"/>
              </a:rPr>
              <a:t>2%</a:t>
            </a:r>
            <a:endParaRPr sz="2200" b="1">
              <a:solidFill>
                <a:schemeClr val="lt1"/>
              </a:solidFill>
              <a:latin typeface="IBM Plex Mono"/>
              <a:ea typeface="IBM Plex Mono"/>
              <a:cs typeface="IBM Plex Mono"/>
              <a:sym typeface="IBM Plex Mono"/>
            </a:endParaRPr>
          </a:p>
        </p:txBody>
      </p:sp>
      <p:cxnSp>
        <p:nvCxnSpPr>
          <p:cNvPr id="1851" name="Google Shape;1851;p41"/>
          <p:cNvCxnSpPr>
            <a:stCxn id="1846" idx="4"/>
            <a:endCxn id="1848" idx="0"/>
          </p:cNvCxnSpPr>
          <p:nvPr/>
        </p:nvCxnSpPr>
        <p:spPr>
          <a:xfrm>
            <a:off x="1100975" y="2497716"/>
            <a:ext cx="0" cy="267900"/>
          </a:xfrm>
          <a:prstGeom prst="straightConnector1">
            <a:avLst/>
          </a:prstGeom>
          <a:noFill/>
          <a:ln w="19050" cap="flat" cmpd="sng">
            <a:solidFill>
              <a:schemeClr val="accent2"/>
            </a:solidFill>
            <a:prstDash val="solid"/>
            <a:round/>
            <a:headEnd type="none" w="med" len="med"/>
            <a:tailEnd type="none" w="med" len="med"/>
          </a:ln>
        </p:spPr>
      </p:cxnSp>
      <p:cxnSp>
        <p:nvCxnSpPr>
          <p:cNvPr id="1852" name="Google Shape;1852;p41"/>
          <p:cNvCxnSpPr>
            <a:stCxn id="1848" idx="4"/>
            <a:endCxn id="1850" idx="0"/>
          </p:cNvCxnSpPr>
          <p:nvPr/>
        </p:nvCxnSpPr>
        <p:spPr>
          <a:xfrm>
            <a:off x="1100975" y="3540968"/>
            <a:ext cx="0" cy="269700"/>
          </a:xfrm>
          <a:prstGeom prst="straightConnector1">
            <a:avLst/>
          </a:prstGeom>
          <a:noFill/>
          <a:ln w="19050" cap="flat" cmpd="sng">
            <a:solidFill>
              <a:schemeClr val="accent2"/>
            </a:solidFill>
            <a:prstDash val="solid"/>
            <a:round/>
            <a:headEnd type="none" w="med" len="med"/>
            <a:tailEnd type="none" w="med" len="med"/>
          </a:ln>
        </p:spPr>
      </p:cxnSp>
      <p:grpSp>
        <p:nvGrpSpPr>
          <p:cNvPr id="1853" name="Google Shape;1853;p41"/>
          <p:cNvGrpSpPr/>
          <p:nvPr/>
        </p:nvGrpSpPr>
        <p:grpSpPr>
          <a:xfrm>
            <a:off x="8596375" y="4146100"/>
            <a:ext cx="368400" cy="368400"/>
            <a:chOff x="8596375" y="4146100"/>
            <a:chExt cx="368400" cy="368400"/>
          </a:xfrm>
        </p:grpSpPr>
        <p:sp>
          <p:nvSpPr>
            <p:cNvPr id="1854" name="Google Shape;1854;p41"/>
            <p:cNvSpPr/>
            <p:nvPr/>
          </p:nvSpPr>
          <p:spPr>
            <a:xfrm>
              <a:off x="8596375" y="4146100"/>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5" name="Google Shape;1855;p41"/>
            <p:cNvGrpSpPr/>
            <p:nvPr/>
          </p:nvGrpSpPr>
          <p:grpSpPr>
            <a:xfrm>
              <a:off x="8664357" y="4248997"/>
              <a:ext cx="232288" cy="162334"/>
              <a:chOff x="1680638" y="3081963"/>
              <a:chExt cx="346750" cy="242325"/>
            </a:xfrm>
          </p:grpSpPr>
          <p:sp>
            <p:nvSpPr>
              <p:cNvPr id="1856" name="Google Shape;1856;p41"/>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1"/>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1"/>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1"/>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863"/>
        <p:cNvGrpSpPr/>
        <p:nvPr/>
      </p:nvGrpSpPr>
      <p:grpSpPr>
        <a:xfrm>
          <a:off x="0" y="0"/>
          <a:ext cx="0" cy="0"/>
          <a:chOff x="0" y="0"/>
          <a:chExt cx="0" cy="0"/>
        </a:xfrm>
      </p:grpSpPr>
      <p:sp>
        <p:nvSpPr>
          <p:cNvPr id="1864" name="Google Shape;1864;p42"/>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Este es el título de la diapositiva</a:t>
            </a:r>
            <a:endParaRPr/>
          </a:p>
        </p:txBody>
      </p:sp>
      <p:sp>
        <p:nvSpPr>
          <p:cNvPr id="1865" name="Google Shape;1865;p42"/>
          <p:cNvSpPr txBox="1">
            <a:spLocks noGrp="1"/>
          </p:cNvSpPr>
          <p:nvPr>
            <p:ph type="subTitle" idx="1"/>
          </p:nvPr>
        </p:nvSpPr>
        <p:spPr>
          <a:xfrm>
            <a:off x="720000" y="1541950"/>
            <a:ext cx="46974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¿Sabes qué te ayuda a aclarar tus ideas? Listas como esta: </a:t>
            </a:r>
            <a:endParaRPr/>
          </a:p>
          <a:p>
            <a:pPr marL="457200" lvl="0" indent="-330200" algn="l" rtl="0">
              <a:spcBef>
                <a:spcPts val="1000"/>
              </a:spcBef>
              <a:spcAft>
                <a:spcPts val="0"/>
              </a:spcAft>
              <a:buSzPts val="1600"/>
              <a:buChar char="●"/>
            </a:pPr>
            <a:r>
              <a:rPr lang="en"/>
              <a:t>Son simples </a:t>
            </a:r>
            <a:endParaRPr/>
          </a:p>
          <a:p>
            <a:pPr marL="457200" lvl="0" indent="-330200" algn="l" rtl="0">
              <a:spcBef>
                <a:spcPts val="0"/>
              </a:spcBef>
              <a:spcAft>
                <a:spcPts val="0"/>
              </a:spcAft>
              <a:buSzPts val="1600"/>
              <a:buChar char="●"/>
            </a:pPr>
            <a:r>
              <a:rPr lang="en"/>
              <a:t>Puedes organizar tus ideas de forma clara</a:t>
            </a:r>
            <a:endParaRPr/>
          </a:p>
          <a:p>
            <a:pPr marL="457200" lvl="0" indent="-330200" algn="l" rtl="0">
              <a:spcBef>
                <a:spcPts val="0"/>
              </a:spcBef>
              <a:spcAft>
                <a:spcPts val="0"/>
              </a:spcAft>
              <a:buSzPts val="1600"/>
              <a:buChar char="●"/>
            </a:pPr>
            <a:r>
              <a:rPr lang="en"/>
              <a:t>¡Nunca más olvidarás comprar leche! </a:t>
            </a:r>
            <a:endParaRPr/>
          </a:p>
          <a:p>
            <a:pPr marL="0" lvl="0" indent="0" algn="l" rtl="0">
              <a:spcBef>
                <a:spcPts val="1000"/>
              </a:spcBef>
              <a:spcAft>
                <a:spcPts val="0"/>
              </a:spcAft>
              <a:buNone/>
            </a:pPr>
            <a:r>
              <a:rPr lang="en"/>
              <a:t>El público entenderá todo lo que le muestres de manera automáticamente instantánea</a:t>
            </a:r>
            <a:endParaRPr/>
          </a:p>
        </p:txBody>
      </p:sp>
      <p:grpSp>
        <p:nvGrpSpPr>
          <p:cNvPr id="1866" name="Google Shape;1866;p42"/>
          <p:cNvGrpSpPr/>
          <p:nvPr/>
        </p:nvGrpSpPr>
        <p:grpSpPr>
          <a:xfrm rot="10800000">
            <a:off x="8128788" y="3373338"/>
            <a:ext cx="1343825" cy="645625"/>
            <a:chOff x="202975" y="2389400"/>
            <a:chExt cx="1343825" cy="645625"/>
          </a:xfrm>
        </p:grpSpPr>
        <p:sp>
          <p:nvSpPr>
            <p:cNvPr id="1867" name="Google Shape;1867;p42"/>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2"/>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42"/>
          <p:cNvGrpSpPr/>
          <p:nvPr/>
        </p:nvGrpSpPr>
        <p:grpSpPr>
          <a:xfrm rot="10800000">
            <a:off x="5862850" y="4182375"/>
            <a:ext cx="1281850" cy="1633300"/>
            <a:chOff x="2202275" y="654600"/>
            <a:chExt cx="1281850" cy="1633300"/>
          </a:xfrm>
        </p:grpSpPr>
        <p:sp>
          <p:nvSpPr>
            <p:cNvPr id="1870" name="Google Shape;1870;p42"/>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2"/>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2"/>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2"/>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2"/>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2"/>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2"/>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2"/>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 name="Google Shape;1878;p42"/>
          <p:cNvGrpSpPr/>
          <p:nvPr/>
        </p:nvGrpSpPr>
        <p:grpSpPr>
          <a:xfrm rot="10800000">
            <a:off x="7205425" y="3815850"/>
            <a:ext cx="1641625" cy="1646825"/>
            <a:chOff x="423725" y="1007600"/>
            <a:chExt cx="1641625" cy="1646825"/>
          </a:xfrm>
        </p:grpSpPr>
        <p:sp>
          <p:nvSpPr>
            <p:cNvPr id="1879" name="Google Shape;1879;p42"/>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2"/>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2"/>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2"/>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2"/>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2"/>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 name="Google Shape;1885;p42"/>
          <p:cNvGrpSpPr/>
          <p:nvPr/>
        </p:nvGrpSpPr>
        <p:grpSpPr>
          <a:xfrm rot="10800000">
            <a:off x="8079775" y="3274375"/>
            <a:ext cx="595625" cy="2708950"/>
            <a:chOff x="671575" y="486950"/>
            <a:chExt cx="595625" cy="2708950"/>
          </a:xfrm>
        </p:grpSpPr>
        <p:sp>
          <p:nvSpPr>
            <p:cNvPr id="1886" name="Google Shape;1886;p42"/>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2"/>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2"/>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2"/>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2"/>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2"/>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 name="Google Shape;1892;p42"/>
          <p:cNvGrpSpPr/>
          <p:nvPr/>
        </p:nvGrpSpPr>
        <p:grpSpPr>
          <a:xfrm rot="10800000">
            <a:off x="7793925" y="3454000"/>
            <a:ext cx="647725" cy="2014925"/>
            <a:chOff x="905325" y="1001350"/>
            <a:chExt cx="647725" cy="2014925"/>
          </a:xfrm>
        </p:grpSpPr>
        <p:sp>
          <p:nvSpPr>
            <p:cNvPr id="1893" name="Google Shape;1893;p42"/>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2"/>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2"/>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2"/>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2"/>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2"/>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2"/>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2"/>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2"/>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2"/>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2"/>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2"/>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2"/>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2"/>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 name="Google Shape;1907;p42"/>
          <p:cNvGrpSpPr/>
          <p:nvPr/>
        </p:nvGrpSpPr>
        <p:grpSpPr>
          <a:xfrm>
            <a:off x="7234000" y="3802463"/>
            <a:ext cx="368400" cy="368400"/>
            <a:chOff x="7234000" y="3802463"/>
            <a:chExt cx="368400" cy="368400"/>
          </a:xfrm>
        </p:grpSpPr>
        <p:sp>
          <p:nvSpPr>
            <p:cNvPr id="1908" name="Google Shape;1908;p42"/>
            <p:cNvSpPr/>
            <p:nvPr/>
          </p:nvSpPr>
          <p:spPr>
            <a:xfrm>
              <a:off x="7234000" y="380246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9" name="Google Shape;1909;p42"/>
            <p:cNvGrpSpPr/>
            <p:nvPr/>
          </p:nvGrpSpPr>
          <p:grpSpPr>
            <a:xfrm>
              <a:off x="7313737" y="3883274"/>
              <a:ext cx="209156" cy="206800"/>
              <a:chOff x="6440438" y="1041888"/>
              <a:chExt cx="343950" cy="340075"/>
            </a:xfrm>
          </p:grpSpPr>
          <p:sp>
            <p:nvSpPr>
              <p:cNvPr id="1910" name="Google Shape;1910;p42"/>
              <p:cNvSpPr/>
              <p:nvPr/>
            </p:nvSpPr>
            <p:spPr>
              <a:xfrm>
                <a:off x="6440438" y="1156438"/>
                <a:ext cx="229550" cy="225525"/>
              </a:xfrm>
              <a:custGeom>
                <a:avLst/>
                <a:gdLst/>
                <a:ahLst/>
                <a:cxnLst/>
                <a:rect l="l" t="t" r="r" b="b"/>
                <a:pathLst>
                  <a:path w="9182" h="9021" extrusionOk="0">
                    <a:moveTo>
                      <a:pt x="6357" y="0"/>
                    </a:moveTo>
                    <a:lnTo>
                      <a:pt x="584" y="6111"/>
                    </a:lnTo>
                    <a:cubicBezTo>
                      <a:pt x="1" y="6725"/>
                      <a:pt x="1" y="7707"/>
                      <a:pt x="615" y="8321"/>
                    </a:cubicBezTo>
                    <a:lnTo>
                      <a:pt x="861" y="8567"/>
                    </a:lnTo>
                    <a:cubicBezTo>
                      <a:pt x="1176" y="8866"/>
                      <a:pt x="1588" y="9020"/>
                      <a:pt x="1998" y="9020"/>
                    </a:cubicBezTo>
                    <a:cubicBezTo>
                      <a:pt x="2386" y="9020"/>
                      <a:pt x="2772" y="8882"/>
                      <a:pt x="3071" y="8598"/>
                    </a:cubicBezTo>
                    <a:lnTo>
                      <a:pt x="9182" y="2825"/>
                    </a:lnTo>
                    <a:cubicBezTo>
                      <a:pt x="8629" y="2672"/>
                      <a:pt x="8138" y="2426"/>
                      <a:pt x="7708" y="2057"/>
                    </a:cubicBezTo>
                    <a:lnTo>
                      <a:pt x="7677" y="2057"/>
                    </a:lnTo>
                    <a:lnTo>
                      <a:pt x="6142" y="3593"/>
                    </a:lnTo>
                    <a:cubicBezTo>
                      <a:pt x="6057" y="3678"/>
                      <a:pt x="5962" y="3714"/>
                      <a:pt x="5871" y="3714"/>
                    </a:cubicBezTo>
                    <a:cubicBezTo>
                      <a:pt x="5567" y="3714"/>
                      <a:pt x="5306" y="3316"/>
                      <a:pt x="5589" y="3009"/>
                    </a:cubicBezTo>
                    <a:lnTo>
                      <a:pt x="7125" y="1474"/>
                    </a:lnTo>
                    <a:cubicBezTo>
                      <a:pt x="6756" y="1044"/>
                      <a:pt x="6511" y="553"/>
                      <a:pt x="6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2"/>
              <p:cNvSpPr/>
              <p:nvPr/>
            </p:nvSpPr>
            <p:spPr>
              <a:xfrm>
                <a:off x="6583488" y="1074288"/>
                <a:ext cx="168650" cy="138575"/>
              </a:xfrm>
              <a:custGeom>
                <a:avLst/>
                <a:gdLst/>
                <a:ahLst/>
                <a:cxnLst/>
                <a:rect l="l" t="t" r="r" b="b"/>
                <a:pathLst>
                  <a:path w="6746" h="5543" extrusionOk="0">
                    <a:moveTo>
                      <a:pt x="1955" y="1"/>
                    </a:moveTo>
                    <a:lnTo>
                      <a:pt x="1955" y="1"/>
                    </a:lnTo>
                    <a:cubicBezTo>
                      <a:pt x="0" y="2487"/>
                      <a:pt x="2106" y="5542"/>
                      <a:pt x="4647" y="5542"/>
                    </a:cubicBezTo>
                    <a:cubicBezTo>
                      <a:pt x="5339" y="5542"/>
                      <a:pt x="6062" y="5316"/>
                      <a:pt x="6746" y="4791"/>
                    </a:cubicBezTo>
                    <a:lnTo>
                      <a:pt x="19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2"/>
              <p:cNvSpPr/>
              <p:nvPr/>
            </p:nvSpPr>
            <p:spPr>
              <a:xfrm>
                <a:off x="6646188" y="1041888"/>
                <a:ext cx="138200" cy="137600"/>
              </a:xfrm>
              <a:custGeom>
                <a:avLst/>
                <a:gdLst/>
                <a:ahLst/>
                <a:cxnLst/>
                <a:rect l="l" t="t" r="r" b="b"/>
                <a:pathLst>
                  <a:path w="5528" h="5504" extrusionOk="0">
                    <a:moveTo>
                      <a:pt x="2088" y="1"/>
                    </a:moveTo>
                    <a:cubicBezTo>
                      <a:pt x="1376" y="1"/>
                      <a:pt x="646" y="231"/>
                      <a:pt x="0" y="744"/>
                    </a:cubicBezTo>
                    <a:lnTo>
                      <a:pt x="4790" y="5503"/>
                    </a:lnTo>
                    <a:cubicBezTo>
                      <a:pt x="5251" y="4920"/>
                      <a:pt x="5527" y="4183"/>
                      <a:pt x="5527" y="3415"/>
                    </a:cubicBezTo>
                    <a:lnTo>
                      <a:pt x="5496" y="3415"/>
                    </a:lnTo>
                    <a:cubicBezTo>
                      <a:pt x="5496" y="1405"/>
                      <a:pt x="3847" y="1"/>
                      <a:pt x="20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916"/>
        <p:cNvGrpSpPr/>
        <p:nvPr/>
      </p:nvGrpSpPr>
      <p:grpSpPr>
        <a:xfrm>
          <a:off x="0" y="0"/>
          <a:ext cx="0" cy="0"/>
          <a:chOff x="0" y="0"/>
          <a:chExt cx="0" cy="0"/>
        </a:xfrm>
      </p:grpSpPr>
      <p:sp>
        <p:nvSpPr>
          <p:cNvPr id="1917" name="Google Shape;1917;p43"/>
          <p:cNvSpPr txBox="1">
            <a:spLocks noGrp="1"/>
          </p:cNvSpPr>
          <p:nvPr>
            <p:ph type="title"/>
          </p:nvPr>
        </p:nvSpPr>
        <p:spPr>
          <a:xfrm>
            <a:off x="720000" y="445025"/>
            <a:ext cx="7704000" cy="55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¿Necesitas dividir el contenido?</a:t>
            </a:r>
            <a:endParaRPr/>
          </a:p>
        </p:txBody>
      </p:sp>
      <p:sp>
        <p:nvSpPr>
          <p:cNvPr id="1918" name="Google Shape;1918;p43"/>
          <p:cNvSpPr txBox="1">
            <a:spLocks noGrp="1"/>
          </p:cNvSpPr>
          <p:nvPr>
            <p:ph type="subTitle" idx="1"/>
          </p:nvPr>
        </p:nvSpPr>
        <p:spPr>
          <a:xfrm>
            <a:off x="4308874" y="3104426"/>
            <a:ext cx="2505600" cy="123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es el segundo planeta más cercano al Sol. Es un planeta caliente y su atmósfera es extremadamente venenosa</a:t>
            </a:r>
            <a:endParaRPr/>
          </a:p>
        </p:txBody>
      </p:sp>
      <p:sp>
        <p:nvSpPr>
          <p:cNvPr id="1919" name="Google Shape;1919;p43"/>
          <p:cNvSpPr txBox="1">
            <a:spLocks noGrp="1"/>
          </p:cNvSpPr>
          <p:nvPr>
            <p:ph type="subTitle" idx="2"/>
          </p:nvPr>
        </p:nvSpPr>
        <p:spPr>
          <a:xfrm>
            <a:off x="720000" y="3104426"/>
            <a:ext cx="2505600" cy="123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Mercurio es el planeta más cercano al Sol y el más pequeño del sistema solar. Recibió su nombre de un dios romano</a:t>
            </a:r>
            <a:endParaRPr/>
          </a:p>
        </p:txBody>
      </p:sp>
      <p:sp>
        <p:nvSpPr>
          <p:cNvPr id="1920" name="Google Shape;1920;p43"/>
          <p:cNvSpPr txBox="1">
            <a:spLocks noGrp="1"/>
          </p:cNvSpPr>
          <p:nvPr>
            <p:ph type="subTitle" idx="3"/>
          </p:nvPr>
        </p:nvSpPr>
        <p:spPr>
          <a:xfrm>
            <a:off x="720000" y="2540600"/>
            <a:ext cx="25056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Mercurio</a:t>
            </a:r>
            <a:endParaRPr/>
          </a:p>
        </p:txBody>
      </p:sp>
      <p:sp>
        <p:nvSpPr>
          <p:cNvPr id="1921" name="Google Shape;1921;p43"/>
          <p:cNvSpPr txBox="1">
            <a:spLocks noGrp="1"/>
          </p:cNvSpPr>
          <p:nvPr>
            <p:ph type="subTitle" idx="4"/>
          </p:nvPr>
        </p:nvSpPr>
        <p:spPr>
          <a:xfrm>
            <a:off x="4308875" y="2540600"/>
            <a:ext cx="25056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922" name="Google Shape;1922;p43"/>
          <p:cNvSpPr/>
          <p:nvPr/>
        </p:nvSpPr>
        <p:spPr>
          <a:xfrm>
            <a:off x="760984" y="1738229"/>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3"/>
          <p:cNvSpPr/>
          <p:nvPr/>
        </p:nvSpPr>
        <p:spPr>
          <a:xfrm>
            <a:off x="4360105" y="1738229"/>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4" name="Google Shape;1924;p43"/>
          <p:cNvGrpSpPr/>
          <p:nvPr/>
        </p:nvGrpSpPr>
        <p:grpSpPr>
          <a:xfrm>
            <a:off x="965958" y="1943574"/>
            <a:ext cx="261212" cy="260636"/>
            <a:chOff x="1003963" y="3761813"/>
            <a:chExt cx="340075" cy="339325"/>
          </a:xfrm>
        </p:grpSpPr>
        <p:sp>
          <p:nvSpPr>
            <p:cNvPr id="1925" name="Google Shape;1925;p43"/>
            <p:cNvSpPr/>
            <p:nvPr/>
          </p:nvSpPr>
          <p:spPr>
            <a:xfrm>
              <a:off x="1003963" y="3831688"/>
              <a:ext cx="340075" cy="269450"/>
            </a:xfrm>
            <a:custGeom>
              <a:avLst/>
              <a:gdLst/>
              <a:ahLst/>
              <a:cxnLst/>
              <a:rect l="l" t="t" r="r" b="b"/>
              <a:pathLst>
                <a:path w="13603" h="10778" extrusionOk="0">
                  <a:moveTo>
                    <a:pt x="6387" y="4882"/>
                  </a:moveTo>
                  <a:cubicBezTo>
                    <a:pt x="6909" y="4882"/>
                    <a:pt x="6909" y="5681"/>
                    <a:pt x="6387" y="5681"/>
                  </a:cubicBezTo>
                  <a:lnTo>
                    <a:pt x="5957" y="5681"/>
                  </a:lnTo>
                  <a:cubicBezTo>
                    <a:pt x="5404" y="5681"/>
                    <a:pt x="5404" y="4882"/>
                    <a:pt x="5957" y="4882"/>
                  </a:cubicBezTo>
                  <a:close/>
                  <a:moveTo>
                    <a:pt x="8721" y="4882"/>
                  </a:moveTo>
                  <a:cubicBezTo>
                    <a:pt x="9243" y="4882"/>
                    <a:pt x="9243" y="5681"/>
                    <a:pt x="8721" y="5681"/>
                  </a:cubicBezTo>
                  <a:lnTo>
                    <a:pt x="8291" y="5681"/>
                  </a:lnTo>
                  <a:cubicBezTo>
                    <a:pt x="7769" y="5681"/>
                    <a:pt x="7769" y="4882"/>
                    <a:pt x="8291" y="4882"/>
                  </a:cubicBezTo>
                  <a:close/>
                  <a:moveTo>
                    <a:pt x="11054" y="4882"/>
                  </a:moveTo>
                  <a:cubicBezTo>
                    <a:pt x="11576" y="4882"/>
                    <a:pt x="11576" y="5681"/>
                    <a:pt x="11054" y="5681"/>
                  </a:cubicBezTo>
                  <a:lnTo>
                    <a:pt x="10624" y="5681"/>
                  </a:lnTo>
                  <a:cubicBezTo>
                    <a:pt x="10102" y="5681"/>
                    <a:pt x="10102" y="4882"/>
                    <a:pt x="10624" y="4882"/>
                  </a:cubicBezTo>
                  <a:close/>
                  <a:moveTo>
                    <a:pt x="6387" y="6602"/>
                  </a:moveTo>
                  <a:cubicBezTo>
                    <a:pt x="6909" y="6602"/>
                    <a:pt x="6909" y="7400"/>
                    <a:pt x="6387" y="7400"/>
                  </a:cubicBezTo>
                  <a:lnTo>
                    <a:pt x="5957" y="7400"/>
                  </a:lnTo>
                  <a:cubicBezTo>
                    <a:pt x="5404" y="7400"/>
                    <a:pt x="5404" y="6602"/>
                    <a:pt x="5957" y="6602"/>
                  </a:cubicBezTo>
                  <a:close/>
                  <a:moveTo>
                    <a:pt x="8721" y="6602"/>
                  </a:moveTo>
                  <a:cubicBezTo>
                    <a:pt x="9243" y="6602"/>
                    <a:pt x="9243" y="7400"/>
                    <a:pt x="8721" y="7400"/>
                  </a:cubicBezTo>
                  <a:lnTo>
                    <a:pt x="8291" y="7400"/>
                  </a:lnTo>
                  <a:cubicBezTo>
                    <a:pt x="7769" y="7400"/>
                    <a:pt x="7769" y="6602"/>
                    <a:pt x="8291" y="6602"/>
                  </a:cubicBezTo>
                  <a:close/>
                  <a:moveTo>
                    <a:pt x="11054" y="6602"/>
                  </a:moveTo>
                  <a:cubicBezTo>
                    <a:pt x="11576" y="6602"/>
                    <a:pt x="11576" y="7400"/>
                    <a:pt x="11054" y="7400"/>
                  </a:cubicBezTo>
                  <a:lnTo>
                    <a:pt x="10624" y="7400"/>
                  </a:lnTo>
                  <a:cubicBezTo>
                    <a:pt x="10102" y="7400"/>
                    <a:pt x="10102" y="6602"/>
                    <a:pt x="10624" y="6602"/>
                  </a:cubicBezTo>
                  <a:close/>
                  <a:moveTo>
                    <a:pt x="6387" y="8291"/>
                  </a:moveTo>
                  <a:cubicBezTo>
                    <a:pt x="6909" y="8291"/>
                    <a:pt x="6909" y="9089"/>
                    <a:pt x="6387" y="9089"/>
                  </a:cubicBezTo>
                  <a:lnTo>
                    <a:pt x="5957" y="9089"/>
                  </a:lnTo>
                  <a:cubicBezTo>
                    <a:pt x="5404" y="9089"/>
                    <a:pt x="5404" y="8291"/>
                    <a:pt x="5957" y="8291"/>
                  </a:cubicBezTo>
                  <a:close/>
                  <a:moveTo>
                    <a:pt x="8721" y="8291"/>
                  </a:moveTo>
                  <a:cubicBezTo>
                    <a:pt x="9243" y="8291"/>
                    <a:pt x="9243" y="9089"/>
                    <a:pt x="8721" y="9089"/>
                  </a:cubicBezTo>
                  <a:lnTo>
                    <a:pt x="8291" y="9089"/>
                  </a:lnTo>
                  <a:cubicBezTo>
                    <a:pt x="7769" y="9089"/>
                    <a:pt x="7769" y="8291"/>
                    <a:pt x="8291" y="8291"/>
                  </a:cubicBezTo>
                  <a:close/>
                  <a:moveTo>
                    <a:pt x="11054" y="8291"/>
                  </a:moveTo>
                  <a:cubicBezTo>
                    <a:pt x="11576" y="8291"/>
                    <a:pt x="11576" y="9089"/>
                    <a:pt x="11054" y="9089"/>
                  </a:cubicBezTo>
                  <a:lnTo>
                    <a:pt x="10624" y="9089"/>
                  </a:lnTo>
                  <a:cubicBezTo>
                    <a:pt x="10102" y="9089"/>
                    <a:pt x="10102" y="8291"/>
                    <a:pt x="10624" y="8291"/>
                  </a:cubicBezTo>
                  <a:close/>
                  <a:moveTo>
                    <a:pt x="399" y="0"/>
                  </a:moveTo>
                  <a:cubicBezTo>
                    <a:pt x="184" y="0"/>
                    <a:pt x="0" y="184"/>
                    <a:pt x="0" y="399"/>
                  </a:cubicBezTo>
                  <a:lnTo>
                    <a:pt x="0" y="10409"/>
                  </a:lnTo>
                  <a:cubicBezTo>
                    <a:pt x="0" y="10624"/>
                    <a:pt x="184" y="10778"/>
                    <a:pt x="399" y="10778"/>
                  </a:cubicBezTo>
                  <a:lnTo>
                    <a:pt x="13204" y="10778"/>
                  </a:lnTo>
                  <a:cubicBezTo>
                    <a:pt x="13419" y="10778"/>
                    <a:pt x="13572" y="10624"/>
                    <a:pt x="13572" y="10409"/>
                  </a:cubicBezTo>
                  <a:lnTo>
                    <a:pt x="13572" y="399"/>
                  </a:lnTo>
                  <a:cubicBezTo>
                    <a:pt x="13603" y="184"/>
                    <a:pt x="13419" y="0"/>
                    <a:pt x="13204" y="0"/>
                  </a:cubicBezTo>
                  <a:lnTo>
                    <a:pt x="11453" y="0"/>
                  </a:lnTo>
                  <a:lnTo>
                    <a:pt x="11453" y="3593"/>
                  </a:lnTo>
                  <a:cubicBezTo>
                    <a:pt x="11453" y="3808"/>
                    <a:pt x="11269" y="3961"/>
                    <a:pt x="11054" y="3961"/>
                  </a:cubicBezTo>
                  <a:lnTo>
                    <a:pt x="5957" y="3961"/>
                  </a:lnTo>
                  <a:cubicBezTo>
                    <a:pt x="5742" y="3961"/>
                    <a:pt x="5558" y="3808"/>
                    <a:pt x="5558" y="3593"/>
                  </a:cubicBezTo>
                  <a:lnTo>
                    <a:pt x="5558" y="0"/>
                  </a:lnTo>
                  <a:lnTo>
                    <a:pt x="4637" y="0"/>
                  </a:lnTo>
                  <a:lnTo>
                    <a:pt x="4637" y="8690"/>
                  </a:lnTo>
                  <a:cubicBezTo>
                    <a:pt x="4637" y="8905"/>
                    <a:pt x="4483" y="9089"/>
                    <a:pt x="4268" y="9089"/>
                  </a:cubicBezTo>
                  <a:lnTo>
                    <a:pt x="2119" y="9089"/>
                  </a:lnTo>
                  <a:cubicBezTo>
                    <a:pt x="1904" y="9089"/>
                    <a:pt x="1750" y="8905"/>
                    <a:pt x="1750" y="8690"/>
                  </a:cubicBezTo>
                  <a:lnTo>
                    <a:pt x="1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3"/>
            <p:cNvSpPr/>
            <p:nvPr/>
          </p:nvSpPr>
          <p:spPr>
            <a:xfrm>
              <a:off x="1067663" y="3810863"/>
              <a:ext cx="32275" cy="227325"/>
            </a:xfrm>
            <a:custGeom>
              <a:avLst/>
              <a:gdLst/>
              <a:ahLst/>
              <a:cxnLst/>
              <a:rect l="l" t="t" r="r" b="b"/>
              <a:pathLst>
                <a:path w="1291" h="9093" extrusionOk="0">
                  <a:moveTo>
                    <a:pt x="968" y="1"/>
                  </a:moveTo>
                  <a:cubicBezTo>
                    <a:pt x="953" y="1"/>
                    <a:pt x="938" y="2"/>
                    <a:pt x="922" y="4"/>
                  </a:cubicBezTo>
                  <a:lnTo>
                    <a:pt x="369" y="4"/>
                  </a:lnTo>
                  <a:cubicBezTo>
                    <a:pt x="154" y="4"/>
                    <a:pt x="1" y="158"/>
                    <a:pt x="1" y="372"/>
                  </a:cubicBezTo>
                  <a:lnTo>
                    <a:pt x="1" y="8724"/>
                  </a:lnTo>
                  <a:cubicBezTo>
                    <a:pt x="1" y="8939"/>
                    <a:pt x="154" y="9093"/>
                    <a:pt x="369" y="9093"/>
                  </a:cubicBezTo>
                  <a:lnTo>
                    <a:pt x="922" y="9093"/>
                  </a:lnTo>
                  <a:cubicBezTo>
                    <a:pt x="1106" y="9093"/>
                    <a:pt x="1290" y="8939"/>
                    <a:pt x="1290" y="8724"/>
                  </a:cubicBezTo>
                  <a:lnTo>
                    <a:pt x="1290" y="372"/>
                  </a:lnTo>
                  <a:cubicBezTo>
                    <a:pt x="1290" y="173"/>
                    <a:pt x="1159" y="1"/>
                    <a:pt x="9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3"/>
            <p:cNvSpPr/>
            <p:nvPr/>
          </p:nvSpPr>
          <p:spPr>
            <a:xfrm>
              <a:off x="1162863" y="3761813"/>
              <a:ext cx="124375" cy="149725"/>
            </a:xfrm>
            <a:custGeom>
              <a:avLst/>
              <a:gdLst/>
              <a:ahLst/>
              <a:cxnLst/>
              <a:rect l="l" t="t" r="r" b="b"/>
              <a:pathLst>
                <a:path w="4975" h="5989" extrusionOk="0">
                  <a:moveTo>
                    <a:pt x="1597" y="1"/>
                  </a:moveTo>
                  <a:cubicBezTo>
                    <a:pt x="706" y="1"/>
                    <a:pt x="0" y="738"/>
                    <a:pt x="0" y="1598"/>
                  </a:cubicBezTo>
                  <a:lnTo>
                    <a:pt x="0" y="5988"/>
                  </a:lnTo>
                  <a:lnTo>
                    <a:pt x="4299" y="5988"/>
                  </a:lnTo>
                  <a:lnTo>
                    <a:pt x="4299" y="1598"/>
                  </a:lnTo>
                  <a:cubicBezTo>
                    <a:pt x="4268" y="1137"/>
                    <a:pt x="4453" y="676"/>
                    <a:pt x="4821" y="400"/>
                  </a:cubicBezTo>
                  <a:cubicBezTo>
                    <a:pt x="4975" y="277"/>
                    <a:pt x="4882" y="32"/>
                    <a:pt x="46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 name="Google Shape;1928;p43"/>
          <p:cNvGrpSpPr/>
          <p:nvPr/>
        </p:nvGrpSpPr>
        <p:grpSpPr>
          <a:xfrm>
            <a:off x="4565087" y="1944099"/>
            <a:ext cx="261232" cy="259462"/>
            <a:chOff x="2364238" y="3761813"/>
            <a:chExt cx="342375" cy="340100"/>
          </a:xfrm>
        </p:grpSpPr>
        <p:sp>
          <p:nvSpPr>
            <p:cNvPr id="1929" name="Google Shape;1929;p43"/>
            <p:cNvSpPr/>
            <p:nvPr/>
          </p:nvSpPr>
          <p:spPr>
            <a:xfrm>
              <a:off x="2447888" y="3761813"/>
              <a:ext cx="102900" cy="95225"/>
            </a:xfrm>
            <a:custGeom>
              <a:avLst/>
              <a:gdLst/>
              <a:ahLst/>
              <a:cxnLst/>
              <a:rect l="l" t="t" r="r" b="b"/>
              <a:pathLst>
                <a:path w="4116" h="3809" extrusionOk="0">
                  <a:moveTo>
                    <a:pt x="32" y="1"/>
                  </a:moveTo>
                  <a:lnTo>
                    <a:pt x="32" y="3409"/>
                  </a:lnTo>
                  <a:cubicBezTo>
                    <a:pt x="1" y="3624"/>
                    <a:pt x="185" y="3808"/>
                    <a:pt x="431" y="3808"/>
                  </a:cubicBezTo>
                  <a:lnTo>
                    <a:pt x="4116" y="3808"/>
                  </a:lnTo>
                  <a:lnTo>
                    <a:pt x="411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3"/>
            <p:cNvSpPr/>
            <p:nvPr/>
          </p:nvSpPr>
          <p:spPr>
            <a:xfrm>
              <a:off x="2570713" y="3761813"/>
              <a:ext cx="22300" cy="95225"/>
            </a:xfrm>
            <a:custGeom>
              <a:avLst/>
              <a:gdLst/>
              <a:ahLst/>
              <a:cxnLst/>
              <a:rect l="l" t="t" r="r" b="b"/>
              <a:pathLst>
                <a:path w="892" h="3809" extrusionOk="0">
                  <a:moveTo>
                    <a:pt x="1" y="1"/>
                  </a:moveTo>
                  <a:lnTo>
                    <a:pt x="1" y="3808"/>
                  </a:lnTo>
                  <a:lnTo>
                    <a:pt x="492" y="3808"/>
                  </a:lnTo>
                  <a:cubicBezTo>
                    <a:pt x="707" y="3808"/>
                    <a:pt x="891" y="3624"/>
                    <a:pt x="891" y="3409"/>
                  </a:cubicBezTo>
                  <a:lnTo>
                    <a:pt x="89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3"/>
            <p:cNvSpPr/>
            <p:nvPr/>
          </p:nvSpPr>
          <p:spPr>
            <a:xfrm>
              <a:off x="2448663" y="3995188"/>
              <a:ext cx="144350" cy="106725"/>
            </a:xfrm>
            <a:custGeom>
              <a:avLst/>
              <a:gdLst/>
              <a:ahLst/>
              <a:cxnLst/>
              <a:rect l="l" t="t" r="r" b="b"/>
              <a:pathLst>
                <a:path w="5774" h="4269" extrusionOk="0">
                  <a:moveTo>
                    <a:pt x="1" y="0"/>
                  </a:moveTo>
                  <a:lnTo>
                    <a:pt x="1" y="4269"/>
                  </a:lnTo>
                  <a:lnTo>
                    <a:pt x="5773" y="4269"/>
                  </a:lnTo>
                  <a:lnTo>
                    <a:pt x="57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3"/>
            <p:cNvSpPr/>
            <p:nvPr/>
          </p:nvSpPr>
          <p:spPr>
            <a:xfrm>
              <a:off x="2364238" y="3761813"/>
              <a:ext cx="342375" cy="340100"/>
            </a:xfrm>
            <a:custGeom>
              <a:avLst/>
              <a:gdLst/>
              <a:ahLst/>
              <a:cxnLst/>
              <a:rect l="l" t="t" r="r" b="b"/>
              <a:pathLst>
                <a:path w="13695" h="13604" extrusionOk="0">
                  <a:moveTo>
                    <a:pt x="1198" y="1"/>
                  </a:moveTo>
                  <a:cubicBezTo>
                    <a:pt x="522" y="1"/>
                    <a:pt x="0" y="554"/>
                    <a:pt x="0" y="1198"/>
                  </a:cubicBezTo>
                  <a:lnTo>
                    <a:pt x="0" y="12406"/>
                  </a:lnTo>
                  <a:cubicBezTo>
                    <a:pt x="0" y="13082"/>
                    <a:pt x="522" y="13604"/>
                    <a:pt x="1198" y="13604"/>
                  </a:cubicBezTo>
                  <a:lnTo>
                    <a:pt x="2579" y="13604"/>
                  </a:lnTo>
                  <a:lnTo>
                    <a:pt x="2579" y="8046"/>
                  </a:lnTo>
                  <a:cubicBezTo>
                    <a:pt x="2579" y="7370"/>
                    <a:pt x="3101" y="6848"/>
                    <a:pt x="3777" y="6848"/>
                  </a:cubicBezTo>
                  <a:lnTo>
                    <a:pt x="8751" y="6848"/>
                  </a:lnTo>
                  <a:cubicBezTo>
                    <a:pt x="9427" y="6848"/>
                    <a:pt x="9949" y="7370"/>
                    <a:pt x="9949" y="8046"/>
                  </a:cubicBezTo>
                  <a:lnTo>
                    <a:pt x="9949" y="13604"/>
                  </a:lnTo>
                  <a:lnTo>
                    <a:pt x="12405" y="13604"/>
                  </a:lnTo>
                  <a:cubicBezTo>
                    <a:pt x="13050" y="13604"/>
                    <a:pt x="13603" y="13082"/>
                    <a:pt x="13603" y="12406"/>
                  </a:cubicBezTo>
                  <a:lnTo>
                    <a:pt x="13603" y="3378"/>
                  </a:lnTo>
                  <a:cubicBezTo>
                    <a:pt x="13572" y="3286"/>
                    <a:pt x="13541" y="3225"/>
                    <a:pt x="13511" y="3164"/>
                  </a:cubicBezTo>
                  <a:cubicBezTo>
                    <a:pt x="13480" y="3133"/>
                    <a:pt x="13695" y="3348"/>
                    <a:pt x="10471" y="124"/>
                  </a:cubicBezTo>
                  <a:cubicBezTo>
                    <a:pt x="10409" y="62"/>
                    <a:pt x="10287" y="1"/>
                    <a:pt x="10194" y="1"/>
                  </a:cubicBezTo>
                  <a:lnTo>
                    <a:pt x="9949" y="1"/>
                  </a:lnTo>
                  <a:lnTo>
                    <a:pt x="9949" y="3409"/>
                  </a:lnTo>
                  <a:cubicBezTo>
                    <a:pt x="9949" y="4054"/>
                    <a:pt x="9427" y="4607"/>
                    <a:pt x="8751" y="4607"/>
                  </a:cubicBezTo>
                  <a:lnTo>
                    <a:pt x="3777" y="4607"/>
                  </a:lnTo>
                  <a:cubicBezTo>
                    <a:pt x="3101" y="4607"/>
                    <a:pt x="2579" y="4054"/>
                    <a:pt x="2579" y="3409"/>
                  </a:cubicBezTo>
                  <a:lnTo>
                    <a:pt x="25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3"/>
            <p:cNvSpPr/>
            <p:nvPr/>
          </p:nvSpPr>
          <p:spPr>
            <a:xfrm>
              <a:off x="2448663" y="3952888"/>
              <a:ext cx="145125" cy="22375"/>
            </a:xfrm>
            <a:custGeom>
              <a:avLst/>
              <a:gdLst/>
              <a:ahLst/>
              <a:cxnLst/>
              <a:rect l="l" t="t" r="r" b="b"/>
              <a:pathLst>
                <a:path w="5805" h="895" extrusionOk="0">
                  <a:moveTo>
                    <a:pt x="5422" y="0"/>
                  </a:moveTo>
                  <a:cubicBezTo>
                    <a:pt x="5406" y="0"/>
                    <a:pt x="5390" y="1"/>
                    <a:pt x="5374" y="4"/>
                  </a:cubicBezTo>
                  <a:lnTo>
                    <a:pt x="400" y="4"/>
                  </a:lnTo>
                  <a:cubicBezTo>
                    <a:pt x="185" y="4"/>
                    <a:pt x="1" y="157"/>
                    <a:pt x="1" y="372"/>
                  </a:cubicBezTo>
                  <a:lnTo>
                    <a:pt x="1" y="894"/>
                  </a:lnTo>
                  <a:lnTo>
                    <a:pt x="5804" y="894"/>
                  </a:lnTo>
                  <a:lnTo>
                    <a:pt x="5804" y="372"/>
                  </a:lnTo>
                  <a:cubicBezTo>
                    <a:pt x="5804" y="173"/>
                    <a:pt x="5620" y="0"/>
                    <a:pt x="54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 name="Google Shape;1934;p43"/>
          <p:cNvGrpSpPr/>
          <p:nvPr/>
        </p:nvGrpSpPr>
        <p:grpSpPr>
          <a:xfrm rot="10800000">
            <a:off x="8128788" y="2094363"/>
            <a:ext cx="1343825" cy="645625"/>
            <a:chOff x="202975" y="2389400"/>
            <a:chExt cx="1343825" cy="645625"/>
          </a:xfrm>
        </p:grpSpPr>
        <p:sp>
          <p:nvSpPr>
            <p:cNvPr id="1935" name="Google Shape;1935;p43"/>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3"/>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43"/>
          <p:cNvGrpSpPr/>
          <p:nvPr/>
        </p:nvGrpSpPr>
        <p:grpSpPr>
          <a:xfrm rot="10800000">
            <a:off x="7614788" y="4276559"/>
            <a:ext cx="1529213" cy="204178"/>
            <a:chOff x="202975" y="1442797"/>
            <a:chExt cx="1529213" cy="204178"/>
          </a:xfrm>
        </p:grpSpPr>
        <p:sp>
          <p:nvSpPr>
            <p:cNvPr id="1938" name="Google Shape;1938;p43"/>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3"/>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3"/>
            <p:cNvSpPr/>
            <p:nvPr/>
          </p:nvSpPr>
          <p:spPr>
            <a:xfrm>
              <a:off x="1695713" y="1442797"/>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 name="Google Shape;1941;p43"/>
          <p:cNvGrpSpPr/>
          <p:nvPr/>
        </p:nvGrpSpPr>
        <p:grpSpPr>
          <a:xfrm rot="10800000">
            <a:off x="8079775" y="1995400"/>
            <a:ext cx="595625" cy="2708950"/>
            <a:chOff x="671575" y="486950"/>
            <a:chExt cx="595625" cy="2708950"/>
          </a:xfrm>
        </p:grpSpPr>
        <p:sp>
          <p:nvSpPr>
            <p:cNvPr id="1942" name="Google Shape;1942;p43"/>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3"/>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3"/>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3"/>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3"/>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3"/>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 name="Google Shape;1948;p43"/>
          <p:cNvGrpSpPr/>
          <p:nvPr/>
        </p:nvGrpSpPr>
        <p:grpSpPr>
          <a:xfrm rot="10800000">
            <a:off x="7793925" y="2175025"/>
            <a:ext cx="590450" cy="1358375"/>
            <a:chOff x="962600" y="1657900"/>
            <a:chExt cx="590450" cy="1358375"/>
          </a:xfrm>
        </p:grpSpPr>
        <p:sp>
          <p:nvSpPr>
            <p:cNvPr id="1949" name="Google Shape;1949;p43"/>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3"/>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3"/>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3"/>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3"/>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3"/>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3"/>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3"/>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3"/>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3"/>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962"/>
        <p:cNvGrpSpPr/>
        <p:nvPr/>
      </p:nvGrpSpPr>
      <p:grpSpPr>
        <a:xfrm>
          <a:off x="0" y="0"/>
          <a:ext cx="0" cy="0"/>
          <a:chOff x="0" y="0"/>
          <a:chExt cx="0" cy="0"/>
        </a:xfrm>
      </p:grpSpPr>
      <p:sp>
        <p:nvSpPr>
          <p:cNvPr id="1963" name="Google Shape;1963;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Aquí hay tres ideas importantes</a:t>
            </a:r>
            <a:endParaRPr/>
          </a:p>
        </p:txBody>
      </p:sp>
      <p:sp>
        <p:nvSpPr>
          <p:cNvPr id="1964" name="Google Shape;1964;p44"/>
          <p:cNvSpPr txBox="1">
            <a:spLocks noGrp="1"/>
          </p:cNvSpPr>
          <p:nvPr>
            <p:ph type="subTitle" idx="1"/>
          </p:nvPr>
        </p:nvSpPr>
        <p:spPr>
          <a:xfrm>
            <a:off x="736325" y="3105852"/>
            <a:ext cx="22731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Mercurio es el planeta más cercano al Sol y el más pequeño de todos</a:t>
            </a:r>
            <a:endParaRPr/>
          </a:p>
        </p:txBody>
      </p:sp>
      <p:sp>
        <p:nvSpPr>
          <p:cNvPr id="1965" name="Google Shape;1965;p44"/>
          <p:cNvSpPr txBox="1">
            <a:spLocks noGrp="1"/>
          </p:cNvSpPr>
          <p:nvPr>
            <p:ph type="subTitle" idx="2"/>
          </p:nvPr>
        </p:nvSpPr>
        <p:spPr>
          <a:xfrm>
            <a:off x="3435450" y="3105852"/>
            <a:ext cx="22731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es el segundo planeta más cercano al Sol. Es caluroso</a:t>
            </a:r>
            <a:endParaRPr/>
          </a:p>
        </p:txBody>
      </p:sp>
      <p:sp>
        <p:nvSpPr>
          <p:cNvPr id="1966" name="Google Shape;1966;p44"/>
          <p:cNvSpPr txBox="1">
            <a:spLocks noGrp="1"/>
          </p:cNvSpPr>
          <p:nvPr>
            <p:ph type="subTitle" idx="3"/>
          </p:nvPr>
        </p:nvSpPr>
        <p:spPr>
          <a:xfrm>
            <a:off x="6134575" y="3105852"/>
            <a:ext cx="2273100" cy="78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pesar de ser de color rojo, Marte es uno de los planetas más fríos</a:t>
            </a:r>
            <a:endParaRPr/>
          </a:p>
        </p:txBody>
      </p:sp>
      <p:sp>
        <p:nvSpPr>
          <p:cNvPr id="1967" name="Google Shape;1967;p44"/>
          <p:cNvSpPr txBox="1">
            <a:spLocks noGrp="1"/>
          </p:cNvSpPr>
          <p:nvPr>
            <p:ph type="subTitle" idx="4"/>
          </p:nvPr>
        </p:nvSpPr>
        <p:spPr>
          <a:xfrm>
            <a:off x="736325" y="2569725"/>
            <a:ext cx="22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Mercurio</a:t>
            </a:r>
            <a:endParaRPr/>
          </a:p>
        </p:txBody>
      </p:sp>
      <p:sp>
        <p:nvSpPr>
          <p:cNvPr id="1968" name="Google Shape;1968;p44"/>
          <p:cNvSpPr txBox="1">
            <a:spLocks noGrp="1"/>
          </p:cNvSpPr>
          <p:nvPr>
            <p:ph type="subTitle" idx="5"/>
          </p:nvPr>
        </p:nvSpPr>
        <p:spPr>
          <a:xfrm>
            <a:off x="3435453" y="2569725"/>
            <a:ext cx="22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969" name="Google Shape;1969;p44"/>
          <p:cNvSpPr txBox="1">
            <a:spLocks noGrp="1"/>
          </p:cNvSpPr>
          <p:nvPr>
            <p:ph type="subTitle" idx="6"/>
          </p:nvPr>
        </p:nvSpPr>
        <p:spPr>
          <a:xfrm>
            <a:off x="6134576" y="2569725"/>
            <a:ext cx="22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Marte</a:t>
            </a:r>
            <a:endParaRPr/>
          </a:p>
        </p:txBody>
      </p:sp>
      <p:sp>
        <p:nvSpPr>
          <p:cNvPr id="1970" name="Google Shape;1970;p44"/>
          <p:cNvSpPr/>
          <p:nvPr/>
        </p:nvSpPr>
        <p:spPr>
          <a:xfrm>
            <a:off x="812534" y="173410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4"/>
          <p:cNvSpPr/>
          <p:nvPr/>
        </p:nvSpPr>
        <p:spPr>
          <a:xfrm>
            <a:off x="3533784" y="173410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4"/>
          <p:cNvSpPr/>
          <p:nvPr/>
        </p:nvSpPr>
        <p:spPr>
          <a:xfrm>
            <a:off x="6232909" y="173410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3" name="Google Shape;1973;p44"/>
          <p:cNvGrpSpPr/>
          <p:nvPr/>
        </p:nvGrpSpPr>
        <p:grpSpPr>
          <a:xfrm>
            <a:off x="985032" y="1949234"/>
            <a:ext cx="326074" cy="240869"/>
            <a:chOff x="1667188" y="1041663"/>
            <a:chExt cx="373125" cy="275625"/>
          </a:xfrm>
        </p:grpSpPr>
        <p:sp>
          <p:nvSpPr>
            <p:cNvPr id="1974" name="Google Shape;1974;p44"/>
            <p:cNvSpPr/>
            <p:nvPr/>
          </p:nvSpPr>
          <p:spPr>
            <a:xfrm>
              <a:off x="1803838" y="1121888"/>
              <a:ext cx="100600" cy="195400"/>
            </a:xfrm>
            <a:custGeom>
              <a:avLst/>
              <a:gdLst/>
              <a:ahLst/>
              <a:cxnLst/>
              <a:rect l="l" t="t" r="r" b="b"/>
              <a:pathLst>
                <a:path w="4024" h="7816" extrusionOk="0">
                  <a:moveTo>
                    <a:pt x="1997" y="0"/>
                  </a:moveTo>
                  <a:cubicBezTo>
                    <a:pt x="338" y="31"/>
                    <a:pt x="1" y="2395"/>
                    <a:pt x="1628" y="2856"/>
                  </a:cubicBezTo>
                  <a:lnTo>
                    <a:pt x="1628" y="7401"/>
                  </a:lnTo>
                  <a:cubicBezTo>
                    <a:pt x="1628" y="7677"/>
                    <a:pt x="1828" y="7815"/>
                    <a:pt x="2027" y="7815"/>
                  </a:cubicBezTo>
                  <a:cubicBezTo>
                    <a:pt x="2227" y="7815"/>
                    <a:pt x="2426" y="7677"/>
                    <a:pt x="2426" y="7401"/>
                  </a:cubicBezTo>
                  <a:lnTo>
                    <a:pt x="2426" y="2856"/>
                  </a:lnTo>
                  <a:cubicBezTo>
                    <a:pt x="4023" y="2395"/>
                    <a:pt x="3716" y="31"/>
                    <a:pt x="20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4"/>
            <p:cNvSpPr/>
            <p:nvPr/>
          </p:nvSpPr>
          <p:spPr>
            <a:xfrm>
              <a:off x="1763163" y="1102113"/>
              <a:ext cx="51625" cy="118025"/>
            </a:xfrm>
            <a:custGeom>
              <a:avLst/>
              <a:gdLst/>
              <a:ahLst/>
              <a:cxnLst/>
              <a:rect l="l" t="t" r="r" b="b"/>
              <a:pathLst>
                <a:path w="2065" h="4721" extrusionOk="0">
                  <a:moveTo>
                    <a:pt x="1505" y="1"/>
                  </a:moveTo>
                  <a:cubicBezTo>
                    <a:pt x="1405" y="1"/>
                    <a:pt x="1305" y="39"/>
                    <a:pt x="1228" y="116"/>
                  </a:cubicBezTo>
                  <a:cubicBezTo>
                    <a:pt x="0" y="1344"/>
                    <a:pt x="0" y="3371"/>
                    <a:pt x="1228" y="4599"/>
                  </a:cubicBezTo>
                  <a:cubicBezTo>
                    <a:pt x="1314" y="4684"/>
                    <a:pt x="1409" y="4720"/>
                    <a:pt x="1500" y="4720"/>
                  </a:cubicBezTo>
                  <a:cubicBezTo>
                    <a:pt x="1803" y="4720"/>
                    <a:pt x="2064" y="4322"/>
                    <a:pt x="1781" y="4016"/>
                  </a:cubicBezTo>
                  <a:cubicBezTo>
                    <a:pt x="860" y="3094"/>
                    <a:pt x="860" y="1620"/>
                    <a:pt x="1781" y="669"/>
                  </a:cubicBezTo>
                  <a:cubicBezTo>
                    <a:pt x="1965" y="546"/>
                    <a:pt x="1965" y="269"/>
                    <a:pt x="1781" y="116"/>
                  </a:cubicBezTo>
                  <a:cubicBezTo>
                    <a:pt x="1704" y="39"/>
                    <a:pt x="1605" y="1"/>
                    <a:pt x="15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4"/>
            <p:cNvSpPr/>
            <p:nvPr/>
          </p:nvSpPr>
          <p:spPr>
            <a:xfrm>
              <a:off x="1892738" y="1101963"/>
              <a:ext cx="52375" cy="117400"/>
            </a:xfrm>
            <a:custGeom>
              <a:avLst/>
              <a:gdLst/>
              <a:ahLst/>
              <a:cxnLst/>
              <a:rect l="l" t="t" r="r" b="b"/>
              <a:pathLst>
                <a:path w="2095" h="4696" extrusionOk="0">
                  <a:moveTo>
                    <a:pt x="589" y="0"/>
                  </a:moveTo>
                  <a:cubicBezTo>
                    <a:pt x="278" y="0"/>
                    <a:pt x="0" y="392"/>
                    <a:pt x="283" y="675"/>
                  </a:cubicBezTo>
                  <a:cubicBezTo>
                    <a:pt x="1204" y="1596"/>
                    <a:pt x="1204" y="3100"/>
                    <a:pt x="283" y="4022"/>
                  </a:cubicBezTo>
                  <a:cubicBezTo>
                    <a:pt x="0" y="4304"/>
                    <a:pt x="278" y="4696"/>
                    <a:pt x="589" y="4696"/>
                  </a:cubicBezTo>
                  <a:cubicBezTo>
                    <a:pt x="683" y="4696"/>
                    <a:pt x="781" y="4660"/>
                    <a:pt x="866" y="4574"/>
                  </a:cubicBezTo>
                  <a:cubicBezTo>
                    <a:pt x="2095" y="3346"/>
                    <a:pt x="2095" y="1350"/>
                    <a:pt x="866" y="122"/>
                  </a:cubicBezTo>
                  <a:cubicBezTo>
                    <a:pt x="781" y="36"/>
                    <a:pt x="683"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4"/>
            <p:cNvSpPr/>
            <p:nvPr/>
          </p:nvSpPr>
          <p:spPr>
            <a:xfrm>
              <a:off x="1716338" y="1072013"/>
              <a:ext cx="68500" cy="178050"/>
            </a:xfrm>
            <a:custGeom>
              <a:avLst/>
              <a:gdLst/>
              <a:ahLst/>
              <a:cxnLst/>
              <a:rect l="l" t="t" r="r" b="b"/>
              <a:pathLst>
                <a:path w="2740" h="7122" extrusionOk="0">
                  <a:moveTo>
                    <a:pt x="2177" y="1"/>
                  </a:moveTo>
                  <a:cubicBezTo>
                    <a:pt x="2085" y="1"/>
                    <a:pt x="1990" y="37"/>
                    <a:pt x="1904" y="122"/>
                  </a:cubicBezTo>
                  <a:cubicBezTo>
                    <a:pt x="0" y="2026"/>
                    <a:pt x="0" y="5097"/>
                    <a:pt x="1904" y="7000"/>
                  </a:cubicBezTo>
                  <a:cubicBezTo>
                    <a:pt x="1989" y="7086"/>
                    <a:pt x="2084" y="7122"/>
                    <a:pt x="2175" y="7122"/>
                  </a:cubicBezTo>
                  <a:cubicBezTo>
                    <a:pt x="2479" y="7122"/>
                    <a:pt x="2740" y="6724"/>
                    <a:pt x="2457" y="6417"/>
                  </a:cubicBezTo>
                  <a:cubicBezTo>
                    <a:pt x="860" y="4851"/>
                    <a:pt x="860" y="2272"/>
                    <a:pt x="2457" y="675"/>
                  </a:cubicBezTo>
                  <a:cubicBezTo>
                    <a:pt x="2739" y="392"/>
                    <a:pt x="2480" y="1"/>
                    <a:pt x="2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4"/>
            <p:cNvSpPr/>
            <p:nvPr/>
          </p:nvSpPr>
          <p:spPr>
            <a:xfrm>
              <a:off x="1922838" y="1072013"/>
              <a:ext cx="69100" cy="178050"/>
            </a:xfrm>
            <a:custGeom>
              <a:avLst/>
              <a:gdLst/>
              <a:ahLst/>
              <a:cxnLst/>
              <a:rect l="l" t="t" r="r" b="b"/>
              <a:pathLst>
                <a:path w="2764" h="7122" extrusionOk="0">
                  <a:moveTo>
                    <a:pt x="583" y="1"/>
                  </a:moveTo>
                  <a:cubicBezTo>
                    <a:pt x="273" y="1"/>
                    <a:pt x="1" y="392"/>
                    <a:pt x="307" y="675"/>
                  </a:cubicBezTo>
                  <a:cubicBezTo>
                    <a:pt x="1873" y="2272"/>
                    <a:pt x="1873" y="4851"/>
                    <a:pt x="307" y="6448"/>
                  </a:cubicBezTo>
                  <a:cubicBezTo>
                    <a:pt x="1" y="6731"/>
                    <a:pt x="273" y="7122"/>
                    <a:pt x="583" y="7122"/>
                  </a:cubicBezTo>
                  <a:cubicBezTo>
                    <a:pt x="677" y="7122"/>
                    <a:pt x="774" y="7086"/>
                    <a:pt x="860" y="7000"/>
                  </a:cubicBezTo>
                  <a:cubicBezTo>
                    <a:pt x="2764" y="5097"/>
                    <a:pt x="2764" y="2026"/>
                    <a:pt x="860" y="122"/>
                  </a:cubicBezTo>
                  <a:cubicBezTo>
                    <a:pt x="774" y="37"/>
                    <a:pt x="677" y="1"/>
                    <a:pt x="5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4"/>
            <p:cNvSpPr/>
            <p:nvPr/>
          </p:nvSpPr>
          <p:spPr>
            <a:xfrm>
              <a:off x="1667188" y="1041663"/>
              <a:ext cx="87675" cy="238675"/>
            </a:xfrm>
            <a:custGeom>
              <a:avLst/>
              <a:gdLst/>
              <a:ahLst/>
              <a:cxnLst/>
              <a:rect l="l" t="t" r="r" b="b"/>
              <a:pathLst>
                <a:path w="3507" h="9547" extrusionOk="0">
                  <a:moveTo>
                    <a:pt x="2933" y="1"/>
                  </a:moveTo>
                  <a:cubicBezTo>
                    <a:pt x="2835" y="1"/>
                    <a:pt x="2732" y="41"/>
                    <a:pt x="2642" y="139"/>
                  </a:cubicBezTo>
                  <a:cubicBezTo>
                    <a:pt x="1" y="2657"/>
                    <a:pt x="1" y="6894"/>
                    <a:pt x="2642" y="9412"/>
                  </a:cubicBezTo>
                  <a:cubicBezTo>
                    <a:pt x="2729" y="9507"/>
                    <a:pt x="2829" y="9546"/>
                    <a:pt x="2925" y="9546"/>
                  </a:cubicBezTo>
                  <a:cubicBezTo>
                    <a:pt x="3234" y="9546"/>
                    <a:pt x="3506" y="9140"/>
                    <a:pt x="3225" y="8859"/>
                  </a:cubicBezTo>
                  <a:cubicBezTo>
                    <a:pt x="891" y="6618"/>
                    <a:pt x="891" y="2902"/>
                    <a:pt x="3225" y="692"/>
                  </a:cubicBezTo>
                  <a:cubicBezTo>
                    <a:pt x="3504" y="390"/>
                    <a:pt x="3238" y="1"/>
                    <a:pt x="29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4"/>
            <p:cNvSpPr/>
            <p:nvPr/>
          </p:nvSpPr>
          <p:spPr>
            <a:xfrm>
              <a:off x="1952788" y="1042088"/>
              <a:ext cx="87525" cy="237925"/>
            </a:xfrm>
            <a:custGeom>
              <a:avLst/>
              <a:gdLst/>
              <a:ahLst/>
              <a:cxnLst/>
              <a:rect l="l" t="t" r="r" b="b"/>
              <a:pathLst>
                <a:path w="3501" h="9517" extrusionOk="0">
                  <a:moveTo>
                    <a:pt x="583" y="0"/>
                  </a:moveTo>
                  <a:cubicBezTo>
                    <a:pt x="273" y="0"/>
                    <a:pt x="0" y="392"/>
                    <a:pt x="307" y="675"/>
                  </a:cubicBezTo>
                  <a:cubicBezTo>
                    <a:pt x="2610" y="2885"/>
                    <a:pt x="2610" y="6601"/>
                    <a:pt x="307" y="8842"/>
                  </a:cubicBezTo>
                  <a:cubicBezTo>
                    <a:pt x="0" y="9125"/>
                    <a:pt x="273" y="9517"/>
                    <a:pt x="583" y="9517"/>
                  </a:cubicBezTo>
                  <a:cubicBezTo>
                    <a:pt x="676" y="9517"/>
                    <a:pt x="774" y="9481"/>
                    <a:pt x="859" y="9395"/>
                  </a:cubicBezTo>
                  <a:cubicBezTo>
                    <a:pt x="3500" y="6877"/>
                    <a:pt x="3500" y="2640"/>
                    <a:pt x="859" y="122"/>
                  </a:cubicBezTo>
                  <a:cubicBezTo>
                    <a:pt x="774" y="36"/>
                    <a:pt x="676" y="0"/>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44"/>
          <p:cNvGrpSpPr/>
          <p:nvPr/>
        </p:nvGrpSpPr>
        <p:grpSpPr>
          <a:xfrm>
            <a:off x="6405431" y="1907155"/>
            <a:ext cx="326081" cy="325140"/>
            <a:chOff x="1003963" y="2401738"/>
            <a:chExt cx="341625" cy="340675"/>
          </a:xfrm>
        </p:grpSpPr>
        <p:sp>
          <p:nvSpPr>
            <p:cNvPr id="1982" name="Google Shape;1982;p44"/>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4"/>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4"/>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 name="Google Shape;1985;p44"/>
          <p:cNvGrpSpPr/>
          <p:nvPr/>
        </p:nvGrpSpPr>
        <p:grpSpPr>
          <a:xfrm>
            <a:off x="3706273" y="1925607"/>
            <a:ext cx="326072" cy="287920"/>
            <a:chOff x="1684088" y="2402388"/>
            <a:chExt cx="335500" cy="296275"/>
          </a:xfrm>
        </p:grpSpPr>
        <p:sp>
          <p:nvSpPr>
            <p:cNvPr id="1986" name="Google Shape;1986;p44"/>
            <p:cNvSpPr/>
            <p:nvPr/>
          </p:nvSpPr>
          <p:spPr>
            <a:xfrm>
              <a:off x="1684088" y="2402388"/>
              <a:ext cx="206525" cy="217200"/>
            </a:xfrm>
            <a:custGeom>
              <a:avLst/>
              <a:gdLst/>
              <a:ahLst/>
              <a:cxnLst/>
              <a:rect l="l" t="t" r="r" b="b"/>
              <a:pathLst>
                <a:path w="8261" h="8688" extrusionOk="0">
                  <a:moveTo>
                    <a:pt x="4415" y="0"/>
                  </a:moveTo>
                  <a:cubicBezTo>
                    <a:pt x="2203" y="0"/>
                    <a:pt x="1" y="1620"/>
                    <a:pt x="1" y="4358"/>
                  </a:cubicBezTo>
                  <a:cubicBezTo>
                    <a:pt x="1" y="4972"/>
                    <a:pt x="154" y="5617"/>
                    <a:pt x="430" y="6200"/>
                  </a:cubicBezTo>
                  <a:lnTo>
                    <a:pt x="31" y="8227"/>
                  </a:lnTo>
                  <a:cubicBezTo>
                    <a:pt x="1" y="8473"/>
                    <a:pt x="185" y="8688"/>
                    <a:pt x="430" y="8688"/>
                  </a:cubicBezTo>
                  <a:lnTo>
                    <a:pt x="2488" y="8258"/>
                  </a:lnTo>
                  <a:cubicBezTo>
                    <a:pt x="2764" y="8380"/>
                    <a:pt x="3071" y="8503"/>
                    <a:pt x="3378" y="8565"/>
                  </a:cubicBezTo>
                  <a:cubicBezTo>
                    <a:pt x="2703" y="5433"/>
                    <a:pt x="5067" y="2485"/>
                    <a:pt x="8260" y="2424"/>
                  </a:cubicBezTo>
                  <a:cubicBezTo>
                    <a:pt x="7438" y="755"/>
                    <a:pt x="5924" y="0"/>
                    <a:pt x="44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4"/>
            <p:cNvSpPr/>
            <p:nvPr/>
          </p:nvSpPr>
          <p:spPr>
            <a:xfrm>
              <a:off x="1785413" y="2481363"/>
              <a:ext cx="234175" cy="217300"/>
            </a:xfrm>
            <a:custGeom>
              <a:avLst/>
              <a:gdLst/>
              <a:ahLst/>
              <a:cxnLst/>
              <a:rect l="l" t="t" r="r" b="b"/>
              <a:pathLst>
                <a:path w="9367" h="8692" extrusionOk="0">
                  <a:moveTo>
                    <a:pt x="4402" y="0"/>
                  </a:moveTo>
                  <a:cubicBezTo>
                    <a:pt x="2057" y="0"/>
                    <a:pt x="123" y="1881"/>
                    <a:pt x="62" y="4239"/>
                  </a:cubicBezTo>
                  <a:cubicBezTo>
                    <a:pt x="1" y="6634"/>
                    <a:pt x="1904" y="8630"/>
                    <a:pt x="4300" y="8691"/>
                  </a:cubicBezTo>
                  <a:cubicBezTo>
                    <a:pt x="4944" y="8691"/>
                    <a:pt x="5589" y="8538"/>
                    <a:pt x="6173" y="8261"/>
                  </a:cubicBezTo>
                  <a:cubicBezTo>
                    <a:pt x="8178" y="8668"/>
                    <a:pt x="8270" y="8692"/>
                    <a:pt x="8285" y="8692"/>
                  </a:cubicBezTo>
                  <a:cubicBezTo>
                    <a:pt x="8287" y="8692"/>
                    <a:pt x="8288" y="8691"/>
                    <a:pt x="8291" y="8691"/>
                  </a:cubicBezTo>
                  <a:cubicBezTo>
                    <a:pt x="8537" y="8691"/>
                    <a:pt x="8721" y="8476"/>
                    <a:pt x="8691" y="8231"/>
                  </a:cubicBezTo>
                  <a:lnTo>
                    <a:pt x="8261" y="6204"/>
                  </a:lnTo>
                  <a:cubicBezTo>
                    <a:pt x="8322" y="6051"/>
                    <a:pt x="8383" y="5897"/>
                    <a:pt x="8445" y="5743"/>
                  </a:cubicBezTo>
                  <a:cubicBezTo>
                    <a:pt x="9366" y="3011"/>
                    <a:pt x="7401" y="124"/>
                    <a:pt x="4514" y="1"/>
                  </a:cubicBezTo>
                  <a:cubicBezTo>
                    <a:pt x="4477" y="1"/>
                    <a:pt x="4439" y="0"/>
                    <a:pt x="44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 name="Google Shape;1988;p44"/>
          <p:cNvGrpSpPr/>
          <p:nvPr/>
        </p:nvGrpSpPr>
        <p:grpSpPr>
          <a:xfrm flipH="1">
            <a:off x="-13607" y="4382254"/>
            <a:ext cx="1550000" cy="198400"/>
            <a:chOff x="6514800" y="3906050"/>
            <a:chExt cx="1550000" cy="198400"/>
          </a:xfrm>
        </p:grpSpPr>
        <p:sp>
          <p:nvSpPr>
            <p:cNvPr id="1989" name="Google Shape;1989;p44"/>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4"/>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4"/>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995"/>
        <p:cNvGrpSpPr/>
        <p:nvPr/>
      </p:nvGrpSpPr>
      <p:grpSpPr>
        <a:xfrm>
          <a:off x="0" y="0"/>
          <a:ext cx="0" cy="0"/>
          <a:chOff x="0" y="0"/>
          <a:chExt cx="0" cy="0"/>
        </a:xfrm>
      </p:grpSpPr>
      <p:sp>
        <p:nvSpPr>
          <p:cNvPr id="1996" name="Google Shape;1996;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Divide el contenido en cuatro ideas</a:t>
            </a:r>
            <a:endParaRPr/>
          </a:p>
        </p:txBody>
      </p:sp>
      <p:sp>
        <p:nvSpPr>
          <p:cNvPr id="1997" name="Google Shape;1997;p45"/>
          <p:cNvSpPr txBox="1">
            <a:spLocks noGrp="1"/>
          </p:cNvSpPr>
          <p:nvPr>
            <p:ph type="subTitle" idx="1"/>
          </p:nvPr>
        </p:nvSpPr>
        <p:spPr>
          <a:xfrm>
            <a:off x="1571223" y="1960759"/>
            <a:ext cx="2389200" cy="51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pesar de ser rojo, Marte es un planeta muy frío</a:t>
            </a:r>
            <a:endParaRPr/>
          </a:p>
        </p:txBody>
      </p:sp>
      <p:sp>
        <p:nvSpPr>
          <p:cNvPr id="1998" name="Google Shape;1998;p45"/>
          <p:cNvSpPr txBox="1">
            <a:spLocks noGrp="1"/>
          </p:cNvSpPr>
          <p:nvPr>
            <p:ph type="subTitle" idx="2"/>
          </p:nvPr>
        </p:nvSpPr>
        <p:spPr>
          <a:xfrm>
            <a:off x="5686400" y="1960759"/>
            <a:ext cx="2389200" cy="51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es el segundo planeta más cercano al Sol</a:t>
            </a:r>
            <a:endParaRPr/>
          </a:p>
        </p:txBody>
      </p:sp>
      <p:sp>
        <p:nvSpPr>
          <p:cNvPr id="1999" name="Google Shape;1999;p45"/>
          <p:cNvSpPr txBox="1">
            <a:spLocks noGrp="1"/>
          </p:cNvSpPr>
          <p:nvPr>
            <p:ph type="subTitle" idx="3"/>
          </p:nvPr>
        </p:nvSpPr>
        <p:spPr>
          <a:xfrm>
            <a:off x="1571223" y="3394150"/>
            <a:ext cx="2389200" cy="51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Júpiter es el planeta más grande de todos</a:t>
            </a:r>
            <a:endParaRPr/>
          </a:p>
        </p:txBody>
      </p:sp>
      <p:sp>
        <p:nvSpPr>
          <p:cNvPr id="2000" name="Google Shape;2000;p45"/>
          <p:cNvSpPr txBox="1">
            <a:spLocks noGrp="1"/>
          </p:cNvSpPr>
          <p:nvPr>
            <p:ph type="subTitle" idx="4"/>
          </p:nvPr>
        </p:nvSpPr>
        <p:spPr>
          <a:xfrm>
            <a:off x="5686400" y="3394151"/>
            <a:ext cx="2389200" cy="51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Saturno está compuesto por hidrógeno y helio</a:t>
            </a:r>
            <a:endParaRPr/>
          </a:p>
        </p:txBody>
      </p:sp>
      <p:sp>
        <p:nvSpPr>
          <p:cNvPr id="2001" name="Google Shape;2001;p45"/>
          <p:cNvSpPr txBox="1">
            <a:spLocks noGrp="1"/>
          </p:cNvSpPr>
          <p:nvPr>
            <p:ph type="subTitle" idx="5"/>
          </p:nvPr>
        </p:nvSpPr>
        <p:spPr>
          <a:xfrm>
            <a:off x="1571221" y="1562225"/>
            <a:ext cx="2389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Marte</a:t>
            </a:r>
            <a:endParaRPr/>
          </a:p>
        </p:txBody>
      </p:sp>
      <p:sp>
        <p:nvSpPr>
          <p:cNvPr id="2002" name="Google Shape;2002;p45"/>
          <p:cNvSpPr txBox="1">
            <a:spLocks noGrp="1"/>
          </p:cNvSpPr>
          <p:nvPr>
            <p:ph type="subTitle" idx="6"/>
          </p:nvPr>
        </p:nvSpPr>
        <p:spPr>
          <a:xfrm>
            <a:off x="1571221" y="2995691"/>
            <a:ext cx="2389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Júpiter</a:t>
            </a:r>
            <a:endParaRPr/>
          </a:p>
        </p:txBody>
      </p:sp>
      <p:sp>
        <p:nvSpPr>
          <p:cNvPr id="2003" name="Google Shape;2003;p45"/>
          <p:cNvSpPr txBox="1">
            <a:spLocks noGrp="1"/>
          </p:cNvSpPr>
          <p:nvPr>
            <p:ph type="subTitle" idx="7"/>
          </p:nvPr>
        </p:nvSpPr>
        <p:spPr>
          <a:xfrm>
            <a:off x="5686396" y="1562225"/>
            <a:ext cx="2389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004" name="Google Shape;2004;p45"/>
          <p:cNvSpPr txBox="1">
            <a:spLocks noGrp="1"/>
          </p:cNvSpPr>
          <p:nvPr>
            <p:ph type="subTitle" idx="8"/>
          </p:nvPr>
        </p:nvSpPr>
        <p:spPr>
          <a:xfrm>
            <a:off x="5686396" y="2995691"/>
            <a:ext cx="2389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Saturno</a:t>
            </a:r>
            <a:endParaRPr/>
          </a:p>
        </p:txBody>
      </p:sp>
      <p:sp>
        <p:nvSpPr>
          <p:cNvPr id="2005" name="Google Shape;2005;p45"/>
          <p:cNvSpPr/>
          <p:nvPr/>
        </p:nvSpPr>
        <p:spPr>
          <a:xfrm>
            <a:off x="823925" y="1597244"/>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5"/>
          <p:cNvSpPr/>
          <p:nvPr/>
        </p:nvSpPr>
        <p:spPr>
          <a:xfrm>
            <a:off x="823925" y="3030744"/>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5"/>
          <p:cNvSpPr/>
          <p:nvPr/>
        </p:nvSpPr>
        <p:spPr>
          <a:xfrm>
            <a:off x="4939100" y="1597244"/>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5"/>
          <p:cNvSpPr/>
          <p:nvPr/>
        </p:nvSpPr>
        <p:spPr>
          <a:xfrm>
            <a:off x="4939100" y="3030744"/>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9" name="Google Shape;2009;p45"/>
          <p:cNvGrpSpPr/>
          <p:nvPr/>
        </p:nvGrpSpPr>
        <p:grpSpPr>
          <a:xfrm>
            <a:off x="1024655" y="1799919"/>
            <a:ext cx="269492" cy="265601"/>
            <a:chOff x="3039888" y="2402313"/>
            <a:chExt cx="344575" cy="339600"/>
          </a:xfrm>
        </p:grpSpPr>
        <p:sp>
          <p:nvSpPr>
            <p:cNvPr id="2010" name="Google Shape;2010;p45"/>
            <p:cNvSpPr/>
            <p:nvPr/>
          </p:nvSpPr>
          <p:spPr>
            <a:xfrm>
              <a:off x="3114663" y="2575038"/>
              <a:ext cx="41025" cy="33525"/>
            </a:xfrm>
            <a:custGeom>
              <a:avLst/>
              <a:gdLst/>
              <a:ahLst/>
              <a:cxnLst/>
              <a:rect l="l" t="t" r="r" b="b"/>
              <a:pathLst>
                <a:path w="1641" h="1341" extrusionOk="0">
                  <a:moveTo>
                    <a:pt x="1242" y="1"/>
                  </a:moveTo>
                  <a:lnTo>
                    <a:pt x="351" y="615"/>
                  </a:lnTo>
                  <a:cubicBezTo>
                    <a:pt x="1" y="865"/>
                    <a:pt x="222" y="1340"/>
                    <a:pt x="566" y="1340"/>
                  </a:cubicBezTo>
                  <a:cubicBezTo>
                    <a:pt x="643" y="1340"/>
                    <a:pt x="727" y="1316"/>
                    <a:pt x="812" y="1260"/>
                  </a:cubicBezTo>
                  <a:lnTo>
                    <a:pt x="1641" y="707"/>
                  </a:lnTo>
                  <a:cubicBezTo>
                    <a:pt x="1487" y="492"/>
                    <a:pt x="1334" y="246"/>
                    <a:pt x="1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5"/>
            <p:cNvSpPr/>
            <p:nvPr/>
          </p:nvSpPr>
          <p:spPr>
            <a:xfrm>
              <a:off x="3213238" y="2402313"/>
              <a:ext cx="171225" cy="168150"/>
            </a:xfrm>
            <a:custGeom>
              <a:avLst/>
              <a:gdLst/>
              <a:ahLst/>
              <a:cxnLst/>
              <a:rect l="l" t="t" r="r" b="b"/>
              <a:pathLst>
                <a:path w="6849" h="6726" extrusionOk="0">
                  <a:moveTo>
                    <a:pt x="2181" y="1"/>
                  </a:moveTo>
                  <a:cubicBezTo>
                    <a:pt x="1413" y="1"/>
                    <a:pt x="676" y="185"/>
                    <a:pt x="1" y="553"/>
                  </a:cubicBezTo>
                  <a:lnTo>
                    <a:pt x="32" y="1260"/>
                  </a:lnTo>
                  <a:lnTo>
                    <a:pt x="32" y="1290"/>
                  </a:lnTo>
                  <a:cubicBezTo>
                    <a:pt x="32" y="2150"/>
                    <a:pt x="369" y="3501"/>
                    <a:pt x="1813" y="4944"/>
                  </a:cubicBezTo>
                  <a:cubicBezTo>
                    <a:pt x="2826" y="5988"/>
                    <a:pt x="4115" y="6725"/>
                    <a:pt x="5589" y="6725"/>
                  </a:cubicBezTo>
                  <a:lnTo>
                    <a:pt x="6326" y="6725"/>
                  </a:lnTo>
                  <a:cubicBezTo>
                    <a:pt x="6664" y="6081"/>
                    <a:pt x="6848" y="5344"/>
                    <a:pt x="6848" y="4637"/>
                  </a:cubicBezTo>
                  <a:cubicBezTo>
                    <a:pt x="6818" y="2058"/>
                    <a:pt x="4760" y="1"/>
                    <a:pt x="21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5"/>
            <p:cNvSpPr/>
            <p:nvPr/>
          </p:nvSpPr>
          <p:spPr>
            <a:xfrm>
              <a:off x="3039888" y="2429188"/>
              <a:ext cx="318475" cy="312725"/>
            </a:xfrm>
            <a:custGeom>
              <a:avLst/>
              <a:gdLst/>
              <a:ahLst/>
              <a:cxnLst/>
              <a:rect l="l" t="t" r="r" b="b"/>
              <a:pathLst>
                <a:path w="12739" h="12509" extrusionOk="0">
                  <a:moveTo>
                    <a:pt x="6167" y="0"/>
                  </a:moveTo>
                  <a:cubicBezTo>
                    <a:pt x="5277" y="737"/>
                    <a:pt x="4724" y="1781"/>
                    <a:pt x="4570" y="2948"/>
                  </a:cubicBezTo>
                  <a:cubicBezTo>
                    <a:pt x="4570" y="3010"/>
                    <a:pt x="4540" y="3071"/>
                    <a:pt x="4540" y="3132"/>
                  </a:cubicBezTo>
                  <a:lnTo>
                    <a:pt x="394" y="5343"/>
                  </a:lnTo>
                  <a:cubicBezTo>
                    <a:pt x="0" y="5553"/>
                    <a:pt x="213" y="6101"/>
                    <a:pt x="571" y="6101"/>
                  </a:cubicBezTo>
                  <a:cubicBezTo>
                    <a:pt x="632" y="6101"/>
                    <a:pt x="696" y="6085"/>
                    <a:pt x="763" y="6050"/>
                  </a:cubicBezTo>
                  <a:lnTo>
                    <a:pt x="4570" y="4023"/>
                  </a:lnTo>
                  <a:cubicBezTo>
                    <a:pt x="4601" y="4269"/>
                    <a:pt x="4632" y="4514"/>
                    <a:pt x="4693" y="4760"/>
                  </a:cubicBezTo>
                  <a:cubicBezTo>
                    <a:pt x="5154" y="6357"/>
                    <a:pt x="6413" y="7616"/>
                    <a:pt x="8040" y="8015"/>
                  </a:cubicBezTo>
                  <a:cubicBezTo>
                    <a:pt x="8225" y="8076"/>
                    <a:pt x="8439" y="8107"/>
                    <a:pt x="8654" y="8138"/>
                  </a:cubicBezTo>
                  <a:lnTo>
                    <a:pt x="6628" y="11914"/>
                  </a:lnTo>
                  <a:cubicBezTo>
                    <a:pt x="6462" y="12225"/>
                    <a:pt x="6730" y="12508"/>
                    <a:pt x="6997" y="12508"/>
                  </a:cubicBezTo>
                  <a:cubicBezTo>
                    <a:pt x="7126" y="12508"/>
                    <a:pt x="7254" y="12443"/>
                    <a:pt x="7334" y="12283"/>
                  </a:cubicBezTo>
                  <a:lnTo>
                    <a:pt x="9545" y="8138"/>
                  </a:lnTo>
                  <a:cubicBezTo>
                    <a:pt x="9791" y="8138"/>
                    <a:pt x="10067" y="8076"/>
                    <a:pt x="10313" y="8015"/>
                  </a:cubicBezTo>
                  <a:cubicBezTo>
                    <a:pt x="11264" y="7769"/>
                    <a:pt x="12124" y="7216"/>
                    <a:pt x="12738" y="6449"/>
                  </a:cubicBezTo>
                  <a:lnTo>
                    <a:pt x="12523" y="6449"/>
                  </a:lnTo>
                  <a:cubicBezTo>
                    <a:pt x="11449" y="6449"/>
                    <a:pt x="9821" y="6111"/>
                    <a:pt x="8163" y="4422"/>
                  </a:cubicBezTo>
                  <a:cubicBezTo>
                    <a:pt x="6505" y="2764"/>
                    <a:pt x="6198" y="1259"/>
                    <a:pt x="6167" y="215"/>
                  </a:cubicBezTo>
                  <a:lnTo>
                    <a:pt x="61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5"/>
            <p:cNvSpPr/>
            <p:nvPr/>
          </p:nvSpPr>
          <p:spPr>
            <a:xfrm>
              <a:off x="3174038" y="2631088"/>
              <a:ext cx="36925" cy="35950"/>
            </a:xfrm>
            <a:custGeom>
              <a:avLst/>
              <a:gdLst/>
              <a:ahLst/>
              <a:cxnLst/>
              <a:rect l="l" t="t" r="r" b="b"/>
              <a:pathLst>
                <a:path w="1477" h="1438" extrusionOk="0">
                  <a:moveTo>
                    <a:pt x="771" y="0"/>
                  </a:moveTo>
                  <a:lnTo>
                    <a:pt x="218" y="829"/>
                  </a:lnTo>
                  <a:cubicBezTo>
                    <a:pt x="1" y="1133"/>
                    <a:pt x="259" y="1437"/>
                    <a:pt x="538" y="1437"/>
                  </a:cubicBezTo>
                  <a:cubicBezTo>
                    <a:pt x="654" y="1437"/>
                    <a:pt x="773" y="1385"/>
                    <a:pt x="863" y="1259"/>
                  </a:cubicBezTo>
                  <a:lnTo>
                    <a:pt x="1477" y="369"/>
                  </a:lnTo>
                  <a:cubicBezTo>
                    <a:pt x="1231" y="276"/>
                    <a:pt x="1016" y="154"/>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45"/>
          <p:cNvGrpSpPr/>
          <p:nvPr/>
        </p:nvGrpSpPr>
        <p:grpSpPr>
          <a:xfrm>
            <a:off x="1024610" y="3235766"/>
            <a:ext cx="269488" cy="261020"/>
            <a:chOff x="3715288" y="2401913"/>
            <a:chExt cx="350850" cy="339825"/>
          </a:xfrm>
        </p:grpSpPr>
        <p:sp>
          <p:nvSpPr>
            <p:cNvPr id="2015" name="Google Shape;2015;p45"/>
            <p:cNvSpPr/>
            <p:nvPr/>
          </p:nvSpPr>
          <p:spPr>
            <a:xfrm>
              <a:off x="3885388" y="2540188"/>
              <a:ext cx="44575" cy="36725"/>
            </a:xfrm>
            <a:custGeom>
              <a:avLst/>
              <a:gdLst/>
              <a:ahLst/>
              <a:cxnLst/>
              <a:rect l="l" t="t" r="r" b="b"/>
              <a:pathLst>
                <a:path w="1783" h="1469" extrusionOk="0">
                  <a:moveTo>
                    <a:pt x="1159" y="1"/>
                  </a:moveTo>
                  <a:cubicBezTo>
                    <a:pt x="1065" y="1"/>
                    <a:pt x="966" y="32"/>
                    <a:pt x="873" y="105"/>
                  </a:cubicBezTo>
                  <a:lnTo>
                    <a:pt x="290" y="719"/>
                  </a:lnTo>
                  <a:cubicBezTo>
                    <a:pt x="1" y="1056"/>
                    <a:pt x="278" y="1468"/>
                    <a:pt x="618" y="1468"/>
                  </a:cubicBezTo>
                  <a:cubicBezTo>
                    <a:pt x="712" y="1468"/>
                    <a:pt x="811" y="1437"/>
                    <a:pt x="904" y="1364"/>
                  </a:cubicBezTo>
                  <a:lnTo>
                    <a:pt x="1518" y="750"/>
                  </a:lnTo>
                  <a:cubicBezTo>
                    <a:pt x="1783" y="413"/>
                    <a:pt x="1500"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5"/>
            <p:cNvSpPr/>
            <p:nvPr/>
          </p:nvSpPr>
          <p:spPr>
            <a:xfrm>
              <a:off x="3715288" y="2401913"/>
              <a:ext cx="350850" cy="339825"/>
            </a:xfrm>
            <a:custGeom>
              <a:avLst/>
              <a:gdLst/>
              <a:ahLst/>
              <a:cxnLst/>
              <a:rect l="l" t="t" r="r" b="b"/>
              <a:pathLst>
                <a:path w="14034" h="13593" extrusionOk="0">
                  <a:moveTo>
                    <a:pt x="9269" y="4287"/>
                  </a:moveTo>
                  <a:cubicBezTo>
                    <a:pt x="9572" y="4287"/>
                    <a:pt x="9833" y="4684"/>
                    <a:pt x="9550" y="4991"/>
                  </a:cubicBezTo>
                  <a:lnTo>
                    <a:pt x="9519" y="4991"/>
                  </a:lnTo>
                  <a:lnTo>
                    <a:pt x="9120" y="5390"/>
                  </a:lnTo>
                  <a:cubicBezTo>
                    <a:pt x="9366" y="5882"/>
                    <a:pt x="9243" y="6465"/>
                    <a:pt x="8875" y="6833"/>
                  </a:cubicBezTo>
                  <a:lnTo>
                    <a:pt x="8291" y="7448"/>
                  </a:lnTo>
                  <a:cubicBezTo>
                    <a:pt x="8034" y="7685"/>
                    <a:pt x="7701" y="7807"/>
                    <a:pt x="7373" y="7807"/>
                  </a:cubicBezTo>
                  <a:cubicBezTo>
                    <a:pt x="7192" y="7807"/>
                    <a:pt x="7012" y="7770"/>
                    <a:pt x="6848" y="7693"/>
                  </a:cubicBezTo>
                  <a:lnTo>
                    <a:pt x="6449" y="8062"/>
                  </a:lnTo>
                  <a:cubicBezTo>
                    <a:pt x="6364" y="8133"/>
                    <a:pt x="6274" y="8163"/>
                    <a:pt x="6189" y="8163"/>
                  </a:cubicBezTo>
                  <a:cubicBezTo>
                    <a:pt x="5870" y="8163"/>
                    <a:pt x="5612" y="7745"/>
                    <a:pt x="5927" y="7478"/>
                  </a:cubicBezTo>
                  <a:lnTo>
                    <a:pt x="6326" y="7079"/>
                  </a:lnTo>
                  <a:cubicBezTo>
                    <a:pt x="6080" y="6619"/>
                    <a:pt x="6172" y="6035"/>
                    <a:pt x="6541" y="5667"/>
                  </a:cubicBezTo>
                  <a:lnTo>
                    <a:pt x="7155" y="5053"/>
                  </a:lnTo>
                  <a:cubicBezTo>
                    <a:pt x="7392" y="4815"/>
                    <a:pt x="7718" y="4693"/>
                    <a:pt x="8052" y="4693"/>
                  </a:cubicBezTo>
                  <a:cubicBezTo>
                    <a:pt x="8236" y="4693"/>
                    <a:pt x="8423" y="4730"/>
                    <a:pt x="8598" y="4807"/>
                  </a:cubicBezTo>
                  <a:lnTo>
                    <a:pt x="8997" y="4408"/>
                  </a:lnTo>
                  <a:cubicBezTo>
                    <a:pt x="9083" y="4323"/>
                    <a:pt x="9178" y="4287"/>
                    <a:pt x="9269" y="4287"/>
                  </a:cubicBezTo>
                  <a:close/>
                  <a:moveTo>
                    <a:pt x="13550" y="1"/>
                  </a:moveTo>
                  <a:cubicBezTo>
                    <a:pt x="13516" y="1"/>
                    <a:pt x="13482" y="6"/>
                    <a:pt x="13450" y="17"/>
                  </a:cubicBezTo>
                  <a:lnTo>
                    <a:pt x="11515" y="600"/>
                  </a:lnTo>
                  <a:cubicBezTo>
                    <a:pt x="10717" y="815"/>
                    <a:pt x="10226" y="1644"/>
                    <a:pt x="10441" y="2443"/>
                  </a:cubicBezTo>
                  <a:cubicBezTo>
                    <a:pt x="10502" y="2719"/>
                    <a:pt x="10441" y="2965"/>
                    <a:pt x="10256" y="3149"/>
                  </a:cubicBezTo>
                  <a:lnTo>
                    <a:pt x="9857" y="3548"/>
                  </a:lnTo>
                  <a:cubicBezTo>
                    <a:pt x="9162" y="2981"/>
                    <a:pt x="8323" y="2702"/>
                    <a:pt x="7486" y="2702"/>
                  </a:cubicBezTo>
                  <a:cubicBezTo>
                    <a:pt x="6509" y="2702"/>
                    <a:pt x="5534" y="3081"/>
                    <a:pt x="4791" y="3824"/>
                  </a:cubicBezTo>
                  <a:lnTo>
                    <a:pt x="1444" y="7141"/>
                  </a:lnTo>
                  <a:cubicBezTo>
                    <a:pt x="1" y="8614"/>
                    <a:pt x="1" y="11009"/>
                    <a:pt x="1474" y="12483"/>
                  </a:cubicBezTo>
                  <a:cubicBezTo>
                    <a:pt x="2215" y="13224"/>
                    <a:pt x="3189" y="13593"/>
                    <a:pt x="4161" y="13593"/>
                  </a:cubicBezTo>
                  <a:cubicBezTo>
                    <a:pt x="5123" y="13593"/>
                    <a:pt x="6084" y="13232"/>
                    <a:pt x="6817" y="12514"/>
                  </a:cubicBezTo>
                  <a:lnTo>
                    <a:pt x="10164" y="9198"/>
                  </a:lnTo>
                  <a:cubicBezTo>
                    <a:pt x="11546" y="7816"/>
                    <a:pt x="11669" y="5605"/>
                    <a:pt x="10441" y="4101"/>
                  </a:cubicBezTo>
                  <a:lnTo>
                    <a:pt x="10809" y="3732"/>
                  </a:lnTo>
                  <a:cubicBezTo>
                    <a:pt x="11208" y="3333"/>
                    <a:pt x="11362" y="2780"/>
                    <a:pt x="11208" y="2258"/>
                  </a:cubicBezTo>
                  <a:cubicBezTo>
                    <a:pt x="11116" y="1859"/>
                    <a:pt x="11362" y="1460"/>
                    <a:pt x="11730" y="1368"/>
                  </a:cubicBezTo>
                  <a:lnTo>
                    <a:pt x="13695" y="784"/>
                  </a:lnTo>
                  <a:cubicBezTo>
                    <a:pt x="13910" y="723"/>
                    <a:pt x="14033" y="508"/>
                    <a:pt x="13941" y="293"/>
                  </a:cubicBezTo>
                  <a:cubicBezTo>
                    <a:pt x="13890" y="116"/>
                    <a:pt x="13714" y="1"/>
                    <a:pt x="135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45"/>
          <p:cNvGrpSpPr/>
          <p:nvPr/>
        </p:nvGrpSpPr>
        <p:grpSpPr>
          <a:xfrm>
            <a:off x="5139796" y="1828590"/>
            <a:ext cx="269492" cy="208517"/>
            <a:chOff x="4404638" y="2403088"/>
            <a:chExt cx="339325" cy="262550"/>
          </a:xfrm>
        </p:grpSpPr>
        <p:sp>
          <p:nvSpPr>
            <p:cNvPr id="2018" name="Google Shape;2018;p45"/>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5"/>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5"/>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 name="Google Shape;2021;p45"/>
          <p:cNvGrpSpPr/>
          <p:nvPr/>
        </p:nvGrpSpPr>
        <p:grpSpPr>
          <a:xfrm>
            <a:off x="5172564" y="3235773"/>
            <a:ext cx="203860" cy="261027"/>
            <a:chOff x="5082463" y="2402313"/>
            <a:chExt cx="265650" cy="340100"/>
          </a:xfrm>
        </p:grpSpPr>
        <p:sp>
          <p:nvSpPr>
            <p:cNvPr id="2022" name="Google Shape;2022;p45"/>
            <p:cNvSpPr/>
            <p:nvPr/>
          </p:nvSpPr>
          <p:spPr>
            <a:xfrm>
              <a:off x="5239838" y="2445313"/>
              <a:ext cx="66050" cy="62575"/>
            </a:xfrm>
            <a:custGeom>
              <a:avLst/>
              <a:gdLst/>
              <a:ahLst/>
              <a:cxnLst/>
              <a:rect l="l" t="t" r="r" b="b"/>
              <a:pathLst>
                <a:path w="2642" h="2503" extrusionOk="0">
                  <a:moveTo>
                    <a:pt x="553" y="0"/>
                  </a:moveTo>
                  <a:cubicBezTo>
                    <a:pt x="1" y="0"/>
                    <a:pt x="1" y="799"/>
                    <a:pt x="553" y="799"/>
                  </a:cubicBezTo>
                  <a:cubicBezTo>
                    <a:pt x="1260" y="799"/>
                    <a:pt x="1843" y="1382"/>
                    <a:pt x="1843" y="2088"/>
                  </a:cubicBezTo>
                  <a:cubicBezTo>
                    <a:pt x="1843" y="2365"/>
                    <a:pt x="2043" y="2503"/>
                    <a:pt x="2242" y="2503"/>
                  </a:cubicBezTo>
                  <a:cubicBezTo>
                    <a:pt x="2442" y="2503"/>
                    <a:pt x="2641" y="2365"/>
                    <a:pt x="2641" y="2088"/>
                  </a:cubicBezTo>
                  <a:cubicBezTo>
                    <a:pt x="2641" y="921"/>
                    <a:pt x="1690" y="0"/>
                    <a:pt x="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5"/>
            <p:cNvSpPr/>
            <p:nvPr/>
          </p:nvSpPr>
          <p:spPr>
            <a:xfrm>
              <a:off x="5239838" y="2402313"/>
              <a:ext cx="108275" cy="105575"/>
            </a:xfrm>
            <a:custGeom>
              <a:avLst/>
              <a:gdLst/>
              <a:ahLst/>
              <a:cxnLst/>
              <a:rect l="l" t="t" r="r" b="b"/>
              <a:pathLst>
                <a:path w="4331" h="4223" extrusionOk="0">
                  <a:moveTo>
                    <a:pt x="553" y="1"/>
                  </a:moveTo>
                  <a:cubicBezTo>
                    <a:pt x="1" y="1"/>
                    <a:pt x="1" y="799"/>
                    <a:pt x="553" y="799"/>
                  </a:cubicBezTo>
                  <a:cubicBezTo>
                    <a:pt x="2212" y="799"/>
                    <a:pt x="3532" y="2150"/>
                    <a:pt x="3532" y="3808"/>
                  </a:cubicBezTo>
                  <a:cubicBezTo>
                    <a:pt x="3532" y="4085"/>
                    <a:pt x="3731" y="4223"/>
                    <a:pt x="3931" y="4223"/>
                  </a:cubicBezTo>
                  <a:cubicBezTo>
                    <a:pt x="4131" y="4223"/>
                    <a:pt x="4330" y="4085"/>
                    <a:pt x="4330" y="3808"/>
                  </a:cubicBezTo>
                  <a:cubicBezTo>
                    <a:pt x="4330" y="1720"/>
                    <a:pt x="2641" y="1"/>
                    <a:pt x="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5"/>
            <p:cNvSpPr/>
            <p:nvPr/>
          </p:nvSpPr>
          <p:spPr>
            <a:xfrm>
              <a:off x="5082463" y="2434763"/>
              <a:ext cx="235700" cy="307650"/>
            </a:xfrm>
            <a:custGeom>
              <a:avLst/>
              <a:gdLst/>
              <a:ahLst/>
              <a:cxnLst/>
              <a:rect l="l" t="t" r="r" b="b"/>
              <a:pathLst>
                <a:path w="9428" h="12306" extrusionOk="0">
                  <a:moveTo>
                    <a:pt x="2335" y="0"/>
                  </a:moveTo>
                  <a:cubicBezTo>
                    <a:pt x="2235" y="0"/>
                    <a:pt x="2135" y="38"/>
                    <a:pt x="2058" y="115"/>
                  </a:cubicBezTo>
                  <a:cubicBezTo>
                    <a:pt x="707" y="1466"/>
                    <a:pt x="216" y="3493"/>
                    <a:pt x="861" y="5305"/>
                  </a:cubicBezTo>
                  <a:cubicBezTo>
                    <a:pt x="1308" y="4903"/>
                    <a:pt x="1834" y="4724"/>
                    <a:pt x="2349" y="4724"/>
                  </a:cubicBezTo>
                  <a:cubicBezTo>
                    <a:pt x="3565" y="4724"/>
                    <a:pt x="4715" y="5723"/>
                    <a:pt x="4607" y="7147"/>
                  </a:cubicBezTo>
                  <a:cubicBezTo>
                    <a:pt x="4528" y="8431"/>
                    <a:pt x="3457" y="9245"/>
                    <a:pt x="2352" y="9245"/>
                  </a:cubicBezTo>
                  <a:cubicBezTo>
                    <a:pt x="1740" y="9245"/>
                    <a:pt x="1117" y="8995"/>
                    <a:pt x="646" y="8437"/>
                  </a:cubicBezTo>
                  <a:lnTo>
                    <a:pt x="62" y="11845"/>
                  </a:lnTo>
                  <a:cubicBezTo>
                    <a:pt x="1" y="12091"/>
                    <a:pt x="185" y="12305"/>
                    <a:pt x="462" y="12305"/>
                  </a:cubicBezTo>
                  <a:lnTo>
                    <a:pt x="4300" y="12305"/>
                  </a:lnTo>
                  <a:cubicBezTo>
                    <a:pt x="4545" y="12305"/>
                    <a:pt x="4730" y="12091"/>
                    <a:pt x="4668" y="11845"/>
                  </a:cubicBezTo>
                  <a:lnTo>
                    <a:pt x="4085" y="8529"/>
                  </a:lnTo>
                  <a:lnTo>
                    <a:pt x="4085" y="8529"/>
                  </a:lnTo>
                  <a:cubicBezTo>
                    <a:pt x="4602" y="8695"/>
                    <a:pt x="5134" y="8777"/>
                    <a:pt x="5662" y="8777"/>
                  </a:cubicBezTo>
                  <a:cubicBezTo>
                    <a:pt x="6983" y="8777"/>
                    <a:pt x="8278" y="8266"/>
                    <a:pt x="9243" y="7300"/>
                  </a:cubicBezTo>
                  <a:cubicBezTo>
                    <a:pt x="9428" y="7147"/>
                    <a:pt x="9428" y="6871"/>
                    <a:pt x="9243" y="6717"/>
                  </a:cubicBezTo>
                  <a:lnTo>
                    <a:pt x="6204" y="3708"/>
                  </a:lnTo>
                  <a:lnTo>
                    <a:pt x="6910" y="3032"/>
                  </a:lnTo>
                  <a:cubicBezTo>
                    <a:pt x="7193" y="2725"/>
                    <a:pt x="6914" y="2328"/>
                    <a:pt x="6602" y="2328"/>
                  </a:cubicBezTo>
                  <a:cubicBezTo>
                    <a:pt x="6508" y="2328"/>
                    <a:pt x="6412" y="2364"/>
                    <a:pt x="6326" y="2449"/>
                  </a:cubicBezTo>
                  <a:lnTo>
                    <a:pt x="5651" y="3155"/>
                  </a:lnTo>
                  <a:lnTo>
                    <a:pt x="2611" y="115"/>
                  </a:lnTo>
                  <a:cubicBezTo>
                    <a:pt x="2534" y="38"/>
                    <a:pt x="2434" y="0"/>
                    <a:pt x="2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5"/>
            <p:cNvSpPr/>
            <p:nvPr/>
          </p:nvSpPr>
          <p:spPr>
            <a:xfrm>
              <a:off x="5105513" y="2572738"/>
              <a:ext cx="72950" cy="72950"/>
            </a:xfrm>
            <a:custGeom>
              <a:avLst/>
              <a:gdLst/>
              <a:ahLst/>
              <a:cxnLst/>
              <a:rect l="l" t="t" r="r" b="b"/>
              <a:pathLst>
                <a:path w="2918" h="2918" extrusionOk="0">
                  <a:moveTo>
                    <a:pt x="1443" y="0"/>
                  </a:moveTo>
                  <a:cubicBezTo>
                    <a:pt x="645" y="0"/>
                    <a:pt x="0" y="645"/>
                    <a:pt x="0" y="1474"/>
                  </a:cubicBezTo>
                  <a:cubicBezTo>
                    <a:pt x="0" y="2273"/>
                    <a:pt x="645" y="2918"/>
                    <a:pt x="1443" y="2918"/>
                  </a:cubicBezTo>
                  <a:cubicBezTo>
                    <a:pt x="2272" y="2918"/>
                    <a:pt x="2917" y="2273"/>
                    <a:pt x="2917" y="1474"/>
                  </a:cubicBezTo>
                  <a:cubicBezTo>
                    <a:pt x="2917" y="645"/>
                    <a:pt x="2272" y="0"/>
                    <a:pt x="1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 name="Google Shape;2026;p45"/>
          <p:cNvGrpSpPr/>
          <p:nvPr/>
        </p:nvGrpSpPr>
        <p:grpSpPr>
          <a:xfrm>
            <a:off x="4216228" y="4388009"/>
            <a:ext cx="368400" cy="368400"/>
            <a:chOff x="4216228" y="4388009"/>
            <a:chExt cx="368400" cy="368400"/>
          </a:xfrm>
        </p:grpSpPr>
        <p:sp>
          <p:nvSpPr>
            <p:cNvPr id="2027" name="Google Shape;2027;p45"/>
            <p:cNvSpPr/>
            <p:nvPr/>
          </p:nvSpPr>
          <p:spPr>
            <a:xfrm>
              <a:off x="4216228" y="4388009"/>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8" name="Google Shape;2028;p45"/>
            <p:cNvGrpSpPr/>
            <p:nvPr/>
          </p:nvGrpSpPr>
          <p:grpSpPr>
            <a:xfrm>
              <a:off x="4288344" y="4466781"/>
              <a:ext cx="224338" cy="211031"/>
              <a:chOff x="5084013" y="3082463"/>
              <a:chExt cx="339700" cy="319550"/>
            </a:xfrm>
          </p:grpSpPr>
          <p:sp>
            <p:nvSpPr>
              <p:cNvPr id="2029" name="Google Shape;2029;p45"/>
              <p:cNvSpPr/>
              <p:nvPr/>
            </p:nvSpPr>
            <p:spPr>
              <a:xfrm>
                <a:off x="5084013" y="3082463"/>
                <a:ext cx="264850" cy="317050"/>
              </a:xfrm>
              <a:custGeom>
                <a:avLst/>
                <a:gdLst/>
                <a:ahLst/>
                <a:cxnLst/>
                <a:rect l="l" t="t" r="r" b="b"/>
                <a:pathLst>
                  <a:path w="10594" h="12682" extrusionOk="0">
                    <a:moveTo>
                      <a:pt x="8076" y="1904"/>
                    </a:moveTo>
                    <a:cubicBezTo>
                      <a:pt x="8598" y="1904"/>
                      <a:pt x="8598" y="2702"/>
                      <a:pt x="8076" y="2702"/>
                    </a:cubicBezTo>
                    <a:lnTo>
                      <a:pt x="2119" y="2702"/>
                    </a:lnTo>
                    <a:cubicBezTo>
                      <a:pt x="1597" y="2702"/>
                      <a:pt x="1597" y="1904"/>
                      <a:pt x="2119" y="1904"/>
                    </a:cubicBezTo>
                    <a:close/>
                    <a:moveTo>
                      <a:pt x="8076" y="3623"/>
                    </a:moveTo>
                    <a:cubicBezTo>
                      <a:pt x="8598" y="3623"/>
                      <a:pt x="8598" y="4391"/>
                      <a:pt x="8076" y="4391"/>
                    </a:cubicBezTo>
                    <a:lnTo>
                      <a:pt x="2119" y="4391"/>
                    </a:lnTo>
                    <a:cubicBezTo>
                      <a:pt x="1597" y="4391"/>
                      <a:pt x="1597" y="3623"/>
                      <a:pt x="2119" y="3623"/>
                    </a:cubicBezTo>
                    <a:close/>
                    <a:moveTo>
                      <a:pt x="3378" y="5957"/>
                    </a:moveTo>
                    <a:cubicBezTo>
                      <a:pt x="3900" y="5957"/>
                      <a:pt x="3900" y="6755"/>
                      <a:pt x="3378" y="6755"/>
                    </a:cubicBezTo>
                    <a:lnTo>
                      <a:pt x="2119" y="6755"/>
                    </a:lnTo>
                    <a:cubicBezTo>
                      <a:pt x="1873" y="6755"/>
                      <a:pt x="1689" y="6541"/>
                      <a:pt x="1720" y="6326"/>
                    </a:cubicBezTo>
                    <a:cubicBezTo>
                      <a:pt x="1720" y="6111"/>
                      <a:pt x="1904" y="5957"/>
                      <a:pt x="2119" y="5957"/>
                    </a:cubicBezTo>
                    <a:close/>
                    <a:moveTo>
                      <a:pt x="3378" y="7646"/>
                    </a:moveTo>
                    <a:cubicBezTo>
                      <a:pt x="3900" y="7646"/>
                      <a:pt x="3900" y="8444"/>
                      <a:pt x="3378" y="8444"/>
                    </a:cubicBezTo>
                    <a:lnTo>
                      <a:pt x="2119" y="8444"/>
                    </a:lnTo>
                    <a:cubicBezTo>
                      <a:pt x="1566" y="8444"/>
                      <a:pt x="1566" y="7646"/>
                      <a:pt x="2119" y="7646"/>
                    </a:cubicBezTo>
                    <a:close/>
                    <a:moveTo>
                      <a:pt x="8076" y="5312"/>
                    </a:moveTo>
                    <a:cubicBezTo>
                      <a:pt x="8291" y="5312"/>
                      <a:pt x="8445" y="5497"/>
                      <a:pt x="8445" y="5711"/>
                    </a:cubicBezTo>
                    <a:lnTo>
                      <a:pt x="8445" y="8690"/>
                    </a:lnTo>
                    <a:cubicBezTo>
                      <a:pt x="8445" y="8874"/>
                      <a:pt x="8291" y="9058"/>
                      <a:pt x="8076" y="9058"/>
                    </a:cubicBezTo>
                    <a:lnTo>
                      <a:pt x="5098" y="9058"/>
                    </a:lnTo>
                    <a:cubicBezTo>
                      <a:pt x="4883" y="9058"/>
                      <a:pt x="4698" y="8874"/>
                      <a:pt x="4698" y="8690"/>
                    </a:cubicBezTo>
                    <a:lnTo>
                      <a:pt x="4698" y="5711"/>
                    </a:lnTo>
                    <a:cubicBezTo>
                      <a:pt x="4698" y="5497"/>
                      <a:pt x="4883" y="5312"/>
                      <a:pt x="5098" y="5312"/>
                    </a:cubicBezTo>
                    <a:close/>
                    <a:moveTo>
                      <a:pt x="8076" y="9980"/>
                    </a:moveTo>
                    <a:cubicBezTo>
                      <a:pt x="8598" y="9980"/>
                      <a:pt x="8598" y="10778"/>
                      <a:pt x="8076" y="10778"/>
                    </a:cubicBezTo>
                    <a:lnTo>
                      <a:pt x="2119" y="10778"/>
                    </a:lnTo>
                    <a:cubicBezTo>
                      <a:pt x="1597" y="10778"/>
                      <a:pt x="1597" y="9980"/>
                      <a:pt x="2119" y="9980"/>
                    </a:cubicBezTo>
                    <a:close/>
                    <a:moveTo>
                      <a:pt x="400" y="0"/>
                    </a:moveTo>
                    <a:cubicBezTo>
                      <a:pt x="185" y="0"/>
                      <a:pt x="0" y="184"/>
                      <a:pt x="0" y="399"/>
                    </a:cubicBezTo>
                    <a:lnTo>
                      <a:pt x="0" y="10686"/>
                    </a:lnTo>
                    <a:cubicBezTo>
                      <a:pt x="0" y="11791"/>
                      <a:pt x="891" y="12682"/>
                      <a:pt x="1996" y="12682"/>
                    </a:cubicBezTo>
                    <a:lnTo>
                      <a:pt x="10594" y="12682"/>
                    </a:lnTo>
                    <a:cubicBezTo>
                      <a:pt x="10318" y="12344"/>
                      <a:pt x="10164" y="11914"/>
                      <a:pt x="10164" y="11484"/>
                    </a:cubicBezTo>
                    <a:lnTo>
                      <a:pt x="10164" y="399"/>
                    </a:lnTo>
                    <a:cubicBezTo>
                      <a:pt x="10164" y="184"/>
                      <a:pt x="9980" y="0"/>
                      <a:pt x="9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5"/>
              <p:cNvSpPr/>
              <p:nvPr/>
            </p:nvSpPr>
            <p:spPr>
              <a:xfrm>
                <a:off x="5221413" y="3234438"/>
                <a:ext cx="54525" cy="54550"/>
              </a:xfrm>
              <a:custGeom>
                <a:avLst/>
                <a:gdLst/>
                <a:ahLst/>
                <a:cxnLst/>
                <a:rect l="l" t="t" r="r" b="b"/>
                <a:pathLst>
                  <a:path w="2181" h="2182" extrusionOk="0">
                    <a:moveTo>
                      <a:pt x="1" y="1"/>
                    </a:moveTo>
                    <a:lnTo>
                      <a:pt x="1" y="2181"/>
                    </a:lnTo>
                    <a:lnTo>
                      <a:pt x="2181" y="2181"/>
                    </a:lnTo>
                    <a:lnTo>
                      <a:pt x="21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5"/>
              <p:cNvSpPr/>
              <p:nvPr/>
            </p:nvSpPr>
            <p:spPr>
              <a:xfrm>
                <a:off x="5358063" y="3150763"/>
                <a:ext cx="65650" cy="251250"/>
              </a:xfrm>
              <a:custGeom>
                <a:avLst/>
                <a:gdLst/>
                <a:ahLst/>
                <a:cxnLst/>
                <a:rect l="l" t="t" r="r" b="b"/>
                <a:pathLst>
                  <a:path w="2626" h="10050" extrusionOk="0">
                    <a:moveTo>
                      <a:pt x="0" y="1"/>
                    </a:moveTo>
                    <a:lnTo>
                      <a:pt x="0" y="8752"/>
                    </a:lnTo>
                    <a:cubicBezTo>
                      <a:pt x="16" y="9620"/>
                      <a:pt x="664" y="10050"/>
                      <a:pt x="1311" y="10050"/>
                    </a:cubicBezTo>
                    <a:cubicBezTo>
                      <a:pt x="1970" y="10050"/>
                      <a:pt x="2626" y="9604"/>
                      <a:pt x="2610" y="8721"/>
                    </a:cubicBezTo>
                    <a:lnTo>
                      <a:pt x="2610" y="400"/>
                    </a:lnTo>
                    <a:cubicBezTo>
                      <a:pt x="2610" y="185"/>
                      <a:pt x="2457" y="32"/>
                      <a:pt x="2242" y="32"/>
                    </a:cubicBezTo>
                    <a:lnTo>
                      <a:pt x="22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035"/>
        <p:cNvGrpSpPr/>
        <p:nvPr/>
      </p:nvGrpSpPr>
      <p:grpSpPr>
        <a:xfrm>
          <a:off x="0" y="0"/>
          <a:ext cx="0" cy="0"/>
          <a:chOff x="0" y="0"/>
          <a:chExt cx="0" cy="0"/>
        </a:xfrm>
      </p:grpSpPr>
      <p:sp>
        <p:nvSpPr>
          <p:cNvPr id="2036" name="Google Shape;2036;p46"/>
          <p:cNvSpPr txBox="1">
            <a:spLocks noGrp="1"/>
          </p:cNvSpPr>
          <p:nvPr>
            <p:ph type="subTitle" idx="2"/>
          </p:nvPr>
        </p:nvSpPr>
        <p:spPr>
          <a:xfrm>
            <a:off x="5148200" y="1681026"/>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es el segundo planeta desde el Sol</a:t>
            </a:r>
            <a:endParaRPr/>
          </a:p>
        </p:txBody>
      </p:sp>
      <p:sp>
        <p:nvSpPr>
          <p:cNvPr id="2037" name="Google Shape;2037;p46"/>
          <p:cNvSpPr txBox="1">
            <a:spLocks noGrp="1"/>
          </p:cNvSpPr>
          <p:nvPr>
            <p:ph type="subTitle" idx="5"/>
          </p:nvPr>
        </p:nvSpPr>
        <p:spPr>
          <a:xfrm>
            <a:off x="5148195" y="2883089"/>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 el planeta más lejano de todos al Sol</a:t>
            </a:r>
            <a:endParaRPr/>
          </a:p>
        </p:txBody>
      </p:sp>
      <p:sp>
        <p:nvSpPr>
          <p:cNvPr id="2038" name="Google Shape;2038;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Repasar conceptos es una buena idea</a:t>
            </a:r>
            <a:endParaRPr/>
          </a:p>
        </p:txBody>
      </p:sp>
      <p:sp>
        <p:nvSpPr>
          <p:cNvPr id="2039" name="Google Shape;2039;p46"/>
          <p:cNvSpPr txBox="1">
            <a:spLocks noGrp="1"/>
          </p:cNvSpPr>
          <p:nvPr>
            <p:ph type="subTitle" idx="1"/>
          </p:nvPr>
        </p:nvSpPr>
        <p:spPr>
          <a:xfrm>
            <a:off x="1585455" y="1681016"/>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pesar de ser rojo, Marte es muy frío</a:t>
            </a:r>
            <a:endParaRPr/>
          </a:p>
        </p:txBody>
      </p:sp>
      <p:sp>
        <p:nvSpPr>
          <p:cNvPr id="2040" name="Google Shape;2040;p46"/>
          <p:cNvSpPr txBox="1">
            <a:spLocks noGrp="1"/>
          </p:cNvSpPr>
          <p:nvPr>
            <p:ph type="subTitle" idx="3"/>
          </p:nvPr>
        </p:nvSpPr>
        <p:spPr>
          <a:xfrm>
            <a:off x="1585455" y="4079864"/>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 el planeta más cercano al Sol </a:t>
            </a:r>
            <a:endParaRPr/>
          </a:p>
        </p:txBody>
      </p:sp>
      <p:sp>
        <p:nvSpPr>
          <p:cNvPr id="2041" name="Google Shape;2041;p46"/>
          <p:cNvSpPr txBox="1">
            <a:spLocks noGrp="1"/>
          </p:cNvSpPr>
          <p:nvPr>
            <p:ph type="subTitle" idx="4"/>
          </p:nvPr>
        </p:nvSpPr>
        <p:spPr>
          <a:xfrm>
            <a:off x="1585450" y="2883116"/>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Saturno es un planeta gaseoso con anillos</a:t>
            </a:r>
            <a:endParaRPr/>
          </a:p>
        </p:txBody>
      </p:sp>
      <p:sp>
        <p:nvSpPr>
          <p:cNvPr id="2042" name="Google Shape;2042;p46"/>
          <p:cNvSpPr txBox="1">
            <a:spLocks noGrp="1"/>
          </p:cNvSpPr>
          <p:nvPr>
            <p:ph type="subTitle" idx="6"/>
          </p:nvPr>
        </p:nvSpPr>
        <p:spPr>
          <a:xfrm>
            <a:off x="5148195" y="4085176"/>
            <a:ext cx="1975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Júpiter es el planeta más grande de todos</a:t>
            </a:r>
            <a:endParaRPr/>
          </a:p>
        </p:txBody>
      </p:sp>
      <p:sp>
        <p:nvSpPr>
          <p:cNvPr id="2043" name="Google Shape;2043;p46"/>
          <p:cNvSpPr txBox="1">
            <a:spLocks noGrp="1"/>
          </p:cNvSpPr>
          <p:nvPr>
            <p:ph type="subTitle" idx="7"/>
          </p:nvPr>
        </p:nvSpPr>
        <p:spPr>
          <a:xfrm>
            <a:off x="1583955" y="1364731"/>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Marte</a:t>
            </a:r>
            <a:endParaRPr/>
          </a:p>
        </p:txBody>
      </p:sp>
      <p:sp>
        <p:nvSpPr>
          <p:cNvPr id="2044" name="Google Shape;2044;p46"/>
          <p:cNvSpPr txBox="1">
            <a:spLocks noGrp="1"/>
          </p:cNvSpPr>
          <p:nvPr>
            <p:ph type="subTitle" idx="8"/>
          </p:nvPr>
        </p:nvSpPr>
        <p:spPr>
          <a:xfrm>
            <a:off x="5146700" y="1364741"/>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045" name="Google Shape;2045;p46"/>
          <p:cNvSpPr txBox="1">
            <a:spLocks noGrp="1"/>
          </p:cNvSpPr>
          <p:nvPr>
            <p:ph type="subTitle" idx="9"/>
          </p:nvPr>
        </p:nvSpPr>
        <p:spPr>
          <a:xfrm>
            <a:off x="5146695" y="2566804"/>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Neptuno</a:t>
            </a:r>
            <a:endParaRPr/>
          </a:p>
        </p:txBody>
      </p:sp>
      <p:sp>
        <p:nvSpPr>
          <p:cNvPr id="2046" name="Google Shape;2046;p46"/>
          <p:cNvSpPr txBox="1">
            <a:spLocks noGrp="1"/>
          </p:cNvSpPr>
          <p:nvPr>
            <p:ph type="subTitle" idx="13"/>
          </p:nvPr>
        </p:nvSpPr>
        <p:spPr>
          <a:xfrm>
            <a:off x="1583955" y="3762441"/>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Mercurio</a:t>
            </a:r>
            <a:endParaRPr/>
          </a:p>
        </p:txBody>
      </p:sp>
      <p:sp>
        <p:nvSpPr>
          <p:cNvPr id="2047" name="Google Shape;2047;p46"/>
          <p:cNvSpPr txBox="1">
            <a:spLocks noGrp="1"/>
          </p:cNvSpPr>
          <p:nvPr>
            <p:ph type="subTitle" idx="14"/>
          </p:nvPr>
        </p:nvSpPr>
        <p:spPr>
          <a:xfrm>
            <a:off x="1583950" y="2565693"/>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Saturno</a:t>
            </a:r>
            <a:endParaRPr/>
          </a:p>
        </p:txBody>
      </p:sp>
      <p:sp>
        <p:nvSpPr>
          <p:cNvPr id="2048" name="Google Shape;2048;p46"/>
          <p:cNvSpPr txBox="1">
            <a:spLocks noGrp="1"/>
          </p:cNvSpPr>
          <p:nvPr>
            <p:ph type="subTitle" idx="15"/>
          </p:nvPr>
        </p:nvSpPr>
        <p:spPr>
          <a:xfrm>
            <a:off x="5146695" y="3767754"/>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Júpiter</a:t>
            </a:r>
            <a:endParaRPr/>
          </a:p>
        </p:txBody>
      </p:sp>
      <p:sp>
        <p:nvSpPr>
          <p:cNvPr id="2049" name="Google Shape;2049;p46"/>
          <p:cNvSpPr/>
          <p:nvPr/>
        </p:nvSpPr>
        <p:spPr>
          <a:xfrm>
            <a:off x="836650" y="1391641"/>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6"/>
          <p:cNvSpPr/>
          <p:nvPr/>
        </p:nvSpPr>
        <p:spPr>
          <a:xfrm>
            <a:off x="836650" y="2597841"/>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6"/>
          <p:cNvSpPr/>
          <p:nvPr/>
        </p:nvSpPr>
        <p:spPr>
          <a:xfrm>
            <a:off x="836650" y="3792566"/>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6"/>
          <p:cNvSpPr/>
          <p:nvPr/>
        </p:nvSpPr>
        <p:spPr>
          <a:xfrm>
            <a:off x="4399400" y="1391641"/>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6"/>
          <p:cNvSpPr/>
          <p:nvPr/>
        </p:nvSpPr>
        <p:spPr>
          <a:xfrm>
            <a:off x="4399400" y="2597841"/>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6"/>
          <p:cNvSpPr/>
          <p:nvPr/>
        </p:nvSpPr>
        <p:spPr>
          <a:xfrm>
            <a:off x="4399400" y="3792566"/>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5" name="Google Shape;2055;p46"/>
          <p:cNvGrpSpPr/>
          <p:nvPr/>
        </p:nvGrpSpPr>
        <p:grpSpPr>
          <a:xfrm>
            <a:off x="4581028" y="1545480"/>
            <a:ext cx="307940" cy="363431"/>
            <a:chOff x="7121363" y="1041963"/>
            <a:chExt cx="287875" cy="339750"/>
          </a:xfrm>
        </p:grpSpPr>
        <p:sp>
          <p:nvSpPr>
            <p:cNvPr id="2056" name="Google Shape;2056;p46"/>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6"/>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6"/>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46"/>
          <p:cNvGrpSpPr/>
          <p:nvPr/>
        </p:nvGrpSpPr>
        <p:grpSpPr>
          <a:xfrm>
            <a:off x="1046478" y="1545744"/>
            <a:ext cx="251445" cy="362853"/>
            <a:chOff x="3709913" y="1722188"/>
            <a:chExt cx="235700" cy="340100"/>
          </a:xfrm>
        </p:grpSpPr>
        <p:sp>
          <p:nvSpPr>
            <p:cNvPr id="2060" name="Google Shape;2060;p46"/>
            <p:cNvSpPr/>
            <p:nvPr/>
          </p:nvSpPr>
          <p:spPr>
            <a:xfrm>
              <a:off x="3712988" y="1876513"/>
              <a:ext cx="94450" cy="83800"/>
            </a:xfrm>
            <a:custGeom>
              <a:avLst/>
              <a:gdLst/>
              <a:ahLst/>
              <a:cxnLst/>
              <a:rect l="l" t="t" r="r" b="b"/>
              <a:pathLst>
                <a:path w="3778" h="3352" extrusionOk="0">
                  <a:moveTo>
                    <a:pt x="2098" y="0"/>
                  </a:moveTo>
                  <a:cubicBezTo>
                    <a:pt x="1761" y="0"/>
                    <a:pt x="1415" y="105"/>
                    <a:pt x="1106" y="337"/>
                  </a:cubicBezTo>
                  <a:cubicBezTo>
                    <a:pt x="0" y="1166"/>
                    <a:pt x="308" y="2916"/>
                    <a:pt x="1659" y="3285"/>
                  </a:cubicBezTo>
                  <a:cubicBezTo>
                    <a:pt x="1812" y="3330"/>
                    <a:pt x="1965" y="3351"/>
                    <a:pt x="2116" y="3351"/>
                  </a:cubicBezTo>
                  <a:cubicBezTo>
                    <a:pt x="2995" y="3351"/>
                    <a:pt x="3777" y="2631"/>
                    <a:pt x="3777" y="1688"/>
                  </a:cubicBezTo>
                  <a:cubicBezTo>
                    <a:pt x="3777" y="693"/>
                    <a:pt x="2965" y="0"/>
                    <a:pt x="20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6"/>
            <p:cNvSpPr/>
            <p:nvPr/>
          </p:nvSpPr>
          <p:spPr>
            <a:xfrm>
              <a:off x="3709913" y="1770538"/>
              <a:ext cx="97525" cy="83650"/>
            </a:xfrm>
            <a:custGeom>
              <a:avLst/>
              <a:gdLst/>
              <a:ahLst/>
              <a:cxnLst/>
              <a:rect l="l" t="t" r="r" b="b"/>
              <a:pathLst>
                <a:path w="3901" h="3346" extrusionOk="0">
                  <a:moveTo>
                    <a:pt x="2242" y="1"/>
                  </a:moveTo>
                  <a:cubicBezTo>
                    <a:pt x="738" y="1"/>
                    <a:pt x="1" y="1813"/>
                    <a:pt x="1045" y="2857"/>
                  </a:cubicBezTo>
                  <a:cubicBezTo>
                    <a:pt x="1393" y="3195"/>
                    <a:pt x="1815" y="3346"/>
                    <a:pt x="2226" y="3346"/>
                  </a:cubicBezTo>
                  <a:cubicBezTo>
                    <a:pt x="3086" y="3346"/>
                    <a:pt x="3900" y="2686"/>
                    <a:pt x="3900" y="1690"/>
                  </a:cubicBezTo>
                  <a:cubicBezTo>
                    <a:pt x="3900" y="738"/>
                    <a:pt x="3163" y="1"/>
                    <a:pt x="2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6"/>
            <p:cNvSpPr/>
            <p:nvPr/>
          </p:nvSpPr>
          <p:spPr>
            <a:xfrm>
              <a:off x="3755988" y="1722188"/>
              <a:ext cx="189625" cy="340100"/>
            </a:xfrm>
            <a:custGeom>
              <a:avLst/>
              <a:gdLst/>
              <a:ahLst/>
              <a:cxnLst/>
              <a:rect l="l" t="t" r="r" b="b"/>
              <a:pathLst>
                <a:path w="7585" h="13604" extrusionOk="0">
                  <a:moveTo>
                    <a:pt x="5496" y="2365"/>
                  </a:moveTo>
                  <a:cubicBezTo>
                    <a:pt x="6018" y="2365"/>
                    <a:pt x="6018" y="3163"/>
                    <a:pt x="5496" y="3163"/>
                  </a:cubicBezTo>
                  <a:lnTo>
                    <a:pt x="3378" y="3163"/>
                  </a:lnTo>
                  <a:cubicBezTo>
                    <a:pt x="2856" y="3163"/>
                    <a:pt x="2856" y="2365"/>
                    <a:pt x="3378" y="2365"/>
                  </a:cubicBezTo>
                  <a:close/>
                  <a:moveTo>
                    <a:pt x="4852" y="4084"/>
                  </a:moveTo>
                  <a:cubicBezTo>
                    <a:pt x="5374" y="4084"/>
                    <a:pt x="5374" y="4883"/>
                    <a:pt x="4852" y="4883"/>
                  </a:cubicBezTo>
                  <a:lnTo>
                    <a:pt x="3378" y="4883"/>
                  </a:lnTo>
                  <a:cubicBezTo>
                    <a:pt x="3132" y="4883"/>
                    <a:pt x="2948" y="4698"/>
                    <a:pt x="2978" y="4453"/>
                  </a:cubicBezTo>
                  <a:cubicBezTo>
                    <a:pt x="2978" y="4238"/>
                    <a:pt x="3163" y="4084"/>
                    <a:pt x="3378" y="4084"/>
                  </a:cubicBezTo>
                  <a:close/>
                  <a:moveTo>
                    <a:pt x="5496" y="6602"/>
                  </a:moveTo>
                  <a:cubicBezTo>
                    <a:pt x="6018" y="6602"/>
                    <a:pt x="6018" y="7401"/>
                    <a:pt x="5496" y="7401"/>
                  </a:cubicBezTo>
                  <a:lnTo>
                    <a:pt x="3378" y="7401"/>
                  </a:lnTo>
                  <a:cubicBezTo>
                    <a:pt x="2856" y="7401"/>
                    <a:pt x="2856" y="6602"/>
                    <a:pt x="3378" y="6602"/>
                  </a:cubicBezTo>
                  <a:close/>
                  <a:moveTo>
                    <a:pt x="4852" y="8322"/>
                  </a:moveTo>
                  <a:cubicBezTo>
                    <a:pt x="5404" y="8322"/>
                    <a:pt x="5404" y="9120"/>
                    <a:pt x="4852" y="9120"/>
                  </a:cubicBezTo>
                  <a:lnTo>
                    <a:pt x="3378" y="9120"/>
                  </a:lnTo>
                  <a:cubicBezTo>
                    <a:pt x="2856" y="9120"/>
                    <a:pt x="2856" y="8322"/>
                    <a:pt x="3378" y="8322"/>
                  </a:cubicBezTo>
                  <a:close/>
                  <a:moveTo>
                    <a:pt x="1198" y="0"/>
                  </a:moveTo>
                  <a:cubicBezTo>
                    <a:pt x="553" y="0"/>
                    <a:pt x="0" y="522"/>
                    <a:pt x="0" y="1167"/>
                  </a:cubicBezTo>
                  <a:cubicBezTo>
                    <a:pt x="158" y="1140"/>
                    <a:pt x="312" y="1127"/>
                    <a:pt x="461" y="1127"/>
                  </a:cubicBezTo>
                  <a:cubicBezTo>
                    <a:pt x="2844" y="1127"/>
                    <a:pt x="3884" y="4442"/>
                    <a:pt x="1658" y="5742"/>
                  </a:cubicBezTo>
                  <a:cubicBezTo>
                    <a:pt x="3883" y="7042"/>
                    <a:pt x="2845" y="10327"/>
                    <a:pt x="464" y="10327"/>
                  </a:cubicBezTo>
                  <a:cubicBezTo>
                    <a:pt x="315" y="10327"/>
                    <a:pt x="160" y="10314"/>
                    <a:pt x="0" y="10287"/>
                  </a:cubicBezTo>
                  <a:lnTo>
                    <a:pt x="0" y="11054"/>
                  </a:lnTo>
                  <a:lnTo>
                    <a:pt x="7584" y="11054"/>
                  </a:lnTo>
                  <a:lnTo>
                    <a:pt x="7584" y="1198"/>
                  </a:lnTo>
                  <a:cubicBezTo>
                    <a:pt x="7584" y="553"/>
                    <a:pt x="7062" y="0"/>
                    <a:pt x="6387" y="0"/>
                  </a:cubicBezTo>
                  <a:close/>
                  <a:moveTo>
                    <a:pt x="0" y="11884"/>
                  </a:moveTo>
                  <a:lnTo>
                    <a:pt x="0" y="12406"/>
                  </a:lnTo>
                  <a:cubicBezTo>
                    <a:pt x="0" y="13050"/>
                    <a:pt x="553" y="13603"/>
                    <a:pt x="1198" y="13603"/>
                  </a:cubicBezTo>
                  <a:lnTo>
                    <a:pt x="6418" y="13603"/>
                  </a:lnTo>
                  <a:cubicBezTo>
                    <a:pt x="7062" y="13603"/>
                    <a:pt x="7584" y="13050"/>
                    <a:pt x="7584" y="12406"/>
                  </a:cubicBezTo>
                  <a:lnTo>
                    <a:pt x="7584" y="118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2063;p46"/>
          <p:cNvGrpSpPr/>
          <p:nvPr/>
        </p:nvGrpSpPr>
        <p:grpSpPr>
          <a:xfrm>
            <a:off x="1046481" y="3967060"/>
            <a:ext cx="251438" cy="321905"/>
            <a:chOff x="5082463" y="2402313"/>
            <a:chExt cx="265650" cy="340100"/>
          </a:xfrm>
        </p:grpSpPr>
        <p:sp>
          <p:nvSpPr>
            <p:cNvPr id="2064" name="Google Shape;2064;p46"/>
            <p:cNvSpPr/>
            <p:nvPr/>
          </p:nvSpPr>
          <p:spPr>
            <a:xfrm>
              <a:off x="5239838" y="2445313"/>
              <a:ext cx="66050" cy="62575"/>
            </a:xfrm>
            <a:custGeom>
              <a:avLst/>
              <a:gdLst/>
              <a:ahLst/>
              <a:cxnLst/>
              <a:rect l="l" t="t" r="r" b="b"/>
              <a:pathLst>
                <a:path w="2642" h="2503" extrusionOk="0">
                  <a:moveTo>
                    <a:pt x="553" y="0"/>
                  </a:moveTo>
                  <a:cubicBezTo>
                    <a:pt x="1" y="0"/>
                    <a:pt x="1" y="799"/>
                    <a:pt x="553" y="799"/>
                  </a:cubicBezTo>
                  <a:cubicBezTo>
                    <a:pt x="1260" y="799"/>
                    <a:pt x="1843" y="1382"/>
                    <a:pt x="1843" y="2088"/>
                  </a:cubicBezTo>
                  <a:cubicBezTo>
                    <a:pt x="1843" y="2365"/>
                    <a:pt x="2043" y="2503"/>
                    <a:pt x="2242" y="2503"/>
                  </a:cubicBezTo>
                  <a:cubicBezTo>
                    <a:pt x="2442" y="2503"/>
                    <a:pt x="2641" y="2365"/>
                    <a:pt x="2641" y="2088"/>
                  </a:cubicBezTo>
                  <a:cubicBezTo>
                    <a:pt x="2641" y="921"/>
                    <a:pt x="1690" y="0"/>
                    <a:pt x="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6"/>
            <p:cNvSpPr/>
            <p:nvPr/>
          </p:nvSpPr>
          <p:spPr>
            <a:xfrm>
              <a:off x="5239838" y="2402313"/>
              <a:ext cx="108275" cy="105575"/>
            </a:xfrm>
            <a:custGeom>
              <a:avLst/>
              <a:gdLst/>
              <a:ahLst/>
              <a:cxnLst/>
              <a:rect l="l" t="t" r="r" b="b"/>
              <a:pathLst>
                <a:path w="4331" h="4223" extrusionOk="0">
                  <a:moveTo>
                    <a:pt x="553" y="1"/>
                  </a:moveTo>
                  <a:cubicBezTo>
                    <a:pt x="1" y="1"/>
                    <a:pt x="1" y="799"/>
                    <a:pt x="553" y="799"/>
                  </a:cubicBezTo>
                  <a:cubicBezTo>
                    <a:pt x="2212" y="799"/>
                    <a:pt x="3532" y="2150"/>
                    <a:pt x="3532" y="3808"/>
                  </a:cubicBezTo>
                  <a:cubicBezTo>
                    <a:pt x="3532" y="4085"/>
                    <a:pt x="3731" y="4223"/>
                    <a:pt x="3931" y="4223"/>
                  </a:cubicBezTo>
                  <a:cubicBezTo>
                    <a:pt x="4131" y="4223"/>
                    <a:pt x="4330" y="4085"/>
                    <a:pt x="4330" y="3808"/>
                  </a:cubicBezTo>
                  <a:cubicBezTo>
                    <a:pt x="4330" y="1720"/>
                    <a:pt x="2641" y="1"/>
                    <a:pt x="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6"/>
            <p:cNvSpPr/>
            <p:nvPr/>
          </p:nvSpPr>
          <p:spPr>
            <a:xfrm>
              <a:off x="5082463" y="2434763"/>
              <a:ext cx="235700" cy="307650"/>
            </a:xfrm>
            <a:custGeom>
              <a:avLst/>
              <a:gdLst/>
              <a:ahLst/>
              <a:cxnLst/>
              <a:rect l="l" t="t" r="r" b="b"/>
              <a:pathLst>
                <a:path w="9428" h="12306" extrusionOk="0">
                  <a:moveTo>
                    <a:pt x="2335" y="0"/>
                  </a:moveTo>
                  <a:cubicBezTo>
                    <a:pt x="2235" y="0"/>
                    <a:pt x="2135" y="38"/>
                    <a:pt x="2058" y="115"/>
                  </a:cubicBezTo>
                  <a:cubicBezTo>
                    <a:pt x="707" y="1466"/>
                    <a:pt x="216" y="3493"/>
                    <a:pt x="861" y="5305"/>
                  </a:cubicBezTo>
                  <a:cubicBezTo>
                    <a:pt x="1308" y="4903"/>
                    <a:pt x="1834" y="4724"/>
                    <a:pt x="2349" y="4724"/>
                  </a:cubicBezTo>
                  <a:cubicBezTo>
                    <a:pt x="3565" y="4724"/>
                    <a:pt x="4715" y="5723"/>
                    <a:pt x="4607" y="7147"/>
                  </a:cubicBezTo>
                  <a:cubicBezTo>
                    <a:pt x="4528" y="8431"/>
                    <a:pt x="3457" y="9245"/>
                    <a:pt x="2352" y="9245"/>
                  </a:cubicBezTo>
                  <a:cubicBezTo>
                    <a:pt x="1740" y="9245"/>
                    <a:pt x="1117" y="8995"/>
                    <a:pt x="646" y="8437"/>
                  </a:cubicBezTo>
                  <a:lnTo>
                    <a:pt x="62" y="11845"/>
                  </a:lnTo>
                  <a:cubicBezTo>
                    <a:pt x="1" y="12091"/>
                    <a:pt x="185" y="12305"/>
                    <a:pt x="462" y="12305"/>
                  </a:cubicBezTo>
                  <a:lnTo>
                    <a:pt x="4300" y="12305"/>
                  </a:lnTo>
                  <a:cubicBezTo>
                    <a:pt x="4545" y="12305"/>
                    <a:pt x="4730" y="12091"/>
                    <a:pt x="4668" y="11845"/>
                  </a:cubicBezTo>
                  <a:lnTo>
                    <a:pt x="4085" y="8529"/>
                  </a:lnTo>
                  <a:lnTo>
                    <a:pt x="4085" y="8529"/>
                  </a:lnTo>
                  <a:cubicBezTo>
                    <a:pt x="4602" y="8695"/>
                    <a:pt x="5134" y="8777"/>
                    <a:pt x="5662" y="8777"/>
                  </a:cubicBezTo>
                  <a:cubicBezTo>
                    <a:pt x="6983" y="8777"/>
                    <a:pt x="8278" y="8266"/>
                    <a:pt x="9243" y="7300"/>
                  </a:cubicBezTo>
                  <a:cubicBezTo>
                    <a:pt x="9428" y="7147"/>
                    <a:pt x="9428" y="6871"/>
                    <a:pt x="9243" y="6717"/>
                  </a:cubicBezTo>
                  <a:lnTo>
                    <a:pt x="6204" y="3708"/>
                  </a:lnTo>
                  <a:lnTo>
                    <a:pt x="6910" y="3032"/>
                  </a:lnTo>
                  <a:cubicBezTo>
                    <a:pt x="7193" y="2725"/>
                    <a:pt x="6914" y="2328"/>
                    <a:pt x="6602" y="2328"/>
                  </a:cubicBezTo>
                  <a:cubicBezTo>
                    <a:pt x="6508" y="2328"/>
                    <a:pt x="6412" y="2364"/>
                    <a:pt x="6326" y="2449"/>
                  </a:cubicBezTo>
                  <a:lnTo>
                    <a:pt x="5651" y="3155"/>
                  </a:lnTo>
                  <a:lnTo>
                    <a:pt x="2611" y="115"/>
                  </a:lnTo>
                  <a:cubicBezTo>
                    <a:pt x="2534" y="38"/>
                    <a:pt x="2434" y="0"/>
                    <a:pt x="2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6"/>
            <p:cNvSpPr/>
            <p:nvPr/>
          </p:nvSpPr>
          <p:spPr>
            <a:xfrm>
              <a:off x="5105513" y="2572738"/>
              <a:ext cx="72950" cy="72950"/>
            </a:xfrm>
            <a:custGeom>
              <a:avLst/>
              <a:gdLst/>
              <a:ahLst/>
              <a:cxnLst/>
              <a:rect l="l" t="t" r="r" b="b"/>
              <a:pathLst>
                <a:path w="2918" h="2918" extrusionOk="0">
                  <a:moveTo>
                    <a:pt x="1443" y="0"/>
                  </a:moveTo>
                  <a:cubicBezTo>
                    <a:pt x="645" y="0"/>
                    <a:pt x="0" y="645"/>
                    <a:pt x="0" y="1474"/>
                  </a:cubicBezTo>
                  <a:cubicBezTo>
                    <a:pt x="0" y="2273"/>
                    <a:pt x="645" y="2918"/>
                    <a:pt x="1443" y="2918"/>
                  </a:cubicBezTo>
                  <a:cubicBezTo>
                    <a:pt x="2272" y="2918"/>
                    <a:pt x="2917" y="2273"/>
                    <a:pt x="2917" y="1474"/>
                  </a:cubicBezTo>
                  <a:cubicBezTo>
                    <a:pt x="2917" y="645"/>
                    <a:pt x="2272" y="0"/>
                    <a:pt x="1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 name="Google Shape;2068;p46"/>
          <p:cNvGrpSpPr/>
          <p:nvPr/>
        </p:nvGrpSpPr>
        <p:grpSpPr>
          <a:xfrm>
            <a:off x="4580673" y="2804143"/>
            <a:ext cx="307937" cy="258479"/>
            <a:chOff x="7804563" y="2402313"/>
            <a:chExt cx="339325" cy="284825"/>
          </a:xfrm>
        </p:grpSpPr>
        <p:sp>
          <p:nvSpPr>
            <p:cNvPr id="2069" name="Google Shape;2069;p46"/>
            <p:cNvSpPr/>
            <p:nvPr/>
          </p:nvSpPr>
          <p:spPr>
            <a:xfrm>
              <a:off x="7804563" y="2402313"/>
              <a:ext cx="339325" cy="284825"/>
            </a:xfrm>
            <a:custGeom>
              <a:avLst/>
              <a:gdLst/>
              <a:ahLst/>
              <a:cxnLst/>
              <a:rect l="l" t="t" r="r" b="b"/>
              <a:pathLst>
                <a:path w="13573" h="11393" extrusionOk="0">
                  <a:moveTo>
                    <a:pt x="6734" y="1703"/>
                  </a:moveTo>
                  <a:cubicBezTo>
                    <a:pt x="8471" y="1703"/>
                    <a:pt x="10160" y="3125"/>
                    <a:pt x="9918" y="5221"/>
                  </a:cubicBezTo>
                  <a:cubicBezTo>
                    <a:pt x="9839" y="5899"/>
                    <a:pt x="9267" y="6318"/>
                    <a:pt x="8673" y="6318"/>
                  </a:cubicBezTo>
                  <a:cubicBezTo>
                    <a:pt x="8353" y="6318"/>
                    <a:pt x="8027" y="6196"/>
                    <a:pt x="7769" y="5927"/>
                  </a:cubicBezTo>
                  <a:cubicBezTo>
                    <a:pt x="7485" y="6191"/>
                    <a:pt x="7138" y="6310"/>
                    <a:pt x="6795" y="6310"/>
                  </a:cubicBezTo>
                  <a:cubicBezTo>
                    <a:pt x="6100" y="6310"/>
                    <a:pt x="5426" y="5818"/>
                    <a:pt x="5343" y="5037"/>
                  </a:cubicBezTo>
                  <a:cubicBezTo>
                    <a:pt x="5225" y="4113"/>
                    <a:pt x="5947" y="3390"/>
                    <a:pt x="6763" y="3390"/>
                  </a:cubicBezTo>
                  <a:cubicBezTo>
                    <a:pt x="7004" y="3390"/>
                    <a:pt x="7254" y="3453"/>
                    <a:pt x="7493" y="3593"/>
                  </a:cubicBezTo>
                  <a:cubicBezTo>
                    <a:pt x="7567" y="3407"/>
                    <a:pt x="7717" y="3327"/>
                    <a:pt x="7862" y="3327"/>
                  </a:cubicBezTo>
                  <a:cubicBezTo>
                    <a:pt x="8077" y="3327"/>
                    <a:pt x="8285" y="3503"/>
                    <a:pt x="8230" y="3778"/>
                  </a:cubicBezTo>
                  <a:lnTo>
                    <a:pt x="8230" y="5098"/>
                  </a:lnTo>
                  <a:cubicBezTo>
                    <a:pt x="8230" y="5382"/>
                    <a:pt x="8449" y="5528"/>
                    <a:pt x="8670" y="5528"/>
                  </a:cubicBezTo>
                  <a:cubicBezTo>
                    <a:pt x="8879" y="5528"/>
                    <a:pt x="9090" y="5397"/>
                    <a:pt x="9120" y="5129"/>
                  </a:cubicBezTo>
                  <a:cubicBezTo>
                    <a:pt x="9302" y="3555"/>
                    <a:pt x="8039" y="2499"/>
                    <a:pt x="6742" y="2499"/>
                  </a:cubicBezTo>
                  <a:cubicBezTo>
                    <a:pt x="6064" y="2499"/>
                    <a:pt x="5378" y="2787"/>
                    <a:pt x="4883" y="3440"/>
                  </a:cubicBezTo>
                  <a:cubicBezTo>
                    <a:pt x="3645" y="5099"/>
                    <a:pt x="4959" y="7254"/>
                    <a:pt x="6752" y="7254"/>
                  </a:cubicBezTo>
                  <a:cubicBezTo>
                    <a:pt x="7050" y="7254"/>
                    <a:pt x="7362" y="7194"/>
                    <a:pt x="7677" y="7063"/>
                  </a:cubicBezTo>
                  <a:cubicBezTo>
                    <a:pt x="7738" y="7036"/>
                    <a:pt x="7797" y="7024"/>
                    <a:pt x="7851" y="7024"/>
                  </a:cubicBezTo>
                  <a:cubicBezTo>
                    <a:pt x="8233" y="7024"/>
                    <a:pt x="8414" y="7612"/>
                    <a:pt x="7984" y="7800"/>
                  </a:cubicBezTo>
                  <a:cubicBezTo>
                    <a:pt x="7558" y="7976"/>
                    <a:pt x="7139" y="8055"/>
                    <a:pt x="6737" y="8055"/>
                  </a:cubicBezTo>
                  <a:cubicBezTo>
                    <a:pt x="4328" y="8055"/>
                    <a:pt x="2580" y="5190"/>
                    <a:pt x="4238" y="2979"/>
                  </a:cubicBezTo>
                  <a:cubicBezTo>
                    <a:pt x="4903" y="2093"/>
                    <a:pt x="5825" y="1703"/>
                    <a:pt x="6734" y="1703"/>
                  </a:cubicBezTo>
                  <a:close/>
                  <a:moveTo>
                    <a:pt x="369" y="1"/>
                  </a:moveTo>
                  <a:cubicBezTo>
                    <a:pt x="154" y="1"/>
                    <a:pt x="0" y="154"/>
                    <a:pt x="0" y="369"/>
                  </a:cubicBezTo>
                  <a:lnTo>
                    <a:pt x="0" y="9305"/>
                  </a:lnTo>
                  <a:cubicBezTo>
                    <a:pt x="0" y="9520"/>
                    <a:pt x="154" y="9704"/>
                    <a:pt x="369" y="9704"/>
                  </a:cubicBezTo>
                  <a:lnTo>
                    <a:pt x="6387" y="9704"/>
                  </a:lnTo>
                  <a:lnTo>
                    <a:pt x="6387" y="10594"/>
                  </a:lnTo>
                  <a:lnTo>
                    <a:pt x="5067" y="10594"/>
                  </a:lnTo>
                  <a:cubicBezTo>
                    <a:pt x="4545" y="10594"/>
                    <a:pt x="4545" y="11393"/>
                    <a:pt x="5067" y="11393"/>
                  </a:cubicBezTo>
                  <a:lnTo>
                    <a:pt x="8475" y="11393"/>
                  </a:lnTo>
                  <a:cubicBezTo>
                    <a:pt x="8997" y="11393"/>
                    <a:pt x="8997" y="10594"/>
                    <a:pt x="8475" y="10594"/>
                  </a:cubicBezTo>
                  <a:lnTo>
                    <a:pt x="7186" y="10594"/>
                  </a:lnTo>
                  <a:lnTo>
                    <a:pt x="7186" y="9704"/>
                  </a:lnTo>
                  <a:lnTo>
                    <a:pt x="13173" y="9704"/>
                  </a:lnTo>
                  <a:cubicBezTo>
                    <a:pt x="13388" y="9704"/>
                    <a:pt x="13572" y="9520"/>
                    <a:pt x="13572" y="9305"/>
                  </a:cubicBezTo>
                  <a:lnTo>
                    <a:pt x="13572" y="400"/>
                  </a:lnTo>
                  <a:cubicBezTo>
                    <a:pt x="13572" y="185"/>
                    <a:pt x="13388" y="1"/>
                    <a:pt x="13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6"/>
            <p:cNvSpPr/>
            <p:nvPr/>
          </p:nvSpPr>
          <p:spPr>
            <a:xfrm>
              <a:off x="7957313" y="2506713"/>
              <a:ext cx="33050" cy="33800"/>
            </a:xfrm>
            <a:custGeom>
              <a:avLst/>
              <a:gdLst/>
              <a:ahLst/>
              <a:cxnLst/>
              <a:rect l="l" t="t" r="r" b="b"/>
              <a:pathLst>
                <a:path w="1322" h="1352" extrusionOk="0">
                  <a:moveTo>
                    <a:pt x="676" y="1"/>
                  </a:moveTo>
                  <a:cubicBezTo>
                    <a:pt x="308" y="1"/>
                    <a:pt x="1" y="308"/>
                    <a:pt x="1" y="676"/>
                  </a:cubicBezTo>
                  <a:cubicBezTo>
                    <a:pt x="1" y="1045"/>
                    <a:pt x="308" y="1352"/>
                    <a:pt x="676" y="1352"/>
                  </a:cubicBezTo>
                  <a:cubicBezTo>
                    <a:pt x="1045" y="1352"/>
                    <a:pt x="1321" y="1045"/>
                    <a:pt x="1321" y="676"/>
                  </a:cubicBezTo>
                  <a:cubicBezTo>
                    <a:pt x="1321" y="308"/>
                    <a:pt x="1045" y="1"/>
                    <a:pt x="6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 name="Google Shape;2071;p46"/>
          <p:cNvGrpSpPr/>
          <p:nvPr/>
        </p:nvGrpSpPr>
        <p:grpSpPr>
          <a:xfrm>
            <a:off x="4581274" y="4013494"/>
            <a:ext cx="307937" cy="229212"/>
            <a:chOff x="6445063" y="3082463"/>
            <a:chExt cx="339325" cy="252575"/>
          </a:xfrm>
        </p:grpSpPr>
        <p:sp>
          <p:nvSpPr>
            <p:cNvPr id="2072" name="Google Shape;2072;p46"/>
            <p:cNvSpPr/>
            <p:nvPr/>
          </p:nvSpPr>
          <p:spPr>
            <a:xfrm>
              <a:off x="6445063" y="3262763"/>
              <a:ext cx="339325" cy="72275"/>
            </a:xfrm>
            <a:custGeom>
              <a:avLst/>
              <a:gdLst/>
              <a:ahLst/>
              <a:cxnLst/>
              <a:rect l="l" t="t" r="r" b="b"/>
              <a:pathLst>
                <a:path w="13573" h="2891" extrusionOk="0">
                  <a:moveTo>
                    <a:pt x="13220" y="1"/>
                  </a:moveTo>
                  <a:cubicBezTo>
                    <a:pt x="13205" y="1"/>
                    <a:pt x="13189" y="2"/>
                    <a:pt x="13173" y="4"/>
                  </a:cubicBezTo>
                  <a:lnTo>
                    <a:pt x="8567" y="4"/>
                  </a:lnTo>
                  <a:lnTo>
                    <a:pt x="8260" y="311"/>
                  </a:lnTo>
                  <a:cubicBezTo>
                    <a:pt x="8168" y="373"/>
                    <a:pt x="8076" y="434"/>
                    <a:pt x="7953" y="434"/>
                  </a:cubicBezTo>
                  <a:lnTo>
                    <a:pt x="5619" y="434"/>
                  </a:lnTo>
                  <a:cubicBezTo>
                    <a:pt x="5527" y="434"/>
                    <a:pt x="5435" y="373"/>
                    <a:pt x="5343" y="311"/>
                  </a:cubicBezTo>
                  <a:lnTo>
                    <a:pt x="5036" y="4"/>
                  </a:lnTo>
                  <a:lnTo>
                    <a:pt x="369" y="4"/>
                  </a:lnTo>
                  <a:cubicBezTo>
                    <a:pt x="154" y="4"/>
                    <a:pt x="0" y="158"/>
                    <a:pt x="0" y="373"/>
                  </a:cubicBezTo>
                  <a:cubicBezTo>
                    <a:pt x="0" y="1785"/>
                    <a:pt x="1136" y="2890"/>
                    <a:pt x="2549" y="2890"/>
                  </a:cubicBezTo>
                  <a:lnTo>
                    <a:pt x="11054" y="2890"/>
                  </a:lnTo>
                  <a:cubicBezTo>
                    <a:pt x="12436" y="2890"/>
                    <a:pt x="13572" y="1785"/>
                    <a:pt x="13572" y="373"/>
                  </a:cubicBezTo>
                  <a:cubicBezTo>
                    <a:pt x="13572" y="173"/>
                    <a:pt x="13414" y="1"/>
                    <a:pt x="13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6"/>
            <p:cNvSpPr/>
            <p:nvPr/>
          </p:nvSpPr>
          <p:spPr>
            <a:xfrm>
              <a:off x="6477288" y="3082463"/>
              <a:ext cx="274850" cy="171200"/>
            </a:xfrm>
            <a:custGeom>
              <a:avLst/>
              <a:gdLst/>
              <a:ahLst/>
              <a:cxnLst/>
              <a:rect l="l" t="t" r="r" b="b"/>
              <a:pathLst>
                <a:path w="10994" h="6848" extrusionOk="0">
                  <a:moveTo>
                    <a:pt x="400" y="0"/>
                  </a:moveTo>
                  <a:cubicBezTo>
                    <a:pt x="185" y="0"/>
                    <a:pt x="1" y="184"/>
                    <a:pt x="1" y="399"/>
                  </a:cubicBezTo>
                  <a:lnTo>
                    <a:pt x="1" y="6418"/>
                  </a:lnTo>
                  <a:lnTo>
                    <a:pt x="3900" y="6418"/>
                  </a:lnTo>
                  <a:cubicBezTo>
                    <a:pt x="3993" y="6418"/>
                    <a:pt x="4115" y="6448"/>
                    <a:pt x="4177" y="6541"/>
                  </a:cubicBezTo>
                  <a:lnTo>
                    <a:pt x="4484" y="6848"/>
                  </a:lnTo>
                  <a:lnTo>
                    <a:pt x="6480" y="6848"/>
                  </a:lnTo>
                  <a:lnTo>
                    <a:pt x="6787" y="6541"/>
                  </a:lnTo>
                  <a:cubicBezTo>
                    <a:pt x="6879" y="6448"/>
                    <a:pt x="6971" y="6418"/>
                    <a:pt x="7094" y="6418"/>
                  </a:cubicBezTo>
                  <a:lnTo>
                    <a:pt x="10994" y="6418"/>
                  </a:lnTo>
                  <a:lnTo>
                    <a:pt x="10994" y="399"/>
                  </a:lnTo>
                  <a:cubicBezTo>
                    <a:pt x="10994" y="18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 name="Google Shape;2074;p46"/>
          <p:cNvGrpSpPr/>
          <p:nvPr/>
        </p:nvGrpSpPr>
        <p:grpSpPr>
          <a:xfrm>
            <a:off x="1018224" y="2802848"/>
            <a:ext cx="307951" cy="249574"/>
            <a:chOff x="1684088" y="3761813"/>
            <a:chExt cx="342625" cy="277675"/>
          </a:xfrm>
        </p:grpSpPr>
        <p:sp>
          <p:nvSpPr>
            <p:cNvPr id="2075" name="Google Shape;2075;p46"/>
            <p:cNvSpPr/>
            <p:nvPr/>
          </p:nvSpPr>
          <p:spPr>
            <a:xfrm>
              <a:off x="1774663" y="3806888"/>
              <a:ext cx="252050" cy="232600"/>
            </a:xfrm>
            <a:custGeom>
              <a:avLst/>
              <a:gdLst/>
              <a:ahLst/>
              <a:cxnLst/>
              <a:rect l="l" t="t" r="r" b="b"/>
              <a:pathLst>
                <a:path w="10082" h="9304" extrusionOk="0">
                  <a:moveTo>
                    <a:pt x="3362" y="0"/>
                  </a:moveTo>
                  <a:cubicBezTo>
                    <a:pt x="2640" y="0"/>
                    <a:pt x="1890" y="277"/>
                    <a:pt x="1229" y="931"/>
                  </a:cubicBezTo>
                  <a:cubicBezTo>
                    <a:pt x="93" y="2067"/>
                    <a:pt x="1" y="3909"/>
                    <a:pt x="1076" y="5107"/>
                  </a:cubicBezTo>
                  <a:cubicBezTo>
                    <a:pt x="1670" y="5806"/>
                    <a:pt x="2523" y="6167"/>
                    <a:pt x="3385" y="6167"/>
                  </a:cubicBezTo>
                  <a:cubicBezTo>
                    <a:pt x="4038" y="6167"/>
                    <a:pt x="4696" y="5960"/>
                    <a:pt x="5252" y="5537"/>
                  </a:cubicBezTo>
                  <a:lnTo>
                    <a:pt x="5958" y="6212"/>
                  </a:lnTo>
                  <a:cubicBezTo>
                    <a:pt x="5712" y="6703"/>
                    <a:pt x="5804" y="7256"/>
                    <a:pt x="6173" y="7625"/>
                  </a:cubicBezTo>
                  <a:lnTo>
                    <a:pt x="7493" y="8914"/>
                  </a:lnTo>
                  <a:cubicBezTo>
                    <a:pt x="7761" y="9189"/>
                    <a:pt x="8060" y="9304"/>
                    <a:pt x="8348" y="9304"/>
                  </a:cubicBezTo>
                  <a:cubicBezTo>
                    <a:pt x="9281" y="9304"/>
                    <a:pt x="10081" y="8094"/>
                    <a:pt x="9213" y="7225"/>
                  </a:cubicBezTo>
                  <a:lnTo>
                    <a:pt x="7892" y="5905"/>
                  </a:lnTo>
                  <a:cubicBezTo>
                    <a:pt x="7663" y="5675"/>
                    <a:pt x="7361" y="5553"/>
                    <a:pt x="7055" y="5553"/>
                  </a:cubicBezTo>
                  <a:cubicBezTo>
                    <a:pt x="6870" y="5553"/>
                    <a:pt x="6684" y="5598"/>
                    <a:pt x="6510" y="5690"/>
                  </a:cubicBezTo>
                  <a:lnTo>
                    <a:pt x="5804" y="5015"/>
                  </a:lnTo>
                  <a:cubicBezTo>
                    <a:pt x="7620" y="2710"/>
                    <a:pt x="5624" y="0"/>
                    <a:pt x="33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6"/>
            <p:cNvSpPr/>
            <p:nvPr/>
          </p:nvSpPr>
          <p:spPr>
            <a:xfrm>
              <a:off x="1684088" y="3761813"/>
              <a:ext cx="329350" cy="152800"/>
            </a:xfrm>
            <a:custGeom>
              <a:avLst/>
              <a:gdLst/>
              <a:ahLst/>
              <a:cxnLst/>
              <a:rect l="l" t="t" r="r" b="b"/>
              <a:pathLst>
                <a:path w="13174" h="6112" extrusionOk="0">
                  <a:moveTo>
                    <a:pt x="2042" y="1667"/>
                  </a:moveTo>
                  <a:cubicBezTo>
                    <a:pt x="2234" y="1667"/>
                    <a:pt x="2426" y="1797"/>
                    <a:pt x="2426" y="2058"/>
                  </a:cubicBezTo>
                  <a:lnTo>
                    <a:pt x="2426" y="4115"/>
                  </a:lnTo>
                  <a:cubicBezTo>
                    <a:pt x="2426" y="4361"/>
                    <a:pt x="2234" y="4484"/>
                    <a:pt x="2042" y="4484"/>
                  </a:cubicBezTo>
                  <a:cubicBezTo>
                    <a:pt x="1851" y="4484"/>
                    <a:pt x="1659" y="4361"/>
                    <a:pt x="1659" y="4115"/>
                  </a:cubicBezTo>
                  <a:lnTo>
                    <a:pt x="1659" y="2058"/>
                  </a:lnTo>
                  <a:cubicBezTo>
                    <a:pt x="1659" y="1797"/>
                    <a:pt x="1851" y="1667"/>
                    <a:pt x="2042" y="1667"/>
                  </a:cubicBezTo>
                  <a:close/>
                  <a:moveTo>
                    <a:pt x="1935" y="1"/>
                  </a:moveTo>
                  <a:cubicBezTo>
                    <a:pt x="860" y="1"/>
                    <a:pt x="1" y="861"/>
                    <a:pt x="1" y="1935"/>
                  </a:cubicBezTo>
                  <a:lnTo>
                    <a:pt x="1" y="4208"/>
                  </a:lnTo>
                  <a:cubicBezTo>
                    <a:pt x="1" y="5252"/>
                    <a:pt x="860" y="6111"/>
                    <a:pt x="1935" y="6111"/>
                  </a:cubicBezTo>
                  <a:lnTo>
                    <a:pt x="3347" y="6111"/>
                  </a:lnTo>
                  <a:cubicBezTo>
                    <a:pt x="2549" y="3624"/>
                    <a:pt x="4391" y="1076"/>
                    <a:pt x="7001" y="1076"/>
                  </a:cubicBezTo>
                  <a:cubicBezTo>
                    <a:pt x="9611" y="1076"/>
                    <a:pt x="11454" y="3624"/>
                    <a:pt x="10655" y="6111"/>
                  </a:cubicBezTo>
                  <a:lnTo>
                    <a:pt x="11270" y="6111"/>
                  </a:lnTo>
                  <a:cubicBezTo>
                    <a:pt x="12314" y="6111"/>
                    <a:pt x="13173" y="5252"/>
                    <a:pt x="13173" y="4208"/>
                  </a:cubicBezTo>
                  <a:lnTo>
                    <a:pt x="13173" y="1935"/>
                  </a:lnTo>
                  <a:cubicBezTo>
                    <a:pt x="13173" y="861"/>
                    <a:pt x="12314" y="1"/>
                    <a:pt x="11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46"/>
          <p:cNvGrpSpPr/>
          <p:nvPr/>
        </p:nvGrpSpPr>
        <p:grpSpPr>
          <a:xfrm flipH="1">
            <a:off x="8204988" y="1938188"/>
            <a:ext cx="1343825" cy="645625"/>
            <a:chOff x="202975" y="2389400"/>
            <a:chExt cx="1343825" cy="645625"/>
          </a:xfrm>
        </p:grpSpPr>
        <p:sp>
          <p:nvSpPr>
            <p:cNvPr id="2078" name="Google Shape;2078;p46"/>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6"/>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46"/>
          <p:cNvGrpSpPr/>
          <p:nvPr/>
        </p:nvGrpSpPr>
        <p:grpSpPr>
          <a:xfrm flipH="1">
            <a:off x="8155975" y="-26175"/>
            <a:ext cx="595625" cy="2708950"/>
            <a:chOff x="671575" y="486950"/>
            <a:chExt cx="595625" cy="2708950"/>
          </a:xfrm>
        </p:grpSpPr>
        <p:sp>
          <p:nvSpPr>
            <p:cNvPr id="2081" name="Google Shape;2081;p46"/>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6"/>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6"/>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6"/>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6"/>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6"/>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090"/>
        <p:cNvGrpSpPr/>
        <p:nvPr/>
      </p:nvGrpSpPr>
      <p:grpSpPr>
        <a:xfrm>
          <a:off x="0" y="0"/>
          <a:ext cx="0" cy="0"/>
          <a:chOff x="0" y="0"/>
          <a:chExt cx="0" cy="0"/>
        </a:xfrm>
      </p:grpSpPr>
      <p:sp>
        <p:nvSpPr>
          <p:cNvPr id="2091" name="Google Shape;2091;p47"/>
          <p:cNvSpPr txBox="1">
            <a:spLocks noGrp="1"/>
          </p:cNvSpPr>
          <p:nvPr>
            <p:ph type="title"/>
          </p:nvPr>
        </p:nvSpPr>
        <p:spPr>
          <a:xfrm>
            <a:off x="2507400" y="1632750"/>
            <a:ext cx="4129200" cy="187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Palabras asombrosas</a:t>
            </a:r>
            <a:endParaRPr/>
          </a:p>
        </p:txBody>
      </p:sp>
      <p:grpSp>
        <p:nvGrpSpPr>
          <p:cNvPr id="2092" name="Google Shape;2092;p47"/>
          <p:cNvGrpSpPr/>
          <p:nvPr/>
        </p:nvGrpSpPr>
        <p:grpSpPr>
          <a:xfrm>
            <a:off x="2359704" y="1575"/>
            <a:ext cx="329575" cy="829925"/>
            <a:chOff x="3799100" y="257875"/>
            <a:chExt cx="329575" cy="829925"/>
          </a:xfrm>
        </p:grpSpPr>
        <p:sp>
          <p:nvSpPr>
            <p:cNvPr id="2093" name="Google Shape;2093;p47"/>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7"/>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7"/>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 name="Google Shape;2098;p47"/>
          <p:cNvGrpSpPr/>
          <p:nvPr/>
        </p:nvGrpSpPr>
        <p:grpSpPr>
          <a:xfrm>
            <a:off x="7247250" y="3873100"/>
            <a:ext cx="1336525" cy="456650"/>
            <a:chOff x="6168050" y="3495775"/>
            <a:chExt cx="1336525" cy="456650"/>
          </a:xfrm>
        </p:grpSpPr>
        <p:sp>
          <p:nvSpPr>
            <p:cNvPr id="2099" name="Google Shape;2099;p47"/>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3" name="Google Shape;2103;p47"/>
          <p:cNvGrpSpPr/>
          <p:nvPr/>
        </p:nvGrpSpPr>
        <p:grpSpPr>
          <a:xfrm>
            <a:off x="8262350" y="2408000"/>
            <a:ext cx="1291225" cy="1202725"/>
            <a:chOff x="6773575" y="2030675"/>
            <a:chExt cx="1291225" cy="1202725"/>
          </a:xfrm>
        </p:grpSpPr>
        <p:sp>
          <p:nvSpPr>
            <p:cNvPr id="2104" name="Google Shape;2104;p47"/>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7"/>
            <p:cNvSpPr/>
            <p:nvPr/>
          </p:nvSpPr>
          <p:spPr>
            <a:xfrm>
              <a:off x="7333584"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 name="Google Shape;2108;p47"/>
          <p:cNvGrpSpPr/>
          <p:nvPr/>
        </p:nvGrpSpPr>
        <p:grpSpPr>
          <a:xfrm>
            <a:off x="4770425" y="4254400"/>
            <a:ext cx="1230825" cy="515475"/>
            <a:chOff x="3310225" y="3800875"/>
            <a:chExt cx="1230825" cy="515475"/>
          </a:xfrm>
        </p:grpSpPr>
        <p:sp>
          <p:nvSpPr>
            <p:cNvPr id="2109" name="Google Shape;2109;p47"/>
            <p:cNvSpPr/>
            <p:nvPr/>
          </p:nvSpPr>
          <p:spPr>
            <a:xfrm>
              <a:off x="3334175" y="3852425"/>
              <a:ext cx="120687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2" name="Google Shape;2112;p47"/>
          <p:cNvSpPr/>
          <p:nvPr/>
        </p:nvSpPr>
        <p:spPr>
          <a:xfrm>
            <a:off x="7244025" y="4282532"/>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3" name="Google Shape;2113;p47"/>
          <p:cNvGrpSpPr/>
          <p:nvPr/>
        </p:nvGrpSpPr>
        <p:grpSpPr>
          <a:xfrm>
            <a:off x="6987350" y="4141425"/>
            <a:ext cx="1034550" cy="1077775"/>
            <a:chOff x="5527150" y="3687900"/>
            <a:chExt cx="1034550" cy="1077775"/>
          </a:xfrm>
        </p:grpSpPr>
        <p:sp>
          <p:nvSpPr>
            <p:cNvPr id="2114" name="Google Shape;2114;p47"/>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47"/>
          <p:cNvGrpSpPr/>
          <p:nvPr/>
        </p:nvGrpSpPr>
        <p:grpSpPr>
          <a:xfrm>
            <a:off x="6001225" y="4327825"/>
            <a:ext cx="1300100" cy="889800"/>
            <a:chOff x="4541025" y="3874300"/>
            <a:chExt cx="1300100" cy="889800"/>
          </a:xfrm>
        </p:grpSpPr>
        <p:sp>
          <p:nvSpPr>
            <p:cNvPr id="2121" name="Google Shape;2121;p47"/>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7"/>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 name="Google Shape;2126;p47"/>
          <p:cNvGrpSpPr/>
          <p:nvPr/>
        </p:nvGrpSpPr>
        <p:grpSpPr>
          <a:xfrm>
            <a:off x="7594000" y="4283375"/>
            <a:ext cx="1550000" cy="198400"/>
            <a:chOff x="6514800" y="3906050"/>
            <a:chExt cx="1550000" cy="198400"/>
          </a:xfrm>
        </p:grpSpPr>
        <p:sp>
          <p:nvSpPr>
            <p:cNvPr id="2127" name="Google Shape;2127;p47"/>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 name="Google Shape;2130;p47"/>
          <p:cNvGrpSpPr/>
          <p:nvPr/>
        </p:nvGrpSpPr>
        <p:grpSpPr>
          <a:xfrm>
            <a:off x="857629" y="6250"/>
            <a:ext cx="1385975" cy="1132950"/>
            <a:chOff x="2297025" y="262550"/>
            <a:chExt cx="1385975" cy="1132950"/>
          </a:xfrm>
        </p:grpSpPr>
        <p:sp>
          <p:nvSpPr>
            <p:cNvPr id="2131" name="Google Shape;2131;p47"/>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7"/>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7"/>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7"/>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7"/>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7"/>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 name="Google Shape;2137;p47"/>
          <p:cNvGrpSpPr/>
          <p:nvPr/>
        </p:nvGrpSpPr>
        <p:grpSpPr>
          <a:xfrm>
            <a:off x="0" y="1021000"/>
            <a:ext cx="1673448" cy="369675"/>
            <a:chOff x="202975" y="1277300"/>
            <a:chExt cx="1673448" cy="369675"/>
          </a:xfrm>
        </p:grpSpPr>
        <p:sp>
          <p:nvSpPr>
            <p:cNvPr id="2138" name="Google Shape;2138;p47"/>
            <p:cNvSpPr/>
            <p:nvPr/>
          </p:nvSpPr>
          <p:spPr>
            <a:xfrm>
              <a:off x="1719148"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7"/>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7"/>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7"/>
            <p:cNvSpPr/>
            <p:nvPr/>
          </p:nvSpPr>
          <p:spPr>
            <a:xfrm>
              <a:off x="1839948"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2" name="Google Shape;2142;p47"/>
          <p:cNvGrpSpPr/>
          <p:nvPr/>
        </p:nvGrpSpPr>
        <p:grpSpPr>
          <a:xfrm>
            <a:off x="392400" y="230650"/>
            <a:ext cx="595625" cy="2708950"/>
            <a:chOff x="671575" y="486950"/>
            <a:chExt cx="595625" cy="2708950"/>
          </a:xfrm>
        </p:grpSpPr>
        <p:sp>
          <p:nvSpPr>
            <p:cNvPr id="2143" name="Google Shape;2143;p47"/>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7"/>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7"/>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7"/>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7"/>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7"/>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9" name="Google Shape;2149;p47"/>
          <p:cNvSpPr/>
          <p:nvPr/>
        </p:nvSpPr>
        <p:spPr>
          <a:xfrm>
            <a:off x="1489179" y="902275"/>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0" name="Google Shape;2150;p47"/>
          <p:cNvGrpSpPr/>
          <p:nvPr/>
        </p:nvGrpSpPr>
        <p:grpSpPr>
          <a:xfrm>
            <a:off x="1327779" y="4700"/>
            <a:ext cx="508175" cy="1310475"/>
            <a:chOff x="2767175" y="261000"/>
            <a:chExt cx="508175" cy="1310475"/>
          </a:xfrm>
        </p:grpSpPr>
        <p:sp>
          <p:nvSpPr>
            <p:cNvPr id="2151" name="Google Shape;2151;p47"/>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7"/>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7"/>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7"/>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7"/>
            <p:cNvSpPr/>
            <p:nvPr/>
          </p:nvSpPr>
          <p:spPr>
            <a:xfrm>
              <a:off x="2928272" y="1431730"/>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6" name="Google Shape;2156;p47"/>
          <p:cNvGrpSpPr/>
          <p:nvPr/>
        </p:nvGrpSpPr>
        <p:grpSpPr>
          <a:xfrm>
            <a:off x="8433063" y="2622710"/>
            <a:ext cx="508200" cy="508200"/>
            <a:chOff x="8433063" y="2622710"/>
            <a:chExt cx="508200" cy="508200"/>
          </a:xfrm>
        </p:grpSpPr>
        <p:sp>
          <p:nvSpPr>
            <p:cNvPr id="2157" name="Google Shape;2157;p47"/>
            <p:cNvSpPr/>
            <p:nvPr/>
          </p:nvSpPr>
          <p:spPr>
            <a:xfrm>
              <a:off x="8433063" y="2622710"/>
              <a:ext cx="508200" cy="50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8" name="Google Shape;2158;p47"/>
            <p:cNvGrpSpPr/>
            <p:nvPr/>
          </p:nvGrpSpPr>
          <p:grpSpPr>
            <a:xfrm>
              <a:off x="8567172" y="2735172"/>
              <a:ext cx="240001" cy="283250"/>
              <a:chOff x="7121363" y="1041963"/>
              <a:chExt cx="287875" cy="339750"/>
            </a:xfrm>
          </p:grpSpPr>
          <p:sp>
            <p:nvSpPr>
              <p:cNvPr id="2159" name="Google Shape;2159;p47"/>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7"/>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7"/>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2" name="Google Shape;2162;p47"/>
          <p:cNvGrpSpPr/>
          <p:nvPr/>
        </p:nvGrpSpPr>
        <p:grpSpPr>
          <a:xfrm>
            <a:off x="2750738" y="234488"/>
            <a:ext cx="508200" cy="508200"/>
            <a:chOff x="2750738" y="234488"/>
            <a:chExt cx="508200" cy="508200"/>
          </a:xfrm>
        </p:grpSpPr>
        <p:sp>
          <p:nvSpPr>
            <p:cNvPr id="2163" name="Google Shape;2163;p47"/>
            <p:cNvSpPr/>
            <p:nvPr/>
          </p:nvSpPr>
          <p:spPr>
            <a:xfrm>
              <a:off x="2750738" y="234488"/>
              <a:ext cx="508200" cy="508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4" name="Google Shape;2164;p47"/>
            <p:cNvGrpSpPr/>
            <p:nvPr/>
          </p:nvGrpSpPr>
          <p:grpSpPr>
            <a:xfrm>
              <a:off x="2863395" y="360907"/>
              <a:ext cx="282895" cy="255383"/>
              <a:chOff x="5084788" y="1722188"/>
              <a:chExt cx="339325" cy="306325"/>
            </a:xfrm>
          </p:grpSpPr>
          <p:sp>
            <p:nvSpPr>
              <p:cNvPr id="2165" name="Google Shape;2165;p47"/>
              <p:cNvSpPr/>
              <p:nvPr/>
            </p:nvSpPr>
            <p:spPr>
              <a:xfrm>
                <a:off x="5106263" y="1742913"/>
                <a:ext cx="174300" cy="105200"/>
              </a:xfrm>
              <a:custGeom>
                <a:avLst/>
                <a:gdLst/>
                <a:ahLst/>
                <a:cxnLst/>
                <a:rect l="l" t="t" r="r" b="b"/>
                <a:pathLst>
                  <a:path w="6972" h="4208" extrusionOk="0">
                    <a:moveTo>
                      <a:pt x="799" y="0"/>
                    </a:moveTo>
                    <a:cubicBezTo>
                      <a:pt x="339" y="0"/>
                      <a:pt x="1" y="369"/>
                      <a:pt x="1" y="799"/>
                    </a:cubicBezTo>
                    <a:lnTo>
                      <a:pt x="1" y="3409"/>
                    </a:lnTo>
                    <a:cubicBezTo>
                      <a:pt x="1" y="3839"/>
                      <a:pt x="339" y="4207"/>
                      <a:pt x="799" y="4207"/>
                    </a:cubicBezTo>
                    <a:lnTo>
                      <a:pt x="4668" y="4207"/>
                    </a:lnTo>
                    <a:cubicBezTo>
                      <a:pt x="5098" y="4207"/>
                      <a:pt x="5467" y="3839"/>
                      <a:pt x="5467" y="3409"/>
                    </a:cubicBezTo>
                    <a:lnTo>
                      <a:pt x="5467" y="2549"/>
                    </a:lnTo>
                    <a:cubicBezTo>
                      <a:pt x="5497" y="2518"/>
                      <a:pt x="5405" y="2610"/>
                      <a:pt x="6480" y="1382"/>
                    </a:cubicBezTo>
                    <a:cubicBezTo>
                      <a:pt x="6971" y="952"/>
                      <a:pt x="6725" y="123"/>
                      <a:pt x="60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7"/>
              <p:cNvSpPr/>
              <p:nvPr/>
            </p:nvSpPr>
            <p:spPr>
              <a:xfrm>
                <a:off x="5227563" y="1902588"/>
                <a:ext cx="196550" cy="105175"/>
              </a:xfrm>
              <a:custGeom>
                <a:avLst/>
                <a:gdLst/>
                <a:ahLst/>
                <a:cxnLst/>
                <a:rect l="l" t="t" r="r" b="b"/>
                <a:pathLst>
                  <a:path w="7862" h="4207" extrusionOk="0">
                    <a:moveTo>
                      <a:pt x="5800" y="1660"/>
                    </a:moveTo>
                    <a:cubicBezTo>
                      <a:pt x="6119" y="1660"/>
                      <a:pt x="6321" y="2067"/>
                      <a:pt x="6080" y="2334"/>
                    </a:cubicBezTo>
                    <a:lnTo>
                      <a:pt x="6080" y="2303"/>
                    </a:lnTo>
                    <a:cubicBezTo>
                      <a:pt x="6025" y="2369"/>
                      <a:pt x="5961" y="2397"/>
                      <a:pt x="5896" y="2397"/>
                    </a:cubicBezTo>
                    <a:cubicBezTo>
                      <a:pt x="5598" y="2397"/>
                      <a:pt x="5272" y="1815"/>
                      <a:pt x="5650" y="1689"/>
                    </a:cubicBezTo>
                    <a:cubicBezTo>
                      <a:pt x="5702" y="1669"/>
                      <a:pt x="5752" y="1660"/>
                      <a:pt x="5800" y="1660"/>
                    </a:cubicBezTo>
                    <a:close/>
                    <a:moveTo>
                      <a:pt x="4059" y="1711"/>
                    </a:moveTo>
                    <a:cubicBezTo>
                      <a:pt x="4173" y="1711"/>
                      <a:pt x="4287" y="1762"/>
                      <a:pt x="4361" y="1873"/>
                    </a:cubicBezTo>
                    <a:cubicBezTo>
                      <a:pt x="4483" y="2058"/>
                      <a:pt x="4453" y="2303"/>
                      <a:pt x="4269" y="2426"/>
                    </a:cubicBezTo>
                    <a:cubicBezTo>
                      <a:pt x="4196" y="2470"/>
                      <a:pt x="4122" y="2489"/>
                      <a:pt x="4051" y="2489"/>
                    </a:cubicBezTo>
                    <a:cubicBezTo>
                      <a:pt x="3824" y="2489"/>
                      <a:pt x="3638" y="2285"/>
                      <a:pt x="3685" y="2027"/>
                    </a:cubicBezTo>
                    <a:cubicBezTo>
                      <a:pt x="3722" y="1825"/>
                      <a:pt x="3890" y="1711"/>
                      <a:pt x="4059" y="1711"/>
                    </a:cubicBezTo>
                    <a:close/>
                    <a:moveTo>
                      <a:pt x="891" y="0"/>
                    </a:moveTo>
                    <a:cubicBezTo>
                      <a:pt x="246" y="123"/>
                      <a:pt x="0" y="952"/>
                      <a:pt x="492" y="1382"/>
                    </a:cubicBezTo>
                    <a:cubicBezTo>
                      <a:pt x="1566" y="2580"/>
                      <a:pt x="1474" y="2487"/>
                      <a:pt x="1505" y="2549"/>
                    </a:cubicBezTo>
                    <a:lnTo>
                      <a:pt x="1505" y="3409"/>
                    </a:lnTo>
                    <a:cubicBezTo>
                      <a:pt x="1505" y="3838"/>
                      <a:pt x="1873" y="4207"/>
                      <a:pt x="2303" y="4207"/>
                    </a:cubicBezTo>
                    <a:lnTo>
                      <a:pt x="7063" y="4207"/>
                    </a:lnTo>
                    <a:cubicBezTo>
                      <a:pt x="7493" y="4207"/>
                      <a:pt x="7861" y="3838"/>
                      <a:pt x="7861" y="3409"/>
                    </a:cubicBezTo>
                    <a:lnTo>
                      <a:pt x="7861" y="799"/>
                    </a:lnTo>
                    <a:cubicBezTo>
                      <a:pt x="7861" y="369"/>
                      <a:pt x="7493" y="0"/>
                      <a:pt x="70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7"/>
              <p:cNvSpPr/>
              <p:nvPr/>
            </p:nvSpPr>
            <p:spPr>
              <a:xfrm>
                <a:off x="5265163" y="1812763"/>
                <a:ext cx="158175" cy="66825"/>
              </a:xfrm>
              <a:custGeom>
                <a:avLst/>
                <a:gdLst/>
                <a:ahLst/>
                <a:cxnLst/>
                <a:rect l="l" t="t" r="r" b="b"/>
                <a:pathLst>
                  <a:path w="6327" h="2673" extrusionOk="0">
                    <a:moveTo>
                      <a:pt x="5160" y="1"/>
                    </a:moveTo>
                    <a:lnTo>
                      <a:pt x="5190" y="31"/>
                    </a:lnTo>
                    <a:cubicBezTo>
                      <a:pt x="4653" y="630"/>
                      <a:pt x="3908" y="930"/>
                      <a:pt x="3164" y="930"/>
                    </a:cubicBezTo>
                    <a:cubicBezTo>
                      <a:pt x="2419" y="930"/>
                      <a:pt x="1674" y="630"/>
                      <a:pt x="1137" y="31"/>
                    </a:cubicBezTo>
                    <a:cubicBezTo>
                      <a:pt x="431" y="553"/>
                      <a:pt x="1" y="1382"/>
                      <a:pt x="1" y="2304"/>
                    </a:cubicBezTo>
                    <a:cubicBezTo>
                      <a:pt x="1" y="2488"/>
                      <a:pt x="155" y="2672"/>
                      <a:pt x="369" y="2672"/>
                    </a:cubicBezTo>
                    <a:lnTo>
                      <a:pt x="5927" y="2672"/>
                    </a:lnTo>
                    <a:cubicBezTo>
                      <a:pt x="6142" y="2672"/>
                      <a:pt x="6326" y="2488"/>
                      <a:pt x="6326" y="2304"/>
                    </a:cubicBezTo>
                    <a:cubicBezTo>
                      <a:pt x="6296" y="1382"/>
                      <a:pt x="5897" y="553"/>
                      <a:pt x="51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7"/>
              <p:cNvSpPr/>
              <p:nvPr/>
            </p:nvSpPr>
            <p:spPr>
              <a:xfrm>
                <a:off x="5084788" y="1962463"/>
                <a:ext cx="157375" cy="66050"/>
              </a:xfrm>
              <a:custGeom>
                <a:avLst/>
                <a:gdLst/>
                <a:ahLst/>
                <a:cxnLst/>
                <a:rect l="l" t="t" r="r" b="b"/>
                <a:pathLst>
                  <a:path w="6295" h="2642" extrusionOk="0">
                    <a:moveTo>
                      <a:pt x="1136" y="0"/>
                    </a:moveTo>
                    <a:cubicBezTo>
                      <a:pt x="430" y="522"/>
                      <a:pt x="0" y="1351"/>
                      <a:pt x="0" y="2273"/>
                    </a:cubicBezTo>
                    <a:cubicBezTo>
                      <a:pt x="0" y="2487"/>
                      <a:pt x="154" y="2641"/>
                      <a:pt x="369" y="2641"/>
                    </a:cubicBezTo>
                    <a:lnTo>
                      <a:pt x="5926" y="2641"/>
                    </a:lnTo>
                    <a:cubicBezTo>
                      <a:pt x="6141" y="2641"/>
                      <a:pt x="6295" y="2487"/>
                      <a:pt x="6295" y="2273"/>
                    </a:cubicBezTo>
                    <a:cubicBezTo>
                      <a:pt x="6295" y="1382"/>
                      <a:pt x="5865" y="522"/>
                      <a:pt x="5159" y="0"/>
                    </a:cubicBezTo>
                    <a:cubicBezTo>
                      <a:pt x="4621" y="599"/>
                      <a:pt x="3884" y="898"/>
                      <a:pt x="3147" y="898"/>
                    </a:cubicBezTo>
                    <a:cubicBezTo>
                      <a:pt x="2411" y="898"/>
                      <a:pt x="1674" y="599"/>
                      <a:pt x="1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7"/>
              <p:cNvSpPr/>
              <p:nvPr/>
            </p:nvSpPr>
            <p:spPr>
              <a:xfrm>
                <a:off x="5116263" y="1871113"/>
                <a:ext cx="94425" cy="93675"/>
              </a:xfrm>
              <a:custGeom>
                <a:avLst/>
                <a:gdLst/>
                <a:ahLst/>
                <a:cxnLst/>
                <a:rect l="l" t="t" r="r" b="b"/>
                <a:pathLst>
                  <a:path w="3777" h="3747" extrusionOk="0">
                    <a:moveTo>
                      <a:pt x="1904" y="0"/>
                    </a:moveTo>
                    <a:cubicBezTo>
                      <a:pt x="860" y="0"/>
                      <a:pt x="0" y="829"/>
                      <a:pt x="0" y="1873"/>
                    </a:cubicBezTo>
                    <a:cubicBezTo>
                      <a:pt x="0" y="2917"/>
                      <a:pt x="860" y="3746"/>
                      <a:pt x="1904" y="3746"/>
                    </a:cubicBezTo>
                    <a:cubicBezTo>
                      <a:pt x="2948" y="3746"/>
                      <a:pt x="3777" y="2917"/>
                      <a:pt x="3777" y="1873"/>
                    </a:cubicBezTo>
                    <a:cubicBezTo>
                      <a:pt x="3777" y="829"/>
                      <a:pt x="2948" y="0"/>
                      <a:pt x="19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7"/>
              <p:cNvSpPr/>
              <p:nvPr/>
            </p:nvSpPr>
            <p:spPr>
              <a:xfrm>
                <a:off x="5297413" y="1722188"/>
                <a:ext cx="93675" cy="94450"/>
              </a:xfrm>
              <a:custGeom>
                <a:avLst/>
                <a:gdLst/>
                <a:ahLst/>
                <a:cxnLst/>
                <a:rect l="l" t="t" r="r" b="b"/>
                <a:pathLst>
                  <a:path w="3747" h="3778" extrusionOk="0">
                    <a:moveTo>
                      <a:pt x="1874" y="0"/>
                    </a:moveTo>
                    <a:cubicBezTo>
                      <a:pt x="830" y="0"/>
                      <a:pt x="1" y="829"/>
                      <a:pt x="1" y="1873"/>
                    </a:cubicBezTo>
                    <a:cubicBezTo>
                      <a:pt x="1" y="2917"/>
                      <a:pt x="830" y="3777"/>
                      <a:pt x="1874" y="3777"/>
                    </a:cubicBezTo>
                    <a:cubicBezTo>
                      <a:pt x="2918" y="3777"/>
                      <a:pt x="3747" y="2917"/>
                      <a:pt x="3747" y="1873"/>
                    </a:cubicBezTo>
                    <a:cubicBezTo>
                      <a:pt x="3747" y="829"/>
                      <a:pt x="2918" y="0"/>
                      <a:pt x="18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1" name="Google Shape;2171;p47"/>
          <p:cNvGrpSpPr/>
          <p:nvPr/>
        </p:nvGrpSpPr>
        <p:grpSpPr>
          <a:xfrm>
            <a:off x="4540354" y="3973575"/>
            <a:ext cx="508200" cy="508200"/>
            <a:chOff x="4540354" y="3973575"/>
            <a:chExt cx="508200" cy="508200"/>
          </a:xfrm>
        </p:grpSpPr>
        <p:sp>
          <p:nvSpPr>
            <p:cNvPr id="2172" name="Google Shape;2172;p47"/>
            <p:cNvSpPr/>
            <p:nvPr/>
          </p:nvSpPr>
          <p:spPr>
            <a:xfrm>
              <a:off x="4540354" y="3973575"/>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3" name="Google Shape;2173;p47"/>
            <p:cNvGrpSpPr/>
            <p:nvPr/>
          </p:nvGrpSpPr>
          <p:grpSpPr>
            <a:xfrm>
              <a:off x="4654591" y="4104165"/>
              <a:ext cx="279706" cy="247004"/>
              <a:chOff x="1684088" y="2402388"/>
              <a:chExt cx="335500" cy="296275"/>
            </a:xfrm>
          </p:grpSpPr>
          <p:sp>
            <p:nvSpPr>
              <p:cNvPr id="2174" name="Google Shape;2174;p47"/>
              <p:cNvSpPr/>
              <p:nvPr/>
            </p:nvSpPr>
            <p:spPr>
              <a:xfrm>
                <a:off x="1684088" y="2402388"/>
                <a:ext cx="206525" cy="217200"/>
              </a:xfrm>
              <a:custGeom>
                <a:avLst/>
                <a:gdLst/>
                <a:ahLst/>
                <a:cxnLst/>
                <a:rect l="l" t="t" r="r" b="b"/>
                <a:pathLst>
                  <a:path w="8261" h="8688" extrusionOk="0">
                    <a:moveTo>
                      <a:pt x="4415" y="0"/>
                    </a:moveTo>
                    <a:cubicBezTo>
                      <a:pt x="2203" y="0"/>
                      <a:pt x="1" y="1620"/>
                      <a:pt x="1" y="4358"/>
                    </a:cubicBezTo>
                    <a:cubicBezTo>
                      <a:pt x="1" y="4972"/>
                      <a:pt x="154" y="5617"/>
                      <a:pt x="430" y="6200"/>
                    </a:cubicBezTo>
                    <a:lnTo>
                      <a:pt x="31" y="8227"/>
                    </a:lnTo>
                    <a:cubicBezTo>
                      <a:pt x="1" y="8473"/>
                      <a:pt x="185" y="8688"/>
                      <a:pt x="430" y="8688"/>
                    </a:cubicBezTo>
                    <a:lnTo>
                      <a:pt x="2488" y="8258"/>
                    </a:lnTo>
                    <a:cubicBezTo>
                      <a:pt x="2764" y="8380"/>
                      <a:pt x="3071" y="8503"/>
                      <a:pt x="3378" y="8565"/>
                    </a:cubicBezTo>
                    <a:cubicBezTo>
                      <a:pt x="2703" y="5433"/>
                      <a:pt x="5067" y="2485"/>
                      <a:pt x="8260" y="2424"/>
                    </a:cubicBezTo>
                    <a:cubicBezTo>
                      <a:pt x="7438" y="755"/>
                      <a:pt x="5924" y="0"/>
                      <a:pt x="44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7"/>
              <p:cNvSpPr/>
              <p:nvPr/>
            </p:nvSpPr>
            <p:spPr>
              <a:xfrm>
                <a:off x="1785413" y="2481363"/>
                <a:ext cx="234175" cy="217300"/>
              </a:xfrm>
              <a:custGeom>
                <a:avLst/>
                <a:gdLst/>
                <a:ahLst/>
                <a:cxnLst/>
                <a:rect l="l" t="t" r="r" b="b"/>
                <a:pathLst>
                  <a:path w="9367" h="8692" extrusionOk="0">
                    <a:moveTo>
                      <a:pt x="4402" y="0"/>
                    </a:moveTo>
                    <a:cubicBezTo>
                      <a:pt x="2057" y="0"/>
                      <a:pt x="123" y="1881"/>
                      <a:pt x="62" y="4239"/>
                    </a:cubicBezTo>
                    <a:cubicBezTo>
                      <a:pt x="1" y="6634"/>
                      <a:pt x="1904" y="8630"/>
                      <a:pt x="4300" y="8691"/>
                    </a:cubicBezTo>
                    <a:cubicBezTo>
                      <a:pt x="4944" y="8691"/>
                      <a:pt x="5589" y="8538"/>
                      <a:pt x="6173" y="8261"/>
                    </a:cubicBezTo>
                    <a:cubicBezTo>
                      <a:pt x="8178" y="8668"/>
                      <a:pt x="8270" y="8692"/>
                      <a:pt x="8285" y="8692"/>
                    </a:cubicBezTo>
                    <a:cubicBezTo>
                      <a:pt x="8287" y="8692"/>
                      <a:pt x="8288" y="8691"/>
                      <a:pt x="8291" y="8691"/>
                    </a:cubicBezTo>
                    <a:cubicBezTo>
                      <a:pt x="8537" y="8691"/>
                      <a:pt x="8721" y="8476"/>
                      <a:pt x="8691" y="8231"/>
                    </a:cubicBezTo>
                    <a:lnTo>
                      <a:pt x="8261" y="6204"/>
                    </a:lnTo>
                    <a:cubicBezTo>
                      <a:pt x="8322" y="6051"/>
                      <a:pt x="8383" y="5897"/>
                      <a:pt x="8445" y="5743"/>
                    </a:cubicBezTo>
                    <a:cubicBezTo>
                      <a:pt x="9366" y="3011"/>
                      <a:pt x="7401" y="124"/>
                      <a:pt x="4514" y="1"/>
                    </a:cubicBezTo>
                    <a:cubicBezTo>
                      <a:pt x="4477" y="1"/>
                      <a:pt x="4439" y="0"/>
                      <a:pt x="44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6" name="Google Shape;2176;p47"/>
          <p:cNvGrpSpPr/>
          <p:nvPr/>
        </p:nvGrpSpPr>
        <p:grpSpPr>
          <a:xfrm>
            <a:off x="804388" y="943838"/>
            <a:ext cx="508200" cy="508200"/>
            <a:chOff x="804388" y="943838"/>
            <a:chExt cx="508200" cy="508200"/>
          </a:xfrm>
        </p:grpSpPr>
        <p:sp>
          <p:nvSpPr>
            <p:cNvPr id="2177" name="Google Shape;2177;p47"/>
            <p:cNvSpPr/>
            <p:nvPr/>
          </p:nvSpPr>
          <p:spPr>
            <a:xfrm>
              <a:off x="804388" y="943838"/>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8" name="Google Shape;2178;p47"/>
            <p:cNvGrpSpPr/>
            <p:nvPr/>
          </p:nvGrpSpPr>
          <p:grpSpPr>
            <a:xfrm>
              <a:off x="961526" y="1056186"/>
              <a:ext cx="193939" cy="283541"/>
              <a:chOff x="3043588" y="3761813"/>
              <a:chExt cx="232625" cy="340100"/>
            </a:xfrm>
          </p:grpSpPr>
          <p:sp>
            <p:nvSpPr>
              <p:cNvPr id="2179" name="Google Shape;2179;p47"/>
              <p:cNvSpPr/>
              <p:nvPr/>
            </p:nvSpPr>
            <p:spPr>
              <a:xfrm>
                <a:off x="3043588" y="3911713"/>
                <a:ext cx="232625" cy="190200"/>
              </a:xfrm>
              <a:custGeom>
                <a:avLst/>
                <a:gdLst/>
                <a:ahLst/>
                <a:cxnLst/>
                <a:rect l="l" t="t" r="r" b="b"/>
                <a:pathLst>
                  <a:path w="9305" h="7608" extrusionOk="0">
                    <a:moveTo>
                      <a:pt x="400" y="0"/>
                    </a:moveTo>
                    <a:cubicBezTo>
                      <a:pt x="200" y="0"/>
                      <a:pt x="1" y="131"/>
                      <a:pt x="1" y="392"/>
                    </a:cubicBezTo>
                    <a:cubicBezTo>
                      <a:pt x="1" y="2787"/>
                      <a:pt x="1874" y="4813"/>
                      <a:pt x="4269" y="5028"/>
                    </a:cubicBezTo>
                    <a:lnTo>
                      <a:pt x="4269" y="6809"/>
                    </a:lnTo>
                    <a:lnTo>
                      <a:pt x="2120" y="6809"/>
                    </a:lnTo>
                    <a:cubicBezTo>
                      <a:pt x="1567" y="6809"/>
                      <a:pt x="1567" y="7608"/>
                      <a:pt x="2120" y="7608"/>
                    </a:cubicBezTo>
                    <a:lnTo>
                      <a:pt x="7217" y="7608"/>
                    </a:lnTo>
                    <a:cubicBezTo>
                      <a:pt x="7739" y="7608"/>
                      <a:pt x="7739" y="6809"/>
                      <a:pt x="7217" y="6809"/>
                    </a:cubicBezTo>
                    <a:lnTo>
                      <a:pt x="5067" y="6809"/>
                    </a:lnTo>
                    <a:lnTo>
                      <a:pt x="5067" y="5028"/>
                    </a:lnTo>
                    <a:cubicBezTo>
                      <a:pt x="7462" y="4813"/>
                      <a:pt x="9305" y="2817"/>
                      <a:pt x="9305" y="392"/>
                    </a:cubicBezTo>
                    <a:cubicBezTo>
                      <a:pt x="9305" y="131"/>
                      <a:pt x="9105" y="0"/>
                      <a:pt x="8906" y="0"/>
                    </a:cubicBezTo>
                    <a:cubicBezTo>
                      <a:pt x="8706" y="0"/>
                      <a:pt x="8506" y="131"/>
                      <a:pt x="8506" y="392"/>
                    </a:cubicBezTo>
                    <a:cubicBezTo>
                      <a:pt x="8506" y="2510"/>
                      <a:pt x="6787" y="4230"/>
                      <a:pt x="4668" y="4230"/>
                    </a:cubicBezTo>
                    <a:cubicBezTo>
                      <a:pt x="2549" y="4230"/>
                      <a:pt x="799" y="2510"/>
                      <a:pt x="799" y="392"/>
                    </a:cubicBezTo>
                    <a:cubicBezTo>
                      <a:pt x="799" y="131"/>
                      <a:pt x="600" y="0"/>
                      <a:pt x="4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7"/>
              <p:cNvSpPr/>
              <p:nvPr/>
            </p:nvSpPr>
            <p:spPr>
              <a:xfrm>
                <a:off x="3086588" y="3761813"/>
                <a:ext cx="147400" cy="232625"/>
              </a:xfrm>
              <a:custGeom>
                <a:avLst/>
                <a:gdLst/>
                <a:ahLst/>
                <a:cxnLst/>
                <a:rect l="l" t="t" r="r" b="b"/>
                <a:pathLst>
                  <a:path w="5896" h="9305" extrusionOk="0">
                    <a:moveTo>
                      <a:pt x="2795" y="1"/>
                    </a:moveTo>
                    <a:cubicBezTo>
                      <a:pt x="1321" y="1"/>
                      <a:pt x="123" y="1137"/>
                      <a:pt x="0" y="2580"/>
                    </a:cubicBezTo>
                    <a:lnTo>
                      <a:pt x="1444" y="2580"/>
                    </a:lnTo>
                    <a:cubicBezTo>
                      <a:pt x="1996" y="2580"/>
                      <a:pt x="1996" y="3378"/>
                      <a:pt x="1444" y="3378"/>
                    </a:cubicBezTo>
                    <a:lnTo>
                      <a:pt x="0" y="3378"/>
                    </a:lnTo>
                    <a:lnTo>
                      <a:pt x="0" y="4300"/>
                    </a:lnTo>
                    <a:lnTo>
                      <a:pt x="1873" y="4300"/>
                    </a:lnTo>
                    <a:cubicBezTo>
                      <a:pt x="2395" y="4300"/>
                      <a:pt x="2395" y="5098"/>
                      <a:pt x="1873" y="5098"/>
                    </a:cubicBezTo>
                    <a:lnTo>
                      <a:pt x="0" y="5098"/>
                    </a:lnTo>
                    <a:lnTo>
                      <a:pt x="0" y="5988"/>
                    </a:lnTo>
                    <a:lnTo>
                      <a:pt x="1444" y="5988"/>
                    </a:lnTo>
                    <a:cubicBezTo>
                      <a:pt x="1966" y="5988"/>
                      <a:pt x="1966" y="6787"/>
                      <a:pt x="1444" y="6787"/>
                    </a:cubicBezTo>
                    <a:lnTo>
                      <a:pt x="0" y="6787"/>
                    </a:lnTo>
                    <a:cubicBezTo>
                      <a:pt x="123" y="8199"/>
                      <a:pt x="1321" y="9305"/>
                      <a:pt x="2764" y="9305"/>
                    </a:cubicBezTo>
                    <a:lnTo>
                      <a:pt x="3102" y="9305"/>
                    </a:lnTo>
                    <a:cubicBezTo>
                      <a:pt x="4545" y="9305"/>
                      <a:pt x="5742" y="8199"/>
                      <a:pt x="5865" y="6787"/>
                    </a:cubicBezTo>
                    <a:lnTo>
                      <a:pt x="4422" y="6787"/>
                    </a:lnTo>
                    <a:cubicBezTo>
                      <a:pt x="3900" y="6787"/>
                      <a:pt x="3900" y="5988"/>
                      <a:pt x="4422" y="5988"/>
                    </a:cubicBezTo>
                    <a:lnTo>
                      <a:pt x="5896" y="5988"/>
                    </a:lnTo>
                    <a:lnTo>
                      <a:pt x="5896" y="5098"/>
                    </a:lnTo>
                    <a:lnTo>
                      <a:pt x="4023" y="5098"/>
                    </a:lnTo>
                    <a:cubicBezTo>
                      <a:pt x="3470" y="5098"/>
                      <a:pt x="3470" y="4300"/>
                      <a:pt x="4023" y="4300"/>
                    </a:cubicBezTo>
                    <a:lnTo>
                      <a:pt x="5896" y="4300"/>
                    </a:lnTo>
                    <a:lnTo>
                      <a:pt x="5896" y="3378"/>
                    </a:lnTo>
                    <a:lnTo>
                      <a:pt x="4422" y="3378"/>
                    </a:lnTo>
                    <a:cubicBezTo>
                      <a:pt x="3900" y="3378"/>
                      <a:pt x="3900" y="2580"/>
                      <a:pt x="4422" y="2580"/>
                    </a:cubicBezTo>
                    <a:lnTo>
                      <a:pt x="5896" y="2580"/>
                    </a:lnTo>
                    <a:cubicBezTo>
                      <a:pt x="5773" y="1137"/>
                      <a:pt x="4545" y="1"/>
                      <a:pt x="31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81" name="Google Shape;2181;p47"/>
          <p:cNvSpPr/>
          <p:nvPr/>
        </p:nvSpPr>
        <p:spPr>
          <a:xfrm>
            <a:off x="6956625" y="4378850"/>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186" name="Google Shape;2186;p48"/>
          <p:cNvSpPr txBox="1">
            <a:spLocks noGrp="1"/>
          </p:cNvSpPr>
          <p:nvPr>
            <p:ph type="subTitle" idx="1"/>
          </p:nvPr>
        </p:nvSpPr>
        <p:spPr>
          <a:xfrm>
            <a:off x="1807688" y="1324950"/>
            <a:ext cx="5584200" cy="1999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“Esta es una cita. Son palabras llenas de sabiduría que alguien importante dijo y que pueden inspirar a todo el mundo”.</a:t>
            </a:r>
            <a:endParaRPr/>
          </a:p>
        </p:txBody>
      </p:sp>
      <p:sp>
        <p:nvSpPr>
          <p:cNvPr id="2187" name="Google Shape;2187;p48"/>
          <p:cNvSpPr txBox="1">
            <a:spLocks noGrp="1"/>
          </p:cNvSpPr>
          <p:nvPr>
            <p:ph type="title"/>
          </p:nvPr>
        </p:nvSpPr>
        <p:spPr>
          <a:xfrm>
            <a:off x="1807688" y="3435325"/>
            <a:ext cx="5584200" cy="53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—Alguien Famoso</a:t>
            </a:r>
            <a:endParaRPr/>
          </a:p>
        </p:txBody>
      </p:sp>
      <p:grpSp>
        <p:nvGrpSpPr>
          <p:cNvPr id="2188" name="Google Shape;2188;p48"/>
          <p:cNvGrpSpPr/>
          <p:nvPr/>
        </p:nvGrpSpPr>
        <p:grpSpPr>
          <a:xfrm flipH="1">
            <a:off x="8049325" y="-496875"/>
            <a:ext cx="556075" cy="1443800"/>
            <a:chOff x="1386400" y="363550"/>
            <a:chExt cx="556075" cy="1443800"/>
          </a:xfrm>
        </p:grpSpPr>
        <p:sp>
          <p:nvSpPr>
            <p:cNvPr id="2189" name="Google Shape;2189;p48"/>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8"/>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8"/>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8"/>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8"/>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8"/>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8"/>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 name="Google Shape;2196;p48"/>
          <p:cNvGrpSpPr/>
          <p:nvPr/>
        </p:nvGrpSpPr>
        <p:grpSpPr>
          <a:xfrm flipH="1">
            <a:off x="1317825" y="3967225"/>
            <a:ext cx="1001750" cy="400925"/>
            <a:chOff x="5136125" y="3433825"/>
            <a:chExt cx="1001750" cy="400925"/>
          </a:xfrm>
        </p:grpSpPr>
        <p:sp>
          <p:nvSpPr>
            <p:cNvPr id="2197" name="Google Shape;2197;p48"/>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8"/>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8"/>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8"/>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 name="Google Shape;2201;p48"/>
          <p:cNvGrpSpPr/>
          <p:nvPr/>
        </p:nvGrpSpPr>
        <p:grpSpPr>
          <a:xfrm flipH="1">
            <a:off x="-48875" y="4029175"/>
            <a:ext cx="1336525" cy="456650"/>
            <a:chOff x="6168050" y="3495775"/>
            <a:chExt cx="1336525" cy="456650"/>
          </a:xfrm>
        </p:grpSpPr>
        <p:sp>
          <p:nvSpPr>
            <p:cNvPr id="2202" name="Google Shape;2202;p48"/>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8"/>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8"/>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8"/>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6" name="Google Shape;2206;p48"/>
          <p:cNvSpPr/>
          <p:nvPr/>
        </p:nvSpPr>
        <p:spPr>
          <a:xfrm flipH="1">
            <a:off x="1834825" y="44587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8"/>
          <p:cNvSpPr/>
          <p:nvPr/>
        </p:nvSpPr>
        <p:spPr>
          <a:xfrm flipH="1">
            <a:off x="1606250" y="4320225"/>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8" name="Google Shape;2208;p48"/>
          <p:cNvGrpSpPr/>
          <p:nvPr/>
        </p:nvGrpSpPr>
        <p:grpSpPr>
          <a:xfrm flipH="1">
            <a:off x="894000" y="4221300"/>
            <a:ext cx="1034550" cy="1077775"/>
            <a:chOff x="5527150" y="3687900"/>
            <a:chExt cx="1034550" cy="1077775"/>
          </a:xfrm>
        </p:grpSpPr>
        <p:sp>
          <p:nvSpPr>
            <p:cNvPr id="2209" name="Google Shape;2209;p48"/>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8"/>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8"/>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8"/>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8"/>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8"/>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 name="Google Shape;2215;p48"/>
          <p:cNvGrpSpPr/>
          <p:nvPr/>
        </p:nvGrpSpPr>
        <p:grpSpPr>
          <a:xfrm flipH="1">
            <a:off x="1614575" y="4407700"/>
            <a:ext cx="1300100" cy="889800"/>
            <a:chOff x="4541025" y="3874300"/>
            <a:chExt cx="1300100" cy="889800"/>
          </a:xfrm>
        </p:grpSpPr>
        <p:sp>
          <p:nvSpPr>
            <p:cNvPr id="2216" name="Google Shape;2216;p48"/>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8"/>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8"/>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8"/>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8"/>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1" name="Google Shape;2221;p48"/>
          <p:cNvGrpSpPr/>
          <p:nvPr/>
        </p:nvGrpSpPr>
        <p:grpSpPr>
          <a:xfrm flipH="1">
            <a:off x="-400850" y="3460125"/>
            <a:ext cx="1552075" cy="1656725"/>
            <a:chOff x="6304475" y="2926725"/>
            <a:chExt cx="1552075" cy="1656725"/>
          </a:xfrm>
        </p:grpSpPr>
        <p:sp>
          <p:nvSpPr>
            <p:cNvPr id="2222" name="Google Shape;2222;p48"/>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8"/>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8"/>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8"/>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8"/>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8"/>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8"/>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8"/>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 name="Google Shape;2230;p48"/>
          <p:cNvGrpSpPr/>
          <p:nvPr/>
        </p:nvGrpSpPr>
        <p:grpSpPr>
          <a:xfrm flipH="1">
            <a:off x="7524796" y="-604125"/>
            <a:ext cx="942400" cy="1626525"/>
            <a:chOff x="1959125" y="256300"/>
            <a:chExt cx="942400" cy="1626525"/>
          </a:xfrm>
        </p:grpSpPr>
        <p:sp>
          <p:nvSpPr>
            <p:cNvPr id="2231" name="Google Shape;2231;p48"/>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8"/>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8"/>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8"/>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8"/>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 name="Google Shape;2236;p48"/>
          <p:cNvGrpSpPr/>
          <p:nvPr/>
        </p:nvGrpSpPr>
        <p:grpSpPr>
          <a:xfrm flipH="1">
            <a:off x="7227171" y="-599425"/>
            <a:ext cx="508175" cy="1310475"/>
            <a:chOff x="2767175" y="261000"/>
            <a:chExt cx="508175" cy="1310475"/>
          </a:xfrm>
        </p:grpSpPr>
        <p:sp>
          <p:nvSpPr>
            <p:cNvPr id="2237" name="Google Shape;2237;p48"/>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8"/>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8"/>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8"/>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8"/>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 name="Google Shape;2242;p48"/>
          <p:cNvGrpSpPr/>
          <p:nvPr/>
        </p:nvGrpSpPr>
        <p:grpSpPr>
          <a:xfrm>
            <a:off x="8009090" y="1017713"/>
            <a:ext cx="508200" cy="508200"/>
            <a:chOff x="8009090" y="1017713"/>
            <a:chExt cx="508200" cy="508200"/>
          </a:xfrm>
        </p:grpSpPr>
        <p:sp>
          <p:nvSpPr>
            <p:cNvPr id="2243" name="Google Shape;2243;p48"/>
            <p:cNvSpPr/>
            <p:nvPr/>
          </p:nvSpPr>
          <p:spPr>
            <a:xfrm flipH="1">
              <a:off x="8009090" y="1017713"/>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4" name="Google Shape;2244;p48"/>
            <p:cNvGrpSpPr/>
            <p:nvPr/>
          </p:nvGrpSpPr>
          <p:grpSpPr>
            <a:xfrm>
              <a:off x="8119094" y="1118222"/>
              <a:ext cx="307770" cy="306914"/>
              <a:chOff x="1003963" y="2401738"/>
              <a:chExt cx="341625" cy="340675"/>
            </a:xfrm>
          </p:grpSpPr>
          <p:sp>
            <p:nvSpPr>
              <p:cNvPr id="2245" name="Google Shape;2245;p48"/>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8"/>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8"/>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48" name="Google Shape;2248;p48"/>
          <p:cNvGrpSpPr/>
          <p:nvPr/>
        </p:nvGrpSpPr>
        <p:grpSpPr>
          <a:xfrm>
            <a:off x="686477" y="3035250"/>
            <a:ext cx="504000" cy="504000"/>
            <a:chOff x="686477" y="3035250"/>
            <a:chExt cx="504000" cy="504000"/>
          </a:xfrm>
        </p:grpSpPr>
        <p:sp>
          <p:nvSpPr>
            <p:cNvPr id="2249" name="Google Shape;2249;p48"/>
            <p:cNvSpPr/>
            <p:nvPr/>
          </p:nvSpPr>
          <p:spPr>
            <a:xfrm flipH="1">
              <a:off x="686477" y="3035250"/>
              <a:ext cx="504000" cy="5040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0" name="Google Shape;2250;p48"/>
            <p:cNvGrpSpPr/>
            <p:nvPr/>
          </p:nvGrpSpPr>
          <p:grpSpPr>
            <a:xfrm>
              <a:off x="794275" y="3116685"/>
              <a:ext cx="288998" cy="341075"/>
              <a:chOff x="7121363" y="1041963"/>
              <a:chExt cx="287875" cy="339750"/>
            </a:xfrm>
          </p:grpSpPr>
          <p:sp>
            <p:nvSpPr>
              <p:cNvPr id="2251" name="Google Shape;2251;p48"/>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8"/>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8"/>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257"/>
        <p:cNvGrpSpPr/>
        <p:nvPr/>
      </p:nvGrpSpPr>
      <p:grpSpPr>
        <a:xfrm>
          <a:off x="0" y="0"/>
          <a:ext cx="0" cy="0"/>
          <a:chOff x="0" y="0"/>
          <a:chExt cx="0" cy="0"/>
        </a:xfrm>
      </p:grpSpPr>
      <p:pic>
        <p:nvPicPr>
          <p:cNvPr id="2258" name="Google Shape;2258;p49"/>
          <p:cNvPicPr preferRelativeResize="0">
            <a:picLocks noGrp="1"/>
          </p:cNvPicPr>
          <p:nvPr>
            <p:ph type="pic" idx="2"/>
          </p:nvPr>
        </p:nvPicPr>
        <p:blipFill rotWithShape="1">
          <a:blip r:embed="rId3">
            <a:alphaModFix/>
          </a:blip>
          <a:srcRect t="7834" b="7834"/>
          <a:stretch/>
        </p:blipFill>
        <p:spPr>
          <a:xfrm>
            <a:off x="0" y="0"/>
            <a:ext cx="9144003" cy="5143499"/>
          </a:xfrm>
          <a:prstGeom prst="rect">
            <a:avLst/>
          </a:prstGeom>
        </p:spPr>
      </p:pic>
      <p:sp>
        <p:nvSpPr>
          <p:cNvPr id="2259" name="Google Shape;2259;p49"/>
          <p:cNvSpPr txBox="1">
            <a:spLocks noGrp="1"/>
          </p:cNvSpPr>
          <p:nvPr>
            <p:ph type="title"/>
          </p:nvPr>
        </p:nvSpPr>
        <p:spPr>
          <a:xfrm>
            <a:off x="1857000" y="3752225"/>
            <a:ext cx="5430000" cy="85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Una imagen vale más que mil palabras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263"/>
        <p:cNvGrpSpPr/>
        <p:nvPr/>
      </p:nvGrpSpPr>
      <p:grpSpPr>
        <a:xfrm>
          <a:off x="0" y="0"/>
          <a:ext cx="0" cy="0"/>
          <a:chOff x="0" y="0"/>
          <a:chExt cx="0" cy="0"/>
        </a:xfrm>
      </p:grpSpPr>
      <p:pic>
        <p:nvPicPr>
          <p:cNvPr id="2264" name="Google Shape;2264;p50"/>
          <p:cNvPicPr preferRelativeResize="0">
            <a:picLocks noGrp="1"/>
          </p:cNvPicPr>
          <p:nvPr>
            <p:ph type="pic" idx="2"/>
          </p:nvPr>
        </p:nvPicPr>
        <p:blipFill rotWithShape="1">
          <a:blip r:embed="rId3">
            <a:alphaModFix/>
          </a:blip>
          <a:srcRect l="16632" r="16625"/>
          <a:stretch/>
        </p:blipFill>
        <p:spPr>
          <a:xfrm>
            <a:off x="5238550" y="977250"/>
            <a:ext cx="3192300" cy="3188700"/>
          </a:xfrm>
          <a:prstGeom prst="ellipse">
            <a:avLst/>
          </a:prstGeom>
        </p:spPr>
      </p:pic>
      <p:sp>
        <p:nvSpPr>
          <p:cNvPr id="2265" name="Google Shape;2265;p50"/>
          <p:cNvSpPr txBox="1">
            <a:spLocks noGrp="1"/>
          </p:cNvSpPr>
          <p:nvPr>
            <p:ph type="title"/>
          </p:nvPr>
        </p:nvSpPr>
        <p:spPr>
          <a:xfrm>
            <a:off x="720000" y="1226400"/>
            <a:ext cx="3965400" cy="163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Una imagen siempre refuerza el concepto</a:t>
            </a:r>
            <a:endParaRPr/>
          </a:p>
        </p:txBody>
      </p:sp>
      <p:sp>
        <p:nvSpPr>
          <p:cNvPr id="2266" name="Google Shape;2266;p50"/>
          <p:cNvSpPr txBox="1">
            <a:spLocks noGrp="1"/>
          </p:cNvSpPr>
          <p:nvPr>
            <p:ph type="subTitle" idx="1"/>
          </p:nvPr>
        </p:nvSpPr>
        <p:spPr>
          <a:xfrm>
            <a:off x="720000" y="3086998"/>
            <a:ext cx="3965400" cy="83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Las imágenes revelan grandes cantidades de datos, así que recuerda: usa una imagen en lugar de textos largos</a:t>
            </a:r>
            <a:endParaRPr/>
          </a:p>
        </p:txBody>
      </p:sp>
      <p:grpSp>
        <p:nvGrpSpPr>
          <p:cNvPr id="2267" name="Google Shape;2267;p50"/>
          <p:cNvGrpSpPr/>
          <p:nvPr/>
        </p:nvGrpSpPr>
        <p:grpSpPr>
          <a:xfrm rot="10800000">
            <a:off x="5862850" y="4182375"/>
            <a:ext cx="1281850" cy="1633300"/>
            <a:chOff x="2202275" y="654600"/>
            <a:chExt cx="1281850" cy="1633300"/>
          </a:xfrm>
        </p:grpSpPr>
        <p:sp>
          <p:nvSpPr>
            <p:cNvPr id="2268" name="Google Shape;2268;p50"/>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0"/>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0"/>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0"/>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0"/>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0"/>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0"/>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0"/>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50"/>
          <p:cNvGrpSpPr/>
          <p:nvPr/>
        </p:nvGrpSpPr>
        <p:grpSpPr>
          <a:xfrm rot="10800000">
            <a:off x="7205425" y="3815850"/>
            <a:ext cx="1641625" cy="1646825"/>
            <a:chOff x="423725" y="1007600"/>
            <a:chExt cx="1641625" cy="1646825"/>
          </a:xfrm>
        </p:grpSpPr>
        <p:sp>
          <p:nvSpPr>
            <p:cNvPr id="2277" name="Google Shape;2277;p50"/>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0"/>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0"/>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0"/>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0"/>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0"/>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 name="Google Shape;2283;p50"/>
          <p:cNvGrpSpPr/>
          <p:nvPr/>
        </p:nvGrpSpPr>
        <p:grpSpPr>
          <a:xfrm rot="10800000">
            <a:off x="8079775" y="3274375"/>
            <a:ext cx="595625" cy="2708950"/>
            <a:chOff x="671575" y="486950"/>
            <a:chExt cx="595625" cy="2708950"/>
          </a:xfrm>
        </p:grpSpPr>
        <p:sp>
          <p:nvSpPr>
            <p:cNvPr id="2284" name="Google Shape;2284;p50"/>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0"/>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0"/>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0"/>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0"/>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0"/>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0" name="Google Shape;2290;p50"/>
          <p:cNvGrpSpPr/>
          <p:nvPr/>
        </p:nvGrpSpPr>
        <p:grpSpPr>
          <a:xfrm rot="10800000">
            <a:off x="7793925" y="3454000"/>
            <a:ext cx="647725" cy="2014925"/>
            <a:chOff x="905325" y="1001350"/>
            <a:chExt cx="647725" cy="2014925"/>
          </a:xfrm>
        </p:grpSpPr>
        <p:sp>
          <p:nvSpPr>
            <p:cNvPr id="2291" name="Google Shape;2291;p50"/>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0"/>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0"/>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0"/>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0"/>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0"/>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0"/>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0"/>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0"/>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0"/>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0"/>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0"/>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0"/>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0"/>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 name="Google Shape;2305;p50"/>
          <p:cNvGrpSpPr/>
          <p:nvPr/>
        </p:nvGrpSpPr>
        <p:grpSpPr>
          <a:xfrm>
            <a:off x="7234000" y="3802463"/>
            <a:ext cx="368400" cy="368400"/>
            <a:chOff x="7234000" y="3802463"/>
            <a:chExt cx="368400" cy="368400"/>
          </a:xfrm>
        </p:grpSpPr>
        <p:sp>
          <p:nvSpPr>
            <p:cNvPr id="2306" name="Google Shape;2306;p50"/>
            <p:cNvSpPr/>
            <p:nvPr/>
          </p:nvSpPr>
          <p:spPr>
            <a:xfrm>
              <a:off x="7234000" y="380246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7" name="Google Shape;2307;p50"/>
            <p:cNvGrpSpPr/>
            <p:nvPr/>
          </p:nvGrpSpPr>
          <p:grpSpPr>
            <a:xfrm>
              <a:off x="7281305" y="3885546"/>
              <a:ext cx="273799" cy="202254"/>
              <a:chOff x="1667188" y="1041663"/>
              <a:chExt cx="373125" cy="275625"/>
            </a:xfrm>
          </p:grpSpPr>
          <p:sp>
            <p:nvSpPr>
              <p:cNvPr id="2308" name="Google Shape;2308;p50"/>
              <p:cNvSpPr/>
              <p:nvPr/>
            </p:nvSpPr>
            <p:spPr>
              <a:xfrm>
                <a:off x="1803838" y="1121888"/>
                <a:ext cx="100600" cy="195400"/>
              </a:xfrm>
              <a:custGeom>
                <a:avLst/>
                <a:gdLst/>
                <a:ahLst/>
                <a:cxnLst/>
                <a:rect l="l" t="t" r="r" b="b"/>
                <a:pathLst>
                  <a:path w="4024" h="7816" extrusionOk="0">
                    <a:moveTo>
                      <a:pt x="1997" y="0"/>
                    </a:moveTo>
                    <a:cubicBezTo>
                      <a:pt x="338" y="31"/>
                      <a:pt x="1" y="2395"/>
                      <a:pt x="1628" y="2856"/>
                    </a:cubicBezTo>
                    <a:lnTo>
                      <a:pt x="1628" y="7401"/>
                    </a:lnTo>
                    <a:cubicBezTo>
                      <a:pt x="1628" y="7677"/>
                      <a:pt x="1828" y="7815"/>
                      <a:pt x="2027" y="7815"/>
                    </a:cubicBezTo>
                    <a:cubicBezTo>
                      <a:pt x="2227" y="7815"/>
                      <a:pt x="2426" y="7677"/>
                      <a:pt x="2426" y="7401"/>
                    </a:cubicBezTo>
                    <a:lnTo>
                      <a:pt x="2426" y="2856"/>
                    </a:lnTo>
                    <a:cubicBezTo>
                      <a:pt x="4023" y="2395"/>
                      <a:pt x="3716" y="31"/>
                      <a:pt x="20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0"/>
              <p:cNvSpPr/>
              <p:nvPr/>
            </p:nvSpPr>
            <p:spPr>
              <a:xfrm>
                <a:off x="1763163" y="1102113"/>
                <a:ext cx="51625" cy="118025"/>
              </a:xfrm>
              <a:custGeom>
                <a:avLst/>
                <a:gdLst/>
                <a:ahLst/>
                <a:cxnLst/>
                <a:rect l="l" t="t" r="r" b="b"/>
                <a:pathLst>
                  <a:path w="2065" h="4721" extrusionOk="0">
                    <a:moveTo>
                      <a:pt x="1505" y="1"/>
                    </a:moveTo>
                    <a:cubicBezTo>
                      <a:pt x="1405" y="1"/>
                      <a:pt x="1305" y="39"/>
                      <a:pt x="1228" y="116"/>
                    </a:cubicBezTo>
                    <a:cubicBezTo>
                      <a:pt x="0" y="1344"/>
                      <a:pt x="0" y="3371"/>
                      <a:pt x="1228" y="4599"/>
                    </a:cubicBezTo>
                    <a:cubicBezTo>
                      <a:pt x="1314" y="4684"/>
                      <a:pt x="1409" y="4720"/>
                      <a:pt x="1500" y="4720"/>
                    </a:cubicBezTo>
                    <a:cubicBezTo>
                      <a:pt x="1803" y="4720"/>
                      <a:pt x="2064" y="4322"/>
                      <a:pt x="1781" y="4016"/>
                    </a:cubicBezTo>
                    <a:cubicBezTo>
                      <a:pt x="860" y="3094"/>
                      <a:pt x="860" y="1620"/>
                      <a:pt x="1781" y="669"/>
                    </a:cubicBezTo>
                    <a:cubicBezTo>
                      <a:pt x="1965" y="546"/>
                      <a:pt x="1965" y="269"/>
                      <a:pt x="1781" y="116"/>
                    </a:cubicBezTo>
                    <a:cubicBezTo>
                      <a:pt x="1704" y="39"/>
                      <a:pt x="1605" y="1"/>
                      <a:pt x="15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0"/>
              <p:cNvSpPr/>
              <p:nvPr/>
            </p:nvSpPr>
            <p:spPr>
              <a:xfrm>
                <a:off x="1892738" y="1101963"/>
                <a:ext cx="52375" cy="117400"/>
              </a:xfrm>
              <a:custGeom>
                <a:avLst/>
                <a:gdLst/>
                <a:ahLst/>
                <a:cxnLst/>
                <a:rect l="l" t="t" r="r" b="b"/>
                <a:pathLst>
                  <a:path w="2095" h="4696" extrusionOk="0">
                    <a:moveTo>
                      <a:pt x="589" y="0"/>
                    </a:moveTo>
                    <a:cubicBezTo>
                      <a:pt x="278" y="0"/>
                      <a:pt x="0" y="392"/>
                      <a:pt x="283" y="675"/>
                    </a:cubicBezTo>
                    <a:cubicBezTo>
                      <a:pt x="1204" y="1596"/>
                      <a:pt x="1204" y="3100"/>
                      <a:pt x="283" y="4022"/>
                    </a:cubicBezTo>
                    <a:cubicBezTo>
                      <a:pt x="0" y="4304"/>
                      <a:pt x="278" y="4696"/>
                      <a:pt x="589" y="4696"/>
                    </a:cubicBezTo>
                    <a:cubicBezTo>
                      <a:pt x="683" y="4696"/>
                      <a:pt x="781" y="4660"/>
                      <a:pt x="866" y="4574"/>
                    </a:cubicBezTo>
                    <a:cubicBezTo>
                      <a:pt x="2095" y="3346"/>
                      <a:pt x="2095" y="1350"/>
                      <a:pt x="866" y="122"/>
                    </a:cubicBezTo>
                    <a:cubicBezTo>
                      <a:pt x="781" y="36"/>
                      <a:pt x="683"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0"/>
              <p:cNvSpPr/>
              <p:nvPr/>
            </p:nvSpPr>
            <p:spPr>
              <a:xfrm>
                <a:off x="1716338" y="1072013"/>
                <a:ext cx="68500" cy="178050"/>
              </a:xfrm>
              <a:custGeom>
                <a:avLst/>
                <a:gdLst/>
                <a:ahLst/>
                <a:cxnLst/>
                <a:rect l="l" t="t" r="r" b="b"/>
                <a:pathLst>
                  <a:path w="2740" h="7122" extrusionOk="0">
                    <a:moveTo>
                      <a:pt x="2177" y="1"/>
                    </a:moveTo>
                    <a:cubicBezTo>
                      <a:pt x="2085" y="1"/>
                      <a:pt x="1990" y="37"/>
                      <a:pt x="1904" y="122"/>
                    </a:cubicBezTo>
                    <a:cubicBezTo>
                      <a:pt x="0" y="2026"/>
                      <a:pt x="0" y="5097"/>
                      <a:pt x="1904" y="7000"/>
                    </a:cubicBezTo>
                    <a:cubicBezTo>
                      <a:pt x="1989" y="7086"/>
                      <a:pt x="2084" y="7122"/>
                      <a:pt x="2175" y="7122"/>
                    </a:cubicBezTo>
                    <a:cubicBezTo>
                      <a:pt x="2479" y="7122"/>
                      <a:pt x="2740" y="6724"/>
                      <a:pt x="2457" y="6417"/>
                    </a:cubicBezTo>
                    <a:cubicBezTo>
                      <a:pt x="860" y="4851"/>
                      <a:pt x="860" y="2272"/>
                      <a:pt x="2457" y="675"/>
                    </a:cubicBezTo>
                    <a:cubicBezTo>
                      <a:pt x="2739" y="392"/>
                      <a:pt x="2480" y="1"/>
                      <a:pt x="2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0"/>
              <p:cNvSpPr/>
              <p:nvPr/>
            </p:nvSpPr>
            <p:spPr>
              <a:xfrm>
                <a:off x="1922838" y="1072013"/>
                <a:ext cx="69100" cy="178050"/>
              </a:xfrm>
              <a:custGeom>
                <a:avLst/>
                <a:gdLst/>
                <a:ahLst/>
                <a:cxnLst/>
                <a:rect l="l" t="t" r="r" b="b"/>
                <a:pathLst>
                  <a:path w="2764" h="7122" extrusionOk="0">
                    <a:moveTo>
                      <a:pt x="583" y="1"/>
                    </a:moveTo>
                    <a:cubicBezTo>
                      <a:pt x="273" y="1"/>
                      <a:pt x="1" y="392"/>
                      <a:pt x="307" y="675"/>
                    </a:cubicBezTo>
                    <a:cubicBezTo>
                      <a:pt x="1873" y="2272"/>
                      <a:pt x="1873" y="4851"/>
                      <a:pt x="307" y="6448"/>
                    </a:cubicBezTo>
                    <a:cubicBezTo>
                      <a:pt x="1" y="6731"/>
                      <a:pt x="273" y="7122"/>
                      <a:pt x="583" y="7122"/>
                    </a:cubicBezTo>
                    <a:cubicBezTo>
                      <a:pt x="677" y="7122"/>
                      <a:pt x="774" y="7086"/>
                      <a:pt x="860" y="7000"/>
                    </a:cubicBezTo>
                    <a:cubicBezTo>
                      <a:pt x="2764" y="5097"/>
                      <a:pt x="2764" y="2026"/>
                      <a:pt x="860" y="122"/>
                    </a:cubicBezTo>
                    <a:cubicBezTo>
                      <a:pt x="774" y="37"/>
                      <a:pt x="677" y="1"/>
                      <a:pt x="5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0"/>
              <p:cNvSpPr/>
              <p:nvPr/>
            </p:nvSpPr>
            <p:spPr>
              <a:xfrm>
                <a:off x="1667188" y="1041663"/>
                <a:ext cx="87675" cy="238675"/>
              </a:xfrm>
              <a:custGeom>
                <a:avLst/>
                <a:gdLst/>
                <a:ahLst/>
                <a:cxnLst/>
                <a:rect l="l" t="t" r="r" b="b"/>
                <a:pathLst>
                  <a:path w="3507" h="9547" extrusionOk="0">
                    <a:moveTo>
                      <a:pt x="2933" y="1"/>
                    </a:moveTo>
                    <a:cubicBezTo>
                      <a:pt x="2835" y="1"/>
                      <a:pt x="2732" y="41"/>
                      <a:pt x="2642" y="139"/>
                    </a:cubicBezTo>
                    <a:cubicBezTo>
                      <a:pt x="1" y="2657"/>
                      <a:pt x="1" y="6894"/>
                      <a:pt x="2642" y="9412"/>
                    </a:cubicBezTo>
                    <a:cubicBezTo>
                      <a:pt x="2729" y="9507"/>
                      <a:pt x="2829" y="9546"/>
                      <a:pt x="2925" y="9546"/>
                    </a:cubicBezTo>
                    <a:cubicBezTo>
                      <a:pt x="3234" y="9546"/>
                      <a:pt x="3506" y="9140"/>
                      <a:pt x="3225" y="8859"/>
                    </a:cubicBezTo>
                    <a:cubicBezTo>
                      <a:pt x="891" y="6618"/>
                      <a:pt x="891" y="2902"/>
                      <a:pt x="3225" y="692"/>
                    </a:cubicBezTo>
                    <a:cubicBezTo>
                      <a:pt x="3504" y="390"/>
                      <a:pt x="3238" y="1"/>
                      <a:pt x="29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0"/>
              <p:cNvSpPr/>
              <p:nvPr/>
            </p:nvSpPr>
            <p:spPr>
              <a:xfrm>
                <a:off x="1952788" y="1042088"/>
                <a:ext cx="87525" cy="237925"/>
              </a:xfrm>
              <a:custGeom>
                <a:avLst/>
                <a:gdLst/>
                <a:ahLst/>
                <a:cxnLst/>
                <a:rect l="l" t="t" r="r" b="b"/>
                <a:pathLst>
                  <a:path w="3501" h="9517" extrusionOk="0">
                    <a:moveTo>
                      <a:pt x="583" y="0"/>
                    </a:moveTo>
                    <a:cubicBezTo>
                      <a:pt x="273" y="0"/>
                      <a:pt x="0" y="392"/>
                      <a:pt x="307" y="675"/>
                    </a:cubicBezTo>
                    <a:cubicBezTo>
                      <a:pt x="2610" y="2885"/>
                      <a:pt x="2610" y="6601"/>
                      <a:pt x="307" y="8842"/>
                    </a:cubicBezTo>
                    <a:cubicBezTo>
                      <a:pt x="0" y="9125"/>
                      <a:pt x="273" y="9517"/>
                      <a:pt x="583" y="9517"/>
                    </a:cubicBezTo>
                    <a:cubicBezTo>
                      <a:pt x="676" y="9517"/>
                      <a:pt x="774" y="9481"/>
                      <a:pt x="859" y="9395"/>
                    </a:cubicBezTo>
                    <a:cubicBezTo>
                      <a:pt x="3500" y="6877"/>
                      <a:pt x="3500" y="2640"/>
                      <a:pt x="859" y="122"/>
                    </a:cubicBezTo>
                    <a:cubicBezTo>
                      <a:pt x="774" y="36"/>
                      <a:pt x="676" y="0"/>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318"/>
        <p:cNvGrpSpPr/>
        <p:nvPr/>
      </p:nvGrpSpPr>
      <p:grpSpPr>
        <a:xfrm>
          <a:off x="0" y="0"/>
          <a:ext cx="0" cy="0"/>
          <a:chOff x="0" y="0"/>
          <a:chExt cx="0" cy="0"/>
        </a:xfrm>
      </p:grpSpPr>
      <p:grpSp>
        <p:nvGrpSpPr>
          <p:cNvPr id="2319" name="Google Shape;2319;p51"/>
          <p:cNvGrpSpPr/>
          <p:nvPr/>
        </p:nvGrpSpPr>
        <p:grpSpPr>
          <a:xfrm rot="10800000" flipH="1">
            <a:off x="283843" y="3917750"/>
            <a:ext cx="1641625" cy="1697325"/>
            <a:chOff x="423725" y="1007600"/>
            <a:chExt cx="1641625" cy="1697325"/>
          </a:xfrm>
        </p:grpSpPr>
        <p:sp>
          <p:nvSpPr>
            <p:cNvPr id="2320" name="Google Shape;2320;p51"/>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1"/>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1"/>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1"/>
            <p:cNvSpPr/>
            <p:nvPr/>
          </p:nvSpPr>
          <p:spPr>
            <a:xfrm>
              <a:off x="1837300" y="2654400"/>
              <a:ext cx="50525" cy="50525"/>
            </a:xfrm>
            <a:custGeom>
              <a:avLst/>
              <a:gdLst/>
              <a:ahLst/>
              <a:cxnLst/>
              <a:rect l="l" t="t" r="r" b="b"/>
              <a:pathLst>
                <a:path w="2021" h="2021" fill="none" extrusionOk="0">
                  <a:moveTo>
                    <a:pt x="2020" y="1021"/>
                  </a:moveTo>
                  <a:cubicBezTo>
                    <a:pt x="2020" y="1563"/>
                    <a:pt x="1562" y="2021"/>
                    <a:pt x="1000" y="2021"/>
                  </a:cubicBezTo>
                  <a:cubicBezTo>
                    <a:pt x="458" y="2021"/>
                    <a:pt x="0" y="1563"/>
                    <a:pt x="0" y="1021"/>
                  </a:cubicBezTo>
                  <a:cubicBezTo>
                    <a:pt x="0" y="459"/>
                    <a:pt x="458" y="1"/>
                    <a:pt x="1000"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1"/>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1"/>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1"/>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7" name="Google Shape;2327;p51"/>
          <p:cNvSpPr txBox="1">
            <a:spLocks noGrp="1"/>
          </p:cNvSpPr>
          <p:nvPr>
            <p:ph type="title"/>
          </p:nvPr>
        </p:nvSpPr>
        <p:spPr>
          <a:xfrm>
            <a:off x="2171325" y="1649338"/>
            <a:ext cx="4801500" cy="1010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4,498,300</a:t>
            </a:r>
            <a:endParaRPr/>
          </a:p>
        </p:txBody>
      </p:sp>
      <p:sp>
        <p:nvSpPr>
          <p:cNvPr id="2328" name="Google Shape;2328;p51"/>
          <p:cNvSpPr txBox="1">
            <a:spLocks noGrp="1"/>
          </p:cNvSpPr>
          <p:nvPr>
            <p:ph type="subTitle" idx="1"/>
          </p:nvPr>
        </p:nvSpPr>
        <p:spPr>
          <a:xfrm>
            <a:off x="2171325" y="2812563"/>
            <a:ext cx="4801500" cy="681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Las cifras grandes pueden ayudarte a captar la atención del público</a:t>
            </a:r>
            <a:endParaRPr/>
          </a:p>
        </p:txBody>
      </p:sp>
      <p:grpSp>
        <p:nvGrpSpPr>
          <p:cNvPr id="2329" name="Google Shape;2329;p51"/>
          <p:cNvGrpSpPr/>
          <p:nvPr/>
        </p:nvGrpSpPr>
        <p:grpSpPr>
          <a:xfrm rot="10800000" flipH="1">
            <a:off x="7852775" y="1004850"/>
            <a:ext cx="1291225" cy="1202725"/>
            <a:chOff x="6773575" y="2030675"/>
            <a:chExt cx="1291225" cy="1202725"/>
          </a:xfrm>
        </p:grpSpPr>
        <p:sp>
          <p:nvSpPr>
            <p:cNvPr id="2330" name="Google Shape;2330;p51"/>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1"/>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1"/>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1"/>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4" name="Google Shape;2334;p51"/>
          <p:cNvGrpSpPr/>
          <p:nvPr/>
        </p:nvGrpSpPr>
        <p:grpSpPr>
          <a:xfrm rot="10800000" flipH="1">
            <a:off x="6077875" y="-527925"/>
            <a:ext cx="1199075" cy="1453650"/>
            <a:chOff x="4998675" y="3312525"/>
            <a:chExt cx="1199075" cy="1453650"/>
          </a:xfrm>
        </p:grpSpPr>
        <p:sp>
          <p:nvSpPr>
            <p:cNvPr id="2335" name="Google Shape;2335;p51"/>
            <p:cNvSpPr/>
            <p:nvPr/>
          </p:nvSpPr>
          <p:spPr>
            <a:xfrm>
              <a:off x="5017425" y="3346875"/>
              <a:ext cx="1150650" cy="1419300"/>
            </a:xfrm>
            <a:custGeom>
              <a:avLst/>
              <a:gdLst/>
              <a:ahLst/>
              <a:cxnLst/>
              <a:rect l="l" t="t" r="r" b="b"/>
              <a:pathLst>
                <a:path w="46026" h="56772" fill="none" extrusionOk="0">
                  <a:moveTo>
                    <a:pt x="46026" y="56772"/>
                  </a:moveTo>
                  <a:lnTo>
                    <a:pt x="46026" y="13038"/>
                  </a:lnTo>
                  <a:cubicBezTo>
                    <a:pt x="46026" y="11309"/>
                    <a:pt x="44630" y="9914"/>
                    <a:pt x="42902" y="9914"/>
                  </a:cubicBezTo>
                  <a:lnTo>
                    <a:pt x="3124" y="9914"/>
                  </a:lnTo>
                  <a:cubicBezTo>
                    <a:pt x="1396" y="9914"/>
                    <a:pt x="1" y="8518"/>
                    <a:pt x="1" y="6790"/>
                  </a:cubicBez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1"/>
            <p:cNvSpPr/>
            <p:nvPr/>
          </p:nvSpPr>
          <p:spPr>
            <a:xfrm>
              <a:off x="4998675" y="3312525"/>
              <a:ext cx="37525" cy="37500"/>
            </a:xfrm>
            <a:custGeom>
              <a:avLst/>
              <a:gdLst/>
              <a:ahLst/>
              <a:cxnLst/>
              <a:rect l="l" t="t" r="r" b="b"/>
              <a:pathLst>
                <a:path w="1501" h="1500" extrusionOk="0">
                  <a:moveTo>
                    <a:pt x="751" y="0"/>
                  </a:moveTo>
                  <a:cubicBezTo>
                    <a:pt x="334" y="0"/>
                    <a:pt x="1" y="333"/>
                    <a:pt x="1" y="750"/>
                  </a:cubicBezTo>
                  <a:cubicBezTo>
                    <a:pt x="1" y="1166"/>
                    <a:pt x="334" y="1500"/>
                    <a:pt x="751" y="1500"/>
                  </a:cubicBezTo>
                  <a:cubicBezTo>
                    <a:pt x="1167" y="1500"/>
                    <a:pt x="1500" y="1166"/>
                    <a:pt x="1500" y="750"/>
                  </a:cubicBezTo>
                  <a:cubicBezTo>
                    <a:pt x="1500" y="333"/>
                    <a:pt x="1167" y="0"/>
                    <a:pt x="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1"/>
            <p:cNvSpPr/>
            <p:nvPr/>
          </p:nvSpPr>
          <p:spPr>
            <a:xfrm>
              <a:off x="6138375" y="3889400"/>
              <a:ext cx="59375" cy="59375"/>
            </a:xfrm>
            <a:custGeom>
              <a:avLst/>
              <a:gdLst/>
              <a:ahLst/>
              <a:cxnLst/>
              <a:rect l="l" t="t" r="r" b="b"/>
              <a:pathLst>
                <a:path w="2375" h="2375" extrusionOk="0">
                  <a:moveTo>
                    <a:pt x="1188" y="0"/>
                  </a:moveTo>
                  <a:cubicBezTo>
                    <a:pt x="521" y="0"/>
                    <a:pt x="1" y="542"/>
                    <a:pt x="1" y="1187"/>
                  </a:cubicBezTo>
                  <a:cubicBezTo>
                    <a:pt x="1" y="1854"/>
                    <a:pt x="521" y="2374"/>
                    <a:pt x="1188" y="2374"/>
                  </a:cubicBezTo>
                  <a:cubicBezTo>
                    <a:pt x="1833" y="2374"/>
                    <a:pt x="2375" y="1854"/>
                    <a:pt x="2375" y="1187"/>
                  </a:cubicBezTo>
                  <a:cubicBezTo>
                    <a:pt x="2375" y="542"/>
                    <a:pt x="1833" y="0"/>
                    <a:pt x="1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8" name="Google Shape;2338;p51"/>
          <p:cNvGrpSpPr/>
          <p:nvPr/>
        </p:nvGrpSpPr>
        <p:grpSpPr>
          <a:xfrm rot="10800000" flipH="1">
            <a:off x="6435050" y="624775"/>
            <a:ext cx="636250" cy="487350"/>
            <a:chOff x="5355850" y="3126125"/>
            <a:chExt cx="636250" cy="487350"/>
          </a:xfrm>
        </p:grpSpPr>
        <p:sp>
          <p:nvSpPr>
            <p:cNvPr id="2339" name="Google Shape;2339;p51"/>
            <p:cNvSpPr/>
            <p:nvPr/>
          </p:nvSpPr>
          <p:spPr>
            <a:xfrm>
              <a:off x="5406350" y="3151625"/>
              <a:ext cx="535775" cy="236400"/>
            </a:xfrm>
            <a:custGeom>
              <a:avLst/>
              <a:gdLst/>
              <a:ahLst/>
              <a:cxnLst/>
              <a:rect l="l" t="t" r="r" b="b"/>
              <a:pathLst>
                <a:path w="21431" h="9456" fill="none" extrusionOk="0">
                  <a:moveTo>
                    <a:pt x="15412" y="1"/>
                  </a:moveTo>
                  <a:lnTo>
                    <a:pt x="3124" y="1"/>
                  </a:lnTo>
                  <a:cubicBezTo>
                    <a:pt x="1396" y="1"/>
                    <a:pt x="1" y="1396"/>
                    <a:pt x="1" y="3125"/>
                  </a:cubicBezTo>
                  <a:lnTo>
                    <a:pt x="1" y="6332"/>
                  </a:lnTo>
                  <a:cubicBezTo>
                    <a:pt x="1" y="8061"/>
                    <a:pt x="1396" y="9456"/>
                    <a:pt x="3124" y="9456"/>
                  </a:cubicBezTo>
                  <a:lnTo>
                    <a:pt x="21430" y="945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1"/>
            <p:cNvSpPr/>
            <p:nvPr/>
          </p:nvSpPr>
          <p:spPr>
            <a:xfrm>
              <a:off x="5406350" y="3312525"/>
              <a:ext cx="25" cy="282200"/>
            </a:xfrm>
            <a:custGeom>
              <a:avLst/>
              <a:gdLst/>
              <a:ahLst/>
              <a:cxnLst/>
              <a:rect l="l" t="t" r="r" b="b"/>
              <a:pathLst>
                <a:path w="1" h="11288" fill="none" extrusionOk="0">
                  <a:moveTo>
                    <a:pt x="1" y="11288"/>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1"/>
            <p:cNvSpPr/>
            <p:nvPr/>
          </p:nvSpPr>
          <p:spPr>
            <a:xfrm>
              <a:off x="5791625" y="3126125"/>
              <a:ext cx="50525" cy="50525"/>
            </a:xfrm>
            <a:custGeom>
              <a:avLst/>
              <a:gdLst/>
              <a:ahLst/>
              <a:cxnLst/>
              <a:rect l="l" t="t" r="r" b="b"/>
              <a:pathLst>
                <a:path w="2021" h="2021" fill="none" extrusionOk="0">
                  <a:moveTo>
                    <a:pt x="2021" y="1021"/>
                  </a:moveTo>
                  <a:cubicBezTo>
                    <a:pt x="2021" y="1562"/>
                    <a:pt x="1563" y="2021"/>
                    <a:pt x="1000" y="2021"/>
                  </a:cubicBezTo>
                  <a:cubicBezTo>
                    <a:pt x="459" y="2021"/>
                    <a:pt x="1" y="1562"/>
                    <a:pt x="1" y="1021"/>
                  </a:cubicBezTo>
                  <a:cubicBezTo>
                    <a:pt x="1" y="459"/>
                    <a:pt x="459" y="0"/>
                    <a:pt x="1000"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1"/>
            <p:cNvSpPr/>
            <p:nvPr/>
          </p:nvSpPr>
          <p:spPr>
            <a:xfrm>
              <a:off x="5355850" y="3296375"/>
              <a:ext cx="101025" cy="101025"/>
            </a:xfrm>
            <a:custGeom>
              <a:avLst/>
              <a:gdLst/>
              <a:ahLst/>
              <a:cxnLst/>
              <a:rect l="l" t="t" r="r" b="b"/>
              <a:pathLst>
                <a:path w="4041" h="4041" extrusionOk="0">
                  <a:moveTo>
                    <a:pt x="2021" y="1"/>
                  </a:moveTo>
                  <a:cubicBezTo>
                    <a:pt x="896" y="1"/>
                    <a:pt x="0" y="896"/>
                    <a:pt x="0" y="2021"/>
                  </a:cubicBezTo>
                  <a:cubicBezTo>
                    <a:pt x="0" y="3145"/>
                    <a:pt x="896" y="4041"/>
                    <a:pt x="2021" y="4041"/>
                  </a:cubicBezTo>
                  <a:cubicBezTo>
                    <a:pt x="3145" y="4041"/>
                    <a:pt x="4041" y="3145"/>
                    <a:pt x="4041" y="2021"/>
                  </a:cubicBezTo>
                  <a:cubicBezTo>
                    <a:pt x="4041" y="896"/>
                    <a:pt x="3145" y="1"/>
                    <a:pt x="20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1"/>
            <p:cNvSpPr/>
            <p:nvPr/>
          </p:nvSpPr>
          <p:spPr>
            <a:xfrm>
              <a:off x="5942100" y="3362500"/>
              <a:ext cx="50000" cy="50525"/>
            </a:xfrm>
            <a:custGeom>
              <a:avLst/>
              <a:gdLst/>
              <a:ahLst/>
              <a:cxnLst/>
              <a:rect l="l" t="t" r="r" b="b"/>
              <a:pathLst>
                <a:path w="2000" h="2021" fill="none" extrusionOk="0">
                  <a:moveTo>
                    <a:pt x="2000" y="1021"/>
                  </a:moveTo>
                  <a:cubicBezTo>
                    <a:pt x="2000" y="1562"/>
                    <a:pt x="1562" y="2021"/>
                    <a:pt x="1000" y="2021"/>
                  </a:cubicBezTo>
                  <a:cubicBezTo>
                    <a:pt x="438" y="2021"/>
                    <a:pt x="0" y="1562"/>
                    <a:pt x="0" y="1021"/>
                  </a:cubicBezTo>
                  <a:cubicBezTo>
                    <a:pt x="0" y="459"/>
                    <a:pt x="438" y="0"/>
                    <a:pt x="1000" y="0"/>
                  </a:cubicBezTo>
                  <a:cubicBezTo>
                    <a:pt x="1562" y="0"/>
                    <a:pt x="2000" y="459"/>
                    <a:pt x="200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1"/>
            <p:cNvSpPr/>
            <p:nvPr/>
          </p:nvSpPr>
          <p:spPr>
            <a:xfrm>
              <a:off x="5387600" y="3575975"/>
              <a:ext cx="37525" cy="37500"/>
            </a:xfrm>
            <a:custGeom>
              <a:avLst/>
              <a:gdLst/>
              <a:ahLst/>
              <a:cxnLst/>
              <a:rect l="l" t="t" r="r" b="b"/>
              <a:pathLst>
                <a:path w="1501" h="1500" extrusionOk="0">
                  <a:moveTo>
                    <a:pt x="751" y="0"/>
                  </a:moveTo>
                  <a:cubicBezTo>
                    <a:pt x="334" y="0"/>
                    <a:pt x="1" y="333"/>
                    <a:pt x="1" y="750"/>
                  </a:cubicBezTo>
                  <a:cubicBezTo>
                    <a:pt x="1" y="1166"/>
                    <a:pt x="334" y="1499"/>
                    <a:pt x="751" y="1499"/>
                  </a:cubicBezTo>
                  <a:cubicBezTo>
                    <a:pt x="1167" y="1499"/>
                    <a:pt x="1500" y="1166"/>
                    <a:pt x="1500" y="750"/>
                  </a:cubicBezTo>
                  <a:cubicBezTo>
                    <a:pt x="1500" y="333"/>
                    <a:pt x="1167" y="0"/>
                    <a:pt x="751" y="0"/>
                  </a:cubicBezTo>
                  <a:close/>
                </a:path>
              </a:pathLst>
            </a:custGeom>
            <a:solidFill>
              <a:srgbClr val="FFFFFF"/>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 name="Google Shape;2345;p51"/>
          <p:cNvGrpSpPr/>
          <p:nvPr/>
        </p:nvGrpSpPr>
        <p:grpSpPr>
          <a:xfrm rot="10800000" flipH="1">
            <a:off x="7383675" y="-345200"/>
            <a:ext cx="1552075" cy="1656725"/>
            <a:chOff x="6304475" y="2926725"/>
            <a:chExt cx="1552075" cy="1656725"/>
          </a:xfrm>
        </p:grpSpPr>
        <p:sp>
          <p:nvSpPr>
            <p:cNvPr id="2346" name="Google Shape;2346;p51"/>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1"/>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1"/>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1"/>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1"/>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1"/>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1"/>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 name="Google Shape;2353;p51"/>
          <p:cNvGrpSpPr/>
          <p:nvPr/>
        </p:nvGrpSpPr>
        <p:grpSpPr>
          <a:xfrm rot="10800000" flipH="1">
            <a:off x="1986193" y="4334775"/>
            <a:ext cx="1281850" cy="1633300"/>
            <a:chOff x="2202275" y="654600"/>
            <a:chExt cx="1281850" cy="1633300"/>
          </a:xfrm>
        </p:grpSpPr>
        <p:sp>
          <p:nvSpPr>
            <p:cNvPr id="2354" name="Google Shape;2354;p51"/>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1"/>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1"/>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1"/>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1"/>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1"/>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1"/>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1"/>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2" name="Google Shape;2362;p51"/>
          <p:cNvGrpSpPr/>
          <p:nvPr/>
        </p:nvGrpSpPr>
        <p:grpSpPr>
          <a:xfrm rot="10800000" flipH="1">
            <a:off x="455493" y="3426775"/>
            <a:ext cx="1055875" cy="2708950"/>
            <a:chOff x="671575" y="486950"/>
            <a:chExt cx="1055875" cy="2708950"/>
          </a:xfrm>
        </p:grpSpPr>
        <p:sp>
          <p:nvSpPr>
            <p:cNvPr id="2363" name="Google Shape;2363;p51"/>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1"/>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1"/>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1"/>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1"/>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1"/>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1"/>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1"/>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51"/>
          <p:cNvGrpSpPr/>
          <p:nvPr/>
        </p:nvGrpSpPr>
        <p:grpSpPr>
          <a:xfrm rot="10800000" flipH="1">
            <a:off x="689243" y="3606400"/>
            <a:ext cx="647725" cy="2014925"/>
            <a:chOff x="905325" y="1001350"/>
            <a:chExt cx="647725" cy="2014925"/>
          </a:xfrm>
        </p:grpSpPr>
        <p:sp>
          <p:nvSpPr>
            <p:cNvPr id="2372" name="Google Shape;2372;p51"/>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1"/>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1"/>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1"/>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1"/>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1"/>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1"/>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1"/>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1"/>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1"/>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1"/>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1"/>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1"/>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1"/>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 name="Google Shape;2386;p51"/>
          <p:cNvGrpSpPr/>
          <p:nvPr/>
        </p:nvGrpSpPr>
        <p:grpSpPr>
          <a:xfrm rot="10800000" flipH="1">
            <a:off x="-13107" y="3587650"/>
            <a:ext cx="1343825" cy="645625"/>
            <a:chOff x="202975" y="2389400"/>
            <a:chExt cx="1343825" cy="645625"/>
          </a:xfrm>
        </p:grpSpPr>
        <p:sp>
          <p:nvSpPr>
            <p:cNvPr id="2387" name="Google Shape;2387;p51"/>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1"/>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 name="Google Shape;2389;p51"/>
          <p:cNvGrpSpPr/>
          <p:nvPr/>
        </p:nvGrpSpPr>
        <p:grpSpPr>
          <a:xfrm>
            <a:off x="4317913" y="381463"/>
            <a:ext cx="508200" cy="508200"/>
            <a:chOff x="4317913" y="381463"/>
            <a:chExt cx="508200" cy="508200"/>
          </a:xfrm>
        </p:grpSpPr>
        <p:sp>
          <p:nvSpPr>
            <p:cNvPr id="2390" name="Google Shape;2390;p51"/>
            <p:cNvSpPr/>
            <p:nvPr/>
          </p:nvSpPr>
          <p:spPr>
            <a:xfrm>
              <a:off x="4317913" y="381463"/>
              <a:ext cx="508200" cy="50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1" name="Google Shape;2391;p51"/>
            <p:cNvGrpSpPr/>
            <p:nvPr/>
          </p:nvGrpSpPr>
          <p:grpSpPr>
            <a:xfrm>
              <a:off x="4420583" y="492115"/>
              <a:ext cx="339464" cy="286898"/>
              <a:chOff x="4404638" y="1042038"/>
              <a:chExt cx="338550" cy="286125"/>
            </a:xfrm>
          </p:grpSpPr>
          <p:sp>
            <p:nvSpPr>
              <p:cNvPr id="2392" name="Google Shape;2392;p51"/>
              <p:cNvSpPr/>
              <p:nvPr/>
            </p:nvSpPr>
            <p:spPr>
              <a:xfrm>
                <a:off x="4404638" y="1042038"/>
                <a:ext cx="245675" cy="286125"/>
              </a:xfrm>
              <a:custGeom>
                <a:avLst/>
                <a:gdLst/>
                <a:ahLst/>
                <a:cxnLst/>
                <a:rect l="l" t="t" r="r" b="b"/>
                <a:pathLst>
                  <a:path w="9827" h="11445" extrusionOk="0">
                    <a:moveTo>
                      <a:pt x="3992" y="3409"/>
                    </a:moveTo>
                    <a:cubicBezTo>
                      <a:pt x="4207" y="3409"/>
                      <a:pt x="4392" y="3563"/>
                      <a:pt x="4422" y="3778"/>
                    </a:cubicBezTo>
                    <a:cubicBezTo>
                      <a:pt x="4422" y="4023"/>
                      <a:pt x="4238" y="4208"/>
                      <a:pt x="4023" y="4208"/>
                    </a:cubicBezTo>
                    <a:lnTo>
                      <a:pt x="3409" y="4208"/>
                    </a:lnTo>
                    <a:cubicBezTo>
                      <a:pt x="3194" y="4208"/>
                      <a:pt x="3010" y="4023"/>
                      <a:pt x="2979" y="3809"/>
                    </a:cubicBezTo>
                    <a:cubicBezTo>
                      <a:pt x="2979" y="3594"/>
                      <a:pt x="3163" y="3409"/>
                      <a:pt x="3378" y="3409"/>
                    </a:cubicBezTo>
                    <a:close/>
                    <a:moveTo>
                      <a:pt x="3777" y="6787"/>
                    </a:moveTo>
                    <a:cubicBezTo>
                      <a:pt x="3992" y="6787"/>
                      <a:pt x="4177" y="6971"/>
                      <a:pt x="4177" y="7186"/>
                    </a:cubicBezTo>
                    <a:cubicBezTo>
                      <a:pt x="4207" y="7401"/>
                      <a:pt x="4023" y="7585"/>
                      <a:pt x="3808" y="7585"/>
                    </a:cubicBezTo>
                    <a:lnTo>
                      <a:pt x="2549" y="7585"/>
                    </a:lnTo>
                    <a:cubicBezTo>
                      <a:pt x="2304" y="7585"/>
                      <a:pt x="2150" y="7432"/>
                      <a:pt x="2119" y="7217"/>
                    </a:cubicBezTo>
                    <a:cubicBezTo>
                      <a:pt x="2089" y="7002"/>
                      <a:pt x="2273" y="6787"/>
                      <a:pt x="2518" y="6787"/>
                    </a:cubicBezTo>
                    <a:close/>
                    <a:moveTo>
                      <a:pt x="5763" y="1"/>
                    </a:moveTo>
                    <a:cubicBezTo>
                      <a:pt x="2827" y="1"/>
                      <a:pt x="1" y="2268"/>
                      <a:pt x="1" y="5712"/>
                    </a:cubicBezTo>
                    <a:cubicBezTo>
                      <a:pt x="1" y="9172"/>
                      <a:pt x="2819" y="11444"/>
                      <a:pt x="5749" y="11444"/>
                    </a:cubicBezTo>
                    <a:cubicBezTo>
                      <a:pt x="7188" y="11444"/>
                      <a:pt x="8654" y="10897"/>
                      <a:pt x="9826" y="9673"/>
                    </a:cubicBezTo>
                    <a:lnTo>
                      <a:pt x="5343" y="9673"/>
                    </a:lnTo>
                    <a:cubicBezTo>
                      <a:pt x="5128" y="9673"/>
                      <a:pt x="4944" y="9520"/>
                      <a:pt x="4944" y="9305"/>
                    </a:cubicBezTo>
                    <a:lnTo>
                      <a:pt x="4944" y="9274"/>
                    </a:lnTo>
                    <a:lnTo>
                      <a:pt x="4944" y="5897"/>
                    </a:lnTo>
                    <a:lnTo>
                      <a:pt x="3808" y="5897"/>
                    </a:lnTo>
                    <a:cubicBezTo>
                      <a:pt x="3593" y="5897"/>
                      <a:pt x="3409" y="5743"/>
                      <a:pt x="3409" y="5528"/>
                    </a:cubicBezTo>
                    <a:cubicBezTo>
                      <a:pt x="3378" y="5282"/>
                      <a:pt x="3562" y="5098"/>
                      <a:pt x="3777" y="5098"/>
                    </a:cubicBezTo>
                    <a:lnTo>
                      <a:pt x="4944" y="5098"/>
                    </a:lnTo>
                    <a:lnTo>
                      <a:pt x="4944" y="2150"/>
                    </a:lnTo>
                    <a:cubicBezTo>
                      <a:pt x="4944" y="1935"/>
                      <a:pt x="5098" y="1751"/>
                      <a:pt x="5313" y="1751"/>
                    </a:cubicBezTo>
                    <a:lnTo>
                      <a:pt x="9826" y="1751"/>
                    </a:lnTo>
                    <a:cubicBezTo>
                      <a:pt x="8657" y="542"/>
                      <a:pt x="7197" y="1"/>
                      <a:pt x="57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1"/>
              <p:cNvSpPr/>
              <p:nvPr/>
            </p:nvSpPr>
            <p:spPr>
              <a:xfrm>
                <a:off x="4561238" y="1105763"/>
                <a:ext cx="169675" cy="66050"/>
              </a:xfrm>
              <a:custGeom>
                <a:avLst/>
                <a:gdLst/>
                <a:ahLst/>
                <a:cxnLst/>
                <a:rect l="l" t="t" r="r" b="b"/>
                <a:pathLst>
                  <a:path w="6787" h="2642" extrusionOk="0">
                    <a:moveTo>
                      <a:pt x="1" y="1"/>
                    </a:moveTo>
                    <a:lnTo>
                      <a:pt x="3440" y="2641"/>
                    </a:lnTo>
                    <a:lnTo>
                      <a:pt x="67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1"/>
              <p:cNvSpPr/>
              <p:nvPr/>
            </p:nvSpPr>
            <p:spPr>
              <a:xfrm>
                <a:off x="4548188" y="1120338"/>
                <a:ext cx="195000" cy="143575"/>
              </a:xfrm>
              <a:custGeom>
                <a:avLst/>
                <a:gdLst/>
                <a:ahLst/>
                <a:cxnLst/>
                <a:rect l="l" t="t" r="r" b="b"/>
                <a:pathLst>
                  <a:path w="7800" h="5743" extrusionOk="0">
                    <a:moveTo>
                      <a:pt x="7800" y="1"/>
                    </a:moveTo>
                    <a:lnTo>
                      <a:pt x="4207" y="2887"/>
                    </a:lnTo>
                    <a:cubicBezTo>
                      <a:pt x="4131" y="2949"/>
                      <a:pt x="4046" y="2979"/>
                      <a:pt x="3962" y="2979"/>
                    </a:cubicBezTo>
                    <a:cubicBezTo>
                      <a:pt x="3877" y="2979"/>
                      <a:pt x="3793" y="2949"/>
                      <a:pt x="3716" y="2887"/>
                    </a:cubicBezTo>
                    <a:lnTo>
                      <a:pt x="1" y="32"/>
                    </a:lnTo>
                    <a:lnTo>
                      <a:pt x="1" y="5344"/>
                    </a:lnTo>
                    <a:cubicBezTo>
                      <a:pt x="1" y="5559"/>
                      <a:pt x="154" y="5743"/>
                      <a:pt x="369" y="5743"/>
                    </a:cubicBezTo>
                    <a:lnTo>
                      <a:pt x="7431" y="5743"/>
                    </a:lnTo>
                    <a:cubicBezTo>
                      <a:pt x="7646" y="5743"/>
                      <a:pt x="7800" y="5559"/>
                      <a:pt x="7800" y="5344"/>
                    </a:cubicBezTo>
                    <a:lnTo>
                      <a:pt x="78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95" name="Google Shape;2395;p51"/>
          <p:cNvGrpSpPr/>
          <p:nvPr/>
        </p:nvGrpSpPr>
        <p:grpSpPr>
          <a:xfrm>
            <a:off x="1452898" y="3825825"/>
            <a:ext cx="504000" cy="504000"/>
            <a:chOff x="1452898" y="3825825"/>
            <a:chExt cx="504000" cy="504000"/>
          </a:xfrm>
        </p:grpSpPr>
        <p:sp>
          <p:nvSpPr>
            <p:cNvPr id="2396" name="Google Shape;2396;p51"/>
            <p:cNvSpPr/>
            <p:nvPr/>
          </p:nvSpPr>
          <p:spPr>
            <a:xfrm>
              <a:off x="1452898" y="3825825"/>
              <a:ext cx="504000" cy="504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7" name="Google Shape;2397;p51"/>
            <p:cNvGrpSpPr/>
            <p:nvPr/>
          </p:nvGrpSpPr>
          <p:grpSpPr>
            <a:xfrm>
              <a:off x="1535256" y="3913333"/>
              <a:ext cx="339482" cy="328781"/>
              <a:chOff x="3715288" y="2401913"/>
              <a:chExt cx="350850" cy="339825"/>
            </a:xfrm>
          </p:grpSpPr>
          <p:sp>
            <p:nvSpPr>
              <p:cNvPr id="2398" name="Google Shape;2398;p51"/>
              <p:cNvSpPr/>
              <p:nvPr/>
            </p:nvSpPr>
            <p:spPr>
              <a:xfrm>
                <a:off x="3885388" y="2540188"/>
                <a:ext cx="44575" cy="36725"/>
              </a:xfrm>
              <a:custGeom>
                <a:avLst/>
                <a:gdLst/>
                <a:ahLst/>
                <a:cxnLst/>
                <a:rect l="l" t="t" r="r" b="b"/>
                <a:pathLst>
                  <a:path w="1783" h="1469" extrusionOk="0">
                    <a:moveTo>
                      <a:pt x="1159" y="1"/>
                    </a:moveTo>
                    <a:cubicBezTo>
                      <a:pt x="1065" y="1"/>
                      <a:pt x="966" y="32"/>
                      <a:pt x="873" y="105"/>
                    </a:cubicBezTo>
                    <a:lnTo>
                      <a:pt x="290" y="719"/>
                    </a:lnTo>
                    <a:cubicBezTo>
                      <a:pt x="1" y="1056"/>
                      <a:pt x="278" y="1468"/>
                      <a:pt x="618" y="1468"/>
                    </a:cubicBezTo>
                    <a:cubicBezTo>
                      <a:pt x="712" y="1468"/>
                      <a:pt x="811" y="1437"/>
                      <a:pt x="904" y="1364"/>
                    </a:cubicBezTo>
                    <a:lnTo>
                      <a:pt x="1518" y="750"/>
                    </a:lnTo>
                    <a:cubicBezTo>
                      <a:pt x="1783" y="413"/>
                      <a:pt x="1500"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1"/>
              <p:cNvSpPr/>
              <p:nvPr/>
            </p:nvSpPr>
            <p:spPr>
              <a:xfrm>
                <a:off x="3715288" y="2401913"/>
                <a:ext cx="350850" cy="339825"/>
              </a:xfrm>
              <a:custGeom>
                <a:avLst/>
                <a:gdLst/>
                <a:ahLst/>
                <a:cxnLst/>
                <a:rect l="l" t="t" r="r" b="b"/>
                <a:pathLst>
                  <a:path w="14034" h="13593" extrusionOk="0">
                    <a:moveTo>
                      <a:pt x="9269" y="4287"/>
                    </a:moveTo>
                    <a:cubicBezTo>
                      <a:pt x="9572" y="4287"/>
                      <a:pt x="9833" y="4684"/>
                      <a:pt x="9550" y="4991"/>
                    </a:cubicBezTo>
                    <a:lnTo>
                      <a:pt x="9519" y="4991"/>
                    </a:lnTo>
                    <a:lnTo>
                      <a:pt x="9120" y="5390"/>
                    </a:lnTo>
                    <a:cubicBezTo>
                      <a:pt x="9366" y="5882"/>
                      <a:pt x="9243" y="6465"/>
                      <a:pt x="8875" y="6833"/>
                    </a:cubicBezTo>
                    <a:lnTo>
                      <a:pt x="8291" y="7448"/>
                    </a:lnTo>
                    <a:cubicBezTo>
                      <a:pt x="8034" y="7685"/>
                      <a:pt x="7701" y="7807"/>
                      <a:pt x="7373" y="7807"/>
                    </a:cubicBezTo>
                    <a:cubicBezTo>
                      <a:pt x="7192" y="7807"/>
                      <a:pt x="7012" y="7770"/>
                      <a:pt x="6848" y="7693"/>
                    </a:cubicBezTo>
                    <a:lnTo>
                      <a:pt x="6449" y="8062"/>
                    </a:lnTo>
                    <a:cubicBezTo>
                      <a:pt x="6364" y="8133"/>
                      <a:pt x="6274" y="8163"/>
                      <a:pt x="6189" y="8163"/>
                    </a:cubicBezTo>
                    <a:cubicBezTo>
                      <a:pt x="5870" y="8163"/>
                      <a:pt x="5612" y="7745"/>
                      <a:pt x="5927" y="7478"/>
                    </a:cubicBezTo>
                    <a:lnTo>
                      <a:pt x="6326" y="7079"/>
                    </a:lnTo>
                    <a:cubicBezTo>
                      <a:pt x="6080" y="6619"/>
                      <a:pt x="6172" y="6035"/>
                      <a:pt x="6541" y="5667"/>
                    </a:cubicBezTo>
                    <a:lnTo>
                      <a:pt x="7155" y="5053"/>
                    </a:lnTo>
                    <a:cubicBezTo>
                      <a:pt x="7392" y="4815"/>
                      <a:pt x="7718" y="4693"/>
                      <a:pt x="8052" y="4693"/>
                    </a:cubicBezTo>
                    <a:cubicBezTo>
                      <a:pt x="8236" y="4693"/>
                      <a:pt x="8423" y="4730"/>
                      <a:pt x="8598" y="4807"/>
                    </a:cubicBezTo>
                    <a:lnTo>
                      <a:pt x="8997" y="4408"/>
                    </a:lnTo>
                    <a:cubicBezTo>
                      <a:pt x="9083" y="4323"/>
                      <a:pt x="9178" y="4287"/>
                      <a:pt x="9269" y="4287"/>
                    </a:cubicBezTo>
                    <a:close/>
                    <a:moveTo>
                      <a:pt x="13550" y="1"/>
                    </a:moveTo>
                    <a:cubicBezTo>
                      <a:pt x="13516" y="1"/>
                      <a:pt x="13482" y="6"/>
                      <a:pt x="13450" y="17"/>
                    </a:cubicBezTo>
                    <a:lnTo>
                      <a:pt x="11515" y="600"/>
                    </a:lnTo>
                    <a:cubicBezTo>
                      <a:pt x="10717" y="815"/>
                      <a:pt x="10226" y="1644"/>
                      <a:pt x="10441" y="2443"/>
                    </a:cubicBezTo>
                    <a:cubicBezTo>
                      <a:pt x="10502" y="2719"/>
                      <a:pt x="10441" y="2965"/>
                      <a:pt x="10256" y="3149"/>
                    </a:cubicBezTo>
                    <a:lnTo>
                      <a:pt x="9857" y="3548"/>
                    </a:lnTo>
                    <a:cubicBezTo>
                      <a:pt x="9162" y="2981"/>
                      <a:pt x="8323" y="2702"/>
                      <a:pt x="7486" y="2702"/>
                    </a:cubicBezTo>
                    <a:cubicBezTo>
                      <a:pt x="6509" y="2702"/>
                      <a:pt x="5534" y="3081"/>
                      <a:pt x="4791" y="3824"/>
                    </a:cubicBezTo>
                    <a:lnTo>
                      <a:pt x="1444" y="7141"/>
                    </a:lnTo>
                    <a:cubicBezTo>
                      <a:pt x="1" y="8614"/>
                      <a:pt x="1" y="11009"/>
                      <a:pt x="1474" y="12483"/>
                    </a:cubicBezTo>
                    <a:cubicBezTo>
                      <a:pt x="2215" y="13224"/>
                      <a:pt x="3189" y="13593"/>
                      <a:pt x="4161" y="13593"/>
                    </a:cubicBezTo>
                    <a:cubicBezTo>
                      <a:pt x="5123" y="13593"/>
                      <a:pt x="6084" y="13232"/>
                      <a:pt x="6817" y="12514"/>
                    </a:cubicBezTo>
                    <a:lnTo>
                      <a:pt x="10164" y="9198"/>
                    </a:lnTo>
                    <a:cubicBezTo>
                      <a:pt x="11546" y="7816"/>
                      <a:pt x="11669" y="5605"/>
                      <a:pt x="10441" y="4101"/>
                    </a:cubicBezTo>
                    <a:lnTo>
                      <a:pt x="10809" y="3732"/>
                    </a:lnTo>
                    <a:cubicBezTo>
                      <a:pt x="11208" y="3333"/>
                      <a:pt x="11362" y="2780"/>
                      <a:pt x="11208" y="2258"/>
                    </a:cubicBezTo>
                    <a:cubicBezTo>
                      <a:pt x="11116" y="1859"/>
                      <a:pt x="11362" y="1460"/>
                      <a:pt x="11730" y="1368"/>
                    </a:cubicBezTo>
                    <a:lnTo>
                      <a:pt x="13695" y="784"/>
                    </a:lnTo>
                    <a:cubicBezTo>
                      <a:pt x="13910" y="723"/>
                      <a:pt x="14033" y="508"/>
                      <a:pt x="13941" y="293"/>
                    </a:cubicBezTo>
                    <a:cubicBezTo>
                      <a:pt x="13890" y="116"/>
                      <a:pt x="13714" y="1"/>
                      <a:pt x="135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00" name="Google Shape;2400;p51"/>
          <p:cNvGrpSpPr/>
          <p:nvPr/>
        </p:nvGrpSpPr>
        <p:grpSpPr>
          <a:xfrm>
            <a:off x="7663529" y="1932050"/>
            <a:ext cx="504000" cy="504000"/>
            <a:chOff x="7663529" y="1932050"/>
            <a:chExt cx="504000" cy="504000"/>
          </a:xfrm>
        </p:grpSpPr>
        <p:sp>
          <p:nvSpPr>
            <p:cNvPr id="2401" name="Google Shape;2401;p51"/>
            <p:cNvSpPr/>
            <p:nvPr/>
          </p:nvSpPr>
          <p:spPr>
            <a:xfrm>
              <a:off x="7663529" y="1932050"/>
              <a:ext cx="504000" cy="504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2" name="Google Shape;2402;p51"/>
            <p:cNvGrpSpPr/>
            <p:nvPr/>
          </p:nvGrpSpPr>
          <p:grpSpPr>
            <a:xfrm>
              <a:off x="7786629" y="2020168"/>
              <a:ext cx="257452" cy="327754"/>
              <a:chOff x="7123663" y="2402313"/>
              <a:chExt cx="267150" cy="340100"/>
            </a:xfrm>
          </p:grpSpPr>
          <p:sp>
            <p:nvSpPr>
              <p:cNvPr id="2403" name="Google Shape;2403;p51"/>
              <p:cNvSpPr/>
              <p:nvPr/>
            </p:nvSpPr>
            <p:spPr>
              <a:xfrm>
                <a:off x="7123663" y="2698638"/>
                <a:ext cx="131275" cy="43775"/>
              </a:xfrm>
              <a:custGeom>
                <a:avLst/>
                <a:gdLst/>
                <a:ahLst/>
                <a:cxnLst/>
                <a:rect l="l" t="t" r="r" b="b"/>
                <a:pathLst>
                  <a:path w="5251" h="1751" extrusionOk="0">
                    <a:moveTo>
                      <a:pt x="0" y="0"/>
                    </a:moveTo>
                    <a:lnTo>
                      <a:pt x="0" y="553"/>
                    </a:lnTo>
                    <a:cubicBezTo>
                      <a:pt x="31" y="1198"/>
                      <a:pt x="553" y="1750"/>
                      <a:pt x="1198" y="1750"/>
                    </a:cubicBezTo>
                    <a:lnTo>
                      <a:pt x="5128" y="1750"/>
                    </a:lnTo>
                    <a:cubicBezTo>
                      <a:pt x="5097" y="1167"/>
                      <a:pt x="5128" y="584"/>
                      <a:pt x="5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1"/>
              <p:cNvSpPr/>
              <p:nvPr/>
            </p:nvSpPr>
            <p:spPr>
              <a:xfrm>
                <a:off x="7123663" y="2402313"/>
                <a:ext cx="190400" cy="276375"/>
              </a:xfrm>
              <a:custGeom>
                <a:avLst/>
                <a:gdLst/>
                <a:ahLst/>
                <a:cxnLst/>
                <a:rect l="l" t="t" r="r" b="b"/>
                <a:pathLst>
                  <a:path w="7616" h="11055" extrusionOk="0">
                    <a:moveTo>
                      <a:pt x="1198" y="1"/>
                    </a:moveTo>
                    <a:cubicBezTo>
                      <a:pt x="553" y="1"/>
                      <a:pt x="31" y="523"/>
                      <a:pt x="0" y="1198"/>
                    </a:cubicBezTo>
                    <a:lnTo>
                      <a:pt x="0" y="11055"/>
                    </a:lnTo>
                    <a:lnTo>
                      <a:pt x="5527" y="11055"/>
                    </a:lnTo>
                    <a:cubicBezTo>
                      <a:pt x="5742" y="10533"/>
                      <a:pt x="6111" y="10042"/>
                      <a:pt x="6602" y="9673"/>
                    </a:cubicBezTo>
                    <a:lnTo>
                      <a:pt x="5067" y="8107"/>
                    </a:lnTo>
                    <a:cubicBezTo>
                      <a:pt x="4147" y="7187"/>
                      <a:pt x="4984" y="5942"/>
                      <a:pt x="5950" y="5942"/>
                    </a:cubicBezTo>
                    <a:cubicBezTo>
                      <a:pt x="6242" y="5942"/>
                      <a:pt x="6546" y="6055"/>
                      <a:pt x="6817" y="6326"/>
                    </a:cubicBezTo>
                    <a:lnTo>
                      <a:pt x="7615" y="7125"/>
                    </a:lnTo>
                    <a:lnTo>
                      <a:pt x="7615" y="1198"/>
                    </a:lnTo>
                    <a:cubicBezTo>
                      <a:pt x="7615" y="523"/>
                      <a:pt x="7063" y="1"/>
                      <a:pt x="6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1"/>
              <p:cNvSpPr/>
              <p:nvPr/>
            </p:nvSpPr>
            <p:spPr>
              <a:xfrm>
                <a:off x="7254813" y="2534363"/>
                <a:ext cx="136000" cy="208050"/>
              </a:xfrm>
              <a:custGeom>
                <a:avLst/>
                <a:gdLst/>
                <a:ahLst/>
                <a:cxnLst/>
                <a:rect l="l" t="t" r="r" b="b"/>
                <a:pathLst>
                  <a:path w="5440" h="8322" extrusionOk="0">
                    <a:moveTo>
                      <a:pt x="3168" y="0"/>
                    </a:moveTo>
                    <a:lnTo>
                      <a:pt x="3168" y="2641"/>
                    </a:lnTo>
                    <a:lnTo>
                      <a:pt x="3475" y="2948"/>
                    </a:lnTo>
                    <a:cubicBezTo>
                      <a:pt x="3779" y="3229"/>
                      <a:pt x="3512" y="3635"/>
                      <a:pt x="3205" y="3635"/>
                    </a:cubicBezTo>
                    <a:cubicBezTo>
                      <a:pt x="3109" y="3635"/>
                      <a:pt x="3010" y="3595"/>
                      <a:pt x="2922" y="3501"/>
                    </a:cubicBezTo>
                    <a:cubicBezTo>
                      <a:pt x="1602" y="2211"/>
                      <a:pt x="1018" y="1597"/>
                      <a:pt x="1018" y="1597"/>
                    </a:cubicBezTo>
                    <a:cubicBezTo>
                      <a:pt x="915" y="1479"/>
                      <a:pt x="795" y="1430"/>
                      <a:pt x="680" y="1430"/>
                    </a:cubicBezTo>
                    <a:cubicBezTo>
                      <a:pt x="318" y="1430"/>
                      <a:pt x="0" y="1915"/>
                      <a:pt x="373" y="2242"/>
                    </a:cubicBezTo>
                    <a:lnTo>
                      <a:pt x="2246" y="4207"/>
                    </a:lnTo>
                    <a:cubicBezTo>
                      <a:pt x="2461" y="4391"/>
                      <a:pt x="2369" y="4760"/>
                      <a:pt x="2093" y="4852"/>
                    </a:cubicBezTo>
                    <a:cubicBezTo>
                      <a:pt x="1817" y="4975"/>
                      <a:pt x="1571" y="5189"/>
                      <a:pt x="1387" y="5435"/>
                    </a:cubicBezTo>
                    <a:cubicBezTo>
                      <a:pt x="1110" y="5773"/>
                      <a:pt x="926" y="6172"/>
                      <a:pt x="834" y="6571"/>
                    </a:cubicBezTo>
                    <a:cubicBezTo>
                      <a:pt x="680" y="7155"/>
                      <a:pt x="619" y="7738"/>
                      <a:pt x="650" y="8321"/>
                    </a:cubicBezTo>
                    <a:lnTo>
                      <a:pt x="4089" y="8321"/>
                    </a:lnTo>
                    <a:cubicBezTo>
                      <a:pt x="4273" y="8321"/>
                      <a:pt x="4427" y="8168"/>
                      <a:pt x="4457" y="7984"/>
                    </a:cubicBezTo>
                    <a:lnTo>
                      <a:pt x="5225" y="4299"/>
                    </a:lnTo>
                    <a:cubicBezTo>
                      <a:pt x="5440" y="3255"/>
                      <a:pt x="5164" y="2180"/>
                      <a:pt x="4488" y="1351"/>
                    </a:cubicBezTo>
                    <a:cubicBezTo>
                      <a:pt x="4365" y="1198"/>
                      <a:pt x="4396" y="1228"/>
                      <a:pt x="3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409"/>
        <p:cNvGrpSpPr/>
        <p:nvPr/>
      </p:nvGrpSpPr>
      <p:grpSpPr>
        <a:xfrm>
          <a:off x="0" y="0"/>
          <a:ext cx="0" cy="0"/>
          <a:chOff x="0" y="0"/>
          <a:chExt cx="0" cy="0"/>
        </a:xfrm>
      </p:grpSpPr>
      <p:sp>
        <p:nvSpPr>
          <p:cNvPr id="2410" name="Google Shape;2410;p52"/>
          <p:cNvSpPr txBox="1">
            <a:spLocks noGrp="1"/>
          </p:cNvSpPr>
          <p:nvPr>
            <p:ph type="subTitle" idx="1"/>
          </p:nvPr>
        </p:nvSpPr>
        <p:spPr>
          <a:xfrm>
            <a:off x="713225" y="1284000"/>
            <a:ext cx="46302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 el periodo de rotación de Júpiter</a:t>
            </a:r>
            <a:endParaRPr/>
          </a:p>
        </p:txBody>
      </p:sp>
      <p:sp>
        <p:nvSpPr>
          <p:cNvPr id="2411" name="Google Shape;2411;p52"/>
          <p:cNvSpPr txBox="1">
            <a:spLocks noGrp="1"/>
          </p:cNvSpPr>
          <p:nvPr>
            <p:ph type="title"/>
          </p:nvPr>
        </p:nvSpPr>
        <p:spPr>
          <a:xfrm>
            <a:off x="713225" y="539500"/>
            <a:ext cx="46302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2412" name="Google Shape;2412;p52"/>
          <p:cNvSpPr txBox="1">
            <a:spLocks noGrp="1"/>
          </p:cNvSpPr>
          <p:nvPr>
            <p:ph type="title" idx="2"/>
          </p:nvPr>
        </p:nvSpPr>
        <p:spPr>
          <a:xfrm>
            <a:off x="713225" y="2013197"/>
            <a:ext cx="46302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2413" name="Google Shape;2413;p52"/>
          <p:cNvSpPr txBox="1">
            <a:spLocks noGrp="1"/>
          </p:cNvSpPr>
          <p:nvPr>
            <p:ph type="subTitle" idx="3"/>
          </p:nvPr>
        </p:nvSpPr>
        <p:spPr>
          <a:xfrm>
            <a:off x="713225" y="2757697"/>
            <a:ext cx="46302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Son las Tierras que caben en la masa del Sol</a:t>
            </a:r>
            <a:endParaRPr/>
          </a:p>
        </p:txBody>
      </p:sp>
      <p:sp>
        <p:nvSpPr>
          <p:cNvPr id="2414" name="Google Shape;2414;p52"/>
          <p:cNvSpPr txBox="1">
            <a:spLocks noGrp="1"/>
          </p:cNvSpPr>
          <p:nvPr>
            <p:ph type="title" idx="4"/>
          </p:nvPr>
        </p:nvSpPr>
        <p:spPr>
          <a:xfrm>
            <a:off x="713225" y="3486900"/>
            <a:ext cx="46302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2415" name="Google Shape;2415;p52"/>
          <p:cNvSpPr txBox="1">
            <a:spLocks noGrp="1"/>
          </p:cNvSpPr>
          <p:nvPr>
            <p:ph type="subTitle" idx="5"/>
          </p:nvPr>
        </p:nvSpPr>
        <p:spPr>
          <a:xfrm>
            <a:off x="713225" y="4231401"/>
            <a:ext cx="46302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 la distancia entre la Tierra y la Luna</a:t>
            </a:r>
            <a:endParaRPr/>
          </a:p>
        </p:txBody>
      </p:sp>
      <p:grpSp>
        <p:nvGrpSpPr>
          <p:cNvPr id="2416" name="Google Shape;2416;p52"/>
          <p:cNvGrpSpPr/>
          <p:nvPr/>
        </p:nvGrpSpPr>
        <p:grpSpPr>
          <a:xfrm rot="-5400000">
            <a:off x="7544938" y="2534938"/>
            <a:ext cx="1001750" cy="400925"/>
            <a:chOff x="5136125" y="3433825"/>
            <a:chExt cx="1001750" cy="400925"/>
          </a:xfrm>
        </p:grpSpPr>
        <p:sp>
          <p:nvSpPr>
            <p:cNvPr id="2417" name="Google Shape;2417;p52"/>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2"/>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2"/>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2"/>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1" name="Google Shape;2421;p52"/>
          <p:cNvGrpSpPr/>
          <p:nvPr/>
        </p:nvGrpSpPr>
        <p:grpSpPr>
          <a:xfrm rot="-5400000">
            <a:off x="7467363" y="1307763"/>
            <a:ext cx="1336525" cy="456650"/>
            <a:chOff x="6168050" y="3495775"/>
            <a:chExt cx="1336525" cy="456650"/>
          </a:xfrm>
        </p:grpSpPr>
        <p:sp>
          <p:nvSpPr>
            <p:cNvPr id="2422" name="Google Shape;2422;p52"/>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2"/>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2"/>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2"/>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 name="Google Shape;2426;p52"/>
          <p:cNvGrpSpPr/>
          <p:nvPr/>
        </p:nvGrpSpPr>
        <p:grpSpPr>
          <a:xfrm rot="-5400000">
            <a:off x="6397950" y="-57725"/>
            <a:ext cx="1291225" cy="1202725"/>
            <a:chOff x="6773575" y="2030675"/>
            <a:chExt cx="1291225" cy="1202725"/>
          </a:xfrm>
        </p:grpSpPr>
        <p:sp>
          <p:nvSpPr>
            <p:cNvPr id="2427" name="Google Shape;2427;p52"/>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2"/>
            <p:cNvSpPr/>
            <p:nvPr/>
          </p:nvSpPr>
          <p:spPr>
            <a:xfrm>
              <a:off x="7333584"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2"/>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2"/>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1" name="Google Shape;2431;p52"/>
          <p:cNvSpPr/>
          <p:nvPr/>
        </p:nvSpPr>
        <p:spPr>
          <a:xfrm rot="-5400000">
            <a:off x="8179613" y="2541688"/>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2" name="Google Shape;2432;p52"/>
          <p:cNvGrpSpPr/>
          <p:nvPr/>
        </p:nvGrpSpPr>
        <p:grpSpPr>
          <a:xfrm rot="-5400000">
            <a:off x="8121038" y="1789088"/>
            <a:ext cx="1034550" cy="1077775"/>
            <a:chOff x="5527150" y="3687900"/>
            <a:chExt cx="1034550" cy="1077775"/>
          </a:xfrm>
        </p:grpSpPr>
        <p:sp>
          <p:nvSpPr>
            <p:cNvPr id="2433" name="Google Shape;2433;p52"/>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2"/>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2"/>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2"/>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2"/>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2"/>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 name="Google Shape;2439;p52"/>
          <p:cNvGrpSpPr/>
          <p:nvPr/>
        </p:nvGrpSpPr>
        <p:grpSpPr>
          <a:xfrm rot="-5400000">
            <a:off x="8080675" y="2736425"/>
            <a:ext cx="1300100" cy="889800"/>
            <a:chOff x="4541025" y="3874300"/>
            <a:chExt cx="1300100" cy="889800"/>
          </a:xfrm>
        </p:grpSpPr>
        <p:sp>
          <p:nvSpPr>
            <p:cNvPr id="2440" name="Google Shape;2440;p52"/>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2"/>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2"/>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2"/>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2"/>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52"/>
          <p:cNvGrpSpPr/>
          <p:nvPr/>
        </p:nvGrpSpPr>
        <p:grpSpPr>
          <a:xfrm rot="-5400000">
            <a:off x="7390575" y="463525"/>
            <a:ext cx="1552075" cy="1656725"/>
            <a:chOff x="6304475" y="2926725"/>
            <a:chExt cx="1552075" cy="1656725"/>
          </a:xfrm>
        </p:grpSpPr>
        <p:sp>
          <p:nvSpPr>
            <p:cNvPr id="2446" name="Google Shape;2446;p52"/>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2"/>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2"/>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2"/>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2"/>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2"/>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2"/>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3" name="Google Shape;2453;p52"/>
          <p:cNvGrpSpPr/>
          <p:nvPr/>
        </p:nvGrpSpPr>
        <p:grpSpPr>
          <a:xfrm rot="-5400000">
            <a:off x="7641775" y="983400"/>
            <a:ext cx="1550000" cy="198400"/>
            <a:chOff x="6514800" y="3906050"/>
            <a:chExt cx="1550000" cy="198400"/>
          </a:xfrm>
        </p:grpSpPr>
        <p:sp>
          <p:nvSpPr>
            <p:cNvPr id="2454" name="Google Shape;2454;p52"/>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2"/>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2"/>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 name="Google Shape;2457;p52"/>
          <p:cNvGrpSpPr/>
          <p:nvPr/>
        </p:nvGrpSpPr>
        <p:grpSpPr>
          <a:xfrm rot="-5400000">
            <a:off x="7715656" y="-79656"/>
            <a:ext cx="508788" cy="1226150"/>
            <a:chOff x="7556013" y="2945450"/>
            <a:chExt cx="508788" cy="1226150"/>
          </a:xfrm>
        </p:grpSpPr>
        <p:sp>
          <p:nvSpPr>
            <p:cNvPr id="2458" name="Google Shape;2458;p52"/>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2"/>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2"/>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2"/>
            <p:cNvSpPr/>
            <p:nvPr/>
          </p:nvSpPr>
          <p:spPr>
            <a:xfrm>
              <a:off x="7556013"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2"/>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 name="Google Shape;2463;p52"/>
          <p:cNvGrpSpPr/>
          <p:nvPr/>
        </p:nvGrpSpPr>
        <p:grpSpPr>
          <a:xfrm rot="-5400000">
            <a:off x="7474388" y="443813"/>
            <a:ext cx="309275" cy="544100"/>
            <a:chOff x="7473325" y="2945450"/>
            <a:chExt cx="309275" cy="544100"/>
          </a:xfrm>
        </p:grpSpPr>
        <p:sp>
          <p:nvSpPr>
            <p:cNvPr id="2464" name="Google Shape;2464;p52"/>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2"/>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2"/>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 name="Google Shape;2467;p52"/>
          <p:cNvGrpSpPr/>
          <p:nvPr/>
        </p:nvGrpSpPr>
        <p:grpSpPr>
          <a:xfrm>
            <a:off x="7066463" y="1580411"/>
            <a:ext cx="508200" cy="508200"/>
            <a:chOff x="7066463" y="1580411"/>
            <a:chExt cx="508200" cy="508200"/>
          </a:xfrm>
        </p:grpSpPr>
        <p:sp>
          <p:nvSpPr>
            <p:cNvPr id="2468" name="Google Shape;2468;p52"/>
            <p:cNvSpPr/>
            <p:nvPr/>
          </p:nvSpPr>
          <p:spPr>
            <a:xfrm rot="-5400000">
              <a:off x="7066463" y="1580411"/>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9" name="Google Shape;2469;p52"/>
            <p:cNvGrpSpPr/>
            <p:nvPr/>
          </p:nvGrpSpPr>
          <p:grpSpPr>
            <a:xfrm>
              <a:off x="7156905" y="1660387"/>
              <a:ext cx="327340" cy="348219"/>
              <a:chOff x="2319613" y="1042138"/>
              <a:chExt cx="319450" cy="339825"/>
            </a:xfrm>
          </p:grpSpPr>
          <p:sp>
            <p:nvSpPr>
              <p:cNvPr id="2470" name="Google Shape;2470;p52"/>
              <p:cNvSpPr/>
              <p:nvPr/>
            </p:nvSpPr>
            <p:spPr>
              <a:xfrm>
                <a:off x="2470163" y="1201713"/>
                <a:ext cx="168900" cy="180250"/>
              </a:xfrm>
              <a:custGeom>
                <a:avLst/>
                <a:gdLst/>
                <a:ahLst/>
                <a:cxnLst/>
                <a:rect l="l" t="t" r="r" b="b"/>
                <a:pathLst>
                  <a:path w="6756" h="7210" extrusionOk="0">
                    <a:moveTo>
                      <a:pt x="6357" y="1"/>
                    </a:moveTo>
                    <a:lnTo>
                      <a:pt x="6387" y="32"/>
                    </a:lnTo>
                    <a:cubicBezTo>
                      <a:pt x="6375" y="32"/>
                      <a:pt x="6370" y="30"/>
                      <a:pt x="6360" y="30"/>
                    </a:cubicBezTo>
                    <a:cubicBezTo>
                      <a:pt x="6295" y="30"/>
                      <a:pt x="6005" y="99"/>
                      <a:pt x="2027" y="1106"/>
                    </a:cubicBezTo>
                    <a:cubicBezTo>
                      <a:pt x="1843" y="1137"/>
                      <a:pt x="1689" y="1321"/>
                      <a:pt x="1689" y="1505"/>
                    </a:cubicBezTo>
                    <a:lnTo>
                      <a:pt x="1689" y="4760"/>
                    </a:lnTo>
                    <a:cubicBezTo>
                      <a:pt x="1543" y="4704"/>
                      <a:pt x="1393" y="4678"/>
                      <a:pt x="1247" y="4678"/>
                    </a:cubicBezTo>
                    <a:cubicBezTo>
                      <a:pt x="594" y="4678"/>
                      <a:pt x="0" y="5200"/>
                      <a:pt x="0" y="5927"/>
                    </a:cubicBezTo>
                    <a:cubicBezTo>
                      <a:pt x="0" y="6265"/>
                      <a:pt x="123" y="6572"/>
                      <a:pt x="369" y="6818"/>
                    </a:cubicBezTo>
                    <a:cubicBezTo>
                      <a:pt x="599" y="7079"/>
                      <a:pt x="922" y="7209"/>
                      <a:pt x="1248" y="7209"/>
                    </a:cubicBezTo>
                    <a:cubicBezTo>
                      <a:pt x="1574" y="7209"/>
                      <a:pt x="1904" y="7079"/>
                      <a:pt x="2150" y="6818"/>
                    </a:cubicBezTo>
                    <a:cubicBezTo>
                      <a:pt x="2365" y="6572"/>
                      <a:pt x="2488" y="6265"/>
                      <a:pt x="2488" y="5927"/>
                    </a:cubicBezTo>
                    <a:lnTo>
                      <a:pt x="2488" y="3501"/>
                    </a:lnTo>
                    <a:lnTo>
                      <a:pt x="5957" y="2611"/>
                    </a:lnTo>
                    <a:lnTo>
                      <a:pt x="5957" y="3900"/>
                    </a:lnTo>
                    <a:cubicBezTo>
                      <a:pt x="5851" y="3861"/>
                      <a:pt x="5749" y="3843"/>
                      <a:pt x="5652" y="3843"/>
                    </a:cubicBezTo>
                    <a:cubicBezTo>
                      <a:pt x="4546" y="3843"/>
                      <a:pt x="4106" y="6213"/>
                      <a:pt x="5405" y="6326"/>
                    </a:cubicBezTo>
                    <a:cubicBezTo>
                      <a:pt x="5425" y="6327"/>
                      <a:pt x="5445" y="6327"/>
                      <a:pt x="5465" y="6327"/>
                    </a:cubicBezTo>
                    <a:cubicBezTo>
                      <a:pt x="6203" y="6327"/>
                      <a:pt x="6756" y="5781"/>
                      <a:pt x="6756" y="4944"/>
                    </a:cubicBezTo>
                    <a:lnTo>
                      <a:pt x="6756" y="339"/>
                    </a:lnTo>
                    <a:cubicBezTo>
                      <a:pt x="6725" y="154"/>
                      <a:pt x="6572" y="1"/>
                      <a:pt x="6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2"/>
              <p:cNvSpPr/>
              <p:nvPr/>
            </p:nvSpPr>
            <p:spPr>
              <a:xfrm>
                <a:off x="2473988" y="1152588"/>
                <a:ext cx="33050" cy="33800"/>
              </a:xfrm>
              <a:custGeom>
                <a:avLst/>
                <a:gdLst/>
                <a:ahLst/>
                <a:cxnLst/>
                <a:rect l="l" t="t" r="r" b="b"/>
                <a:pathLst>
                  <a:path w="1322" h="1352" extrusionOk="0">
                    <a:moveTo>
                      <a:pt x="677" y="1"/>
                    </a:moveTo>
                    <a:cubicBezTo>
                      <a:pt x="308" y="1"/>
                      <a:pt x="1" y="308"/>
                      <a:pt x="1" y="676"/>
                    </a:cubicBezTo>
                    <a:cubicBezTo>
                      <a:pt x="1" y="1045"/>
                      <a:pt x="308" y="1352"/>
                      <a:pt x="677" y="1352"/>
                    </a:cubicBezTo>
                    <a:cubicBezTo>
                      <a:pt x="1045" y="1352"/>
                      <a:pt x="1321" y="1045"/>
                      <a:pt x="1321" y="676"/>
                    </a:cubicBezTo>
                    <a:cubicBezTo>
                      <a:pt x="1321" y="308"/>
                      <a:pt x="1045" y="1"/>
                      <a:pt x="6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2"/>
              <p:cNvSpPr/>
              <p:nvPr/>
            </p:nvSpPr>
            <p:spPr>
              <a:xfrm>
                <a:off x="2319613" y="1042138"/>
                <a:ext cx="306975" cy="254050"/>
              </a:xfrm>
              <a:custGeom>
                <a:avLst/>
                <a:gdLst/>
                <a:ahLst/>
                <a:cxnLst/>
                <a:rect l="l" t="t" r="r" b="b"/>
                <a:pathLst>
                  <a:path w="12279" h="10162" extrusionOk="0">
                    <a:moveTo>
                      <a:pt x="6886" y="3624"/>
                    </a:moveTo>
                    <a:cubicBezTo>
                      <a:pt x="7240" y="3624"/>
                      <a:pt x="7601" y="3755"/>
                      <a:pt x="7896" y="4050"/>
                    </a:cubicBezTo>
                    <a:cubicBezTo>
                      <a:pt x="8817" y="4971"/>
                      <a:pt x="8172" y="6568"/>
                      <a:pt x="6852" y="6568"/>
                    </a:cubicBezTo>
                    <a:cubicBezTo>
                      <a:pt x="6053" y="6568"/>
                      <a:pt x="5378" y="5923"/>
                      <a:pt x="5378" y="5094"/>
                    </a:cubicBezTo>
                    <a:lnTo>
                      <a:pt x="5408" y="5094"/>
                    </a:lnTo>
                    <a:cubicBezTo>
                      <a:pt x="5408" y="4217"/>
                      <a:pt x="6133" y="3624"/>
                      <a:pt x="6886" y="3624"/>
                    </a:cubicBezTo>
                    <a:close/>
                    <a:moveTo>
                      <a:pt x="6799" y="1"/>
                    </a:moveTo>
                    <a:cubicBezTo>
                      <a:pt x="5640" y="1"/>
                      <a:pt x="4454" y="405"/>
                      <a:pt x="3443" y="1317"/>
                    </a:cubicBezTo>
                    <a:cubicBezTo>
                      <a:pt x="1" y="4455"/>
                      <a:pt x="2210" y="10162"/>
                      <a:pt x="6833" y="10162"/>
                    </a:cubicBezTo>
                    <a:cubicBezTo>
                      <a:pt x="6870" y="10162"/>
                      <a:pt x="6907" y="10161"/>
                      <a:pt x="6944" y="10161"/>
                    </a:cubicBezTo>
                    <a:lnTo>
                      <a:pt x="6944" y="7244"/>
                    </a:lnTo>
                    <a:cubicBezTo>
                      <a:pt x="6913" y="7059"/>
                      <a:pt x="7036" y="6906"/>
                      <a:pt x="7220" y="6875"/>
                    </a:cubicBezTo>
                    <a:lnTo>
                      <a:pt x="11887" y="5678"/>
                    </a:lnTo>
                    <a:cubicBezTo>
                      <a:pt x="12279" y="2392"/>
                      <a:pt x="9618" y="1"/>
                      <a:pt x="67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73" name="Google Shape;2473;p52"/>
          <p:cNvGrpSpPr/>
          <p:nvPr/>
        </p:nvGrpSpPr>
        <p:grpSpPr>
          <a:xfrm>
            <a:off x="8442100" y="4251100"/>
            <a:ext cx="508200" cy="508200"/>
            <a:chOff x="8442100" y="4251100"/>
            <a:chExt cx="508200" cy="508200"/>
          </a:xfrm>
        </p:grpSpPr>
        <p:sp>
          <p:nvSpPr>
            <p:cNvPr id="2474" name="Google Shape;2474;p52"/>
            <p:cNvSpPr/>
            <p:nvPr/>
          </p:nvSpPr>
          <p:spPr>
            <a:xfrm rot="-5400000">
              <a:off x="8442100" y="4251100"/>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5" name="Google Shape;2475;p52"/>
            <p:cNvGrpSpPr/>
            <p:nvPr/>
          </p:nvGrpSpPr>
          <p:grpSpPr>
            <a:xfrm>
              <a:off x="8545364" y="4364198"/>
              <a:ext cx="301363" cy="281891"/>
              <a:chOff x="4403863" y="1722188"/>
              <a:chExt cx="340100" cy="318125"/>
            </a:xfrm>
          </p:grpSpPr>
          <p:sp>
            <p:nvSpPr>
              <p:cNvPr id="2476" name="Google Shape;2476;p52"/>
              <p:cNvSpPr/>
              <p:nvPr/>
            </p:nvSpPr>
            <p:spPr>
              <a:xfrm>
                <a:off x="4509813" y="1784363"/>
                <a:ext cx="22275" cy="23050"/>
              </a:xfrm>
              <a:custGeom>
                <a:avLst/>
                <a:gdLst/>
                <a:ahLst/>
                <a:cxnLst/>
                <a:rect l="l" t="t" r="r" b="b"/>
                <a:pathLst>
                  <a:path w="891" h="922" extrusionOk="0">
                    <a:moveTo>
                      <a:pt x="430" y="1"/>
                    </a:moveTo>
                    <a:cubicBezTo>
                      <a:pt x="185" y="1"/>
                      <a:pt x="0" y="216"/>
                      <a:pt x="0" y="461"/>
                    </a:cubicBezTo>
                    <a:cubicBezTo>
                      <a:pt x="0" y="707"/>
                      <a:pt x="185" y="922"/>
                      <a:pt x="430" y="922"/>
                    </a:cubicBezTo>
                    <a:cubicBezTo>
                      <a:pt x="707" y="922"/>
                      <a:pt x="891" y="707"/>
                      <a:pt x="891" y="461"/>
                    </a:cubicBezTo>
                    <a:cubicBezTo>
                      <a:pt x="891" y="216"/>
                      <a:pt x="707" y="1"/>
                      <a:pt x="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2"/>
              <p:cNvSpPr/>
              <p:nvPr/>
            </p:nvSpPr>
            <p:spPr>
              <a:xfrm>
                <a:off x="4447638" y="1722188"/>
                <a:ext cx="147400" cy="211125"/>
              </a:xfrm>
              <a:custGeom>
                <a:avLst/>
                <a:gdLst/>
                <a:ahLst/>
                <a:cxnLst/>
                <a:rect l="l" t="t" r="r" b="b"/>
                <a:pathLst>
                  <a:path w="5896" h="8445" extrusionOk="0">
                    <a:moveTo>
                      <a:pt x="2917" y="1689"/>
                    </a:moveTo>
                    <a:cubicBezTo>
                      <a:pt x="4053" y="1689"/>
                      <a:pt x="4606" y="3040"/>
                      <a:pt x="3808" y="3839"/>
                    </a:cubicBezTo>
                    <a:cubicBezTo>
                      <a:pt x="3562" y="4085"/>
                      <a:pt x="3256" y="4195"/>
                      <a:pt x="2953" y="4195"/>
                    </a:cubicBezTo>
                    <a:cubicBezTo>
                      <a:pt x="2313" y="4195"/>
                      <a:pt x="1689" y="3699"/>
                      <a:pt x="1689" y="2948"/>
                    </a:cubicBezTo>
                    <a:cubicBezTo>
                      <a:pt x="1689" y="2242"/>
                      <a:pt x="2242" y="1689"/>
                      <a:pt x="2917" y="1689"/>
                    </a:cubicBezTo>
                    <a:close/>
                    <a:moveTo>
                      <a:pt x="2948" y="0"/>
                    </a:moveTo>
                    <a:cubicBezTo>
                      <a:pt x="1290" y="0"/>
                      <a:pt x="0" y="1321"/>
                      <a:pt x="0" y="2948"/>
                    </a:cubicBezTo>
                    <a:cubicBezTo>
                      <a:pt x="0" y="3624"/>
                      <a:pt x="430" y="4668"/>
                      <a:pt x="1320" y="6234"/>
                    </a:cubicBezTo>
                    <a:cubicBezTo>
                      <a:pt x="1965" y="7339"/>
                      <a:pt x="2579" y="8230"/>
                      <a:pt x="2610" y="8260"/>
                    </a:cubicBezTo>
                    <a:cubicBezTo>
                      <a:pt x="2687" y="8383"/>
                      <a:pt x="2810" y="8444"/>
                      <a:pt x="2933" y="8444"/>
                    </a:cubicBezTo>
                    <a:cubicBezTo>
                      <a:pt x="3055" y="8444"/>
                      <a:pt x="3178" y="8383"/>
                      <a:pt x="3255" y="8260"/>
                    </a:cubicBezTo>
                    <a:cubicBezTo>
                      <a:pt x="3286" y="8230"/>
                      <a:pt x="3900" y="7339"/>
                      <a:pt x="4545" y="6234"/>
                    </a:cubicBezTo>
                    <a:cubicBezTo>
                      <a:pt x="5435" y="4698"/>
                      <a:pt x="5896" y="3624"/>
                      <a:pt x="5896" y="2948"/>
                    </a:cubicBezTo>
                    <a:cubicBezTo>
                      <a:pt x="5896" y="1321"/>
                      <a:pt x="4575" y="0"/>
                      <a:pt x="29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2"/>
              <p:cNvSpPr/>
              <p:nvPr/>
            </p:nvSpPr>
            <p:spPr>
              <a:xfrm>
                <a:off x="4637238" y="1766713"/>
                <a:ext cx="106725" cy="273600"/>
              </a:xfrm>
              <a:custGeom>
                <a:avLst/>
                <a:gdLst/>
                <a:ahLst/>
                <a:cxnLst/>
                <a:rect l="l" t="t" r="r" b="b"/>
                <a:pathLst>
                  <a:path w="4269" h="10944" extrusionOk="0">
                    <a:moveTo>
                      <a:pt x="0" y="0"/>
                    </a:moveTo>
                    <a:lnTo>
                      <a:pt x="0" y="10164"/>
                    </a:lnTo>
                    <a:lnTo>
                      <a:pt x="3808" y="10932"/>
                    </a:lnTo>
                    <a:cubicBezTo>
                      <a:pt x="3840" y="10940"/>
                      <a:pt x="3872" y="10944"/>
                      <a:pt x="3903" y="10944"/>
                    </a:cubicBezTo>
                    <a:cubicBezTo>
                      <a:pt x="4106" y="10944"/>
                      <a:pt x="4269" y="10776"/>
                      <a:pt x="4269" y="10563"/>
                    </a:cubicBezTo>
                    <a:lnTo>
                      <a:pt x="4269" y="1167"/>
                    </a:lnTo>
                    <a:cubicBezTo>
                      <a:pt x="4269" y="983"/>
                      <a:pt x="4146" y="799"/>
                      <a:pt x="3962" y="768"/>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2"/>
              <p:cNvSpPr/>
              <p:nvPr/>
            </p:nvSpPr>
            <p:spPr>
              <a:xfrm>
                <a:off x="4403863" y="1764888"/>
                <a:ext cx="107500" cy="272050"/>
              </a:xfrm>
              <a:custGeom>
                <a:avLst/>
                <a:gdLst/>
                <a:ahLst/>
                <a:cxnLst/>
                <a:rect l="l" t="t" r="r" b="b"/>
                <a:pathLst>
                  <a:path w="4300" h="10882" extrusionOk="0">
                    <a:moveTo>
                      <a:pt x="396" y="0"/>
                    </a:moveTo>
                    <a:cubicBezTo>
                      <a:pt x="186" y="0"/>
                      <a:pt x="1" y="167"/>
                      <a:pt x="1" y="380"/>
                    </a:cubicBezTo>
                    <a:lnTo>
                      <a:pt x="1" y="9746"/>
                    </a:lnTo>
                    <a:cubicBezTo>
                      <a:pt x="1" y="9930"/>
                      <a:pt x="154" y="10083"/>
                      <a:pt x="339" y="10114"/>
                    </a:cubicBezTo>
                    <a:lnTo>
                      <a:pt x="4300" y="10882"/>
                    </a:lnTo>
                    <a:lnTo>
                      <a:pt x="4269" y="7473"/>
                    </a:lnTo>
                    <a:cubicBezTo>
                      <a:pt x="4054" y="7381"/>
                      <a:pt x="3839" y="7228"/>
                      <a:pt x="3686" y="7013"/>
                    </a:cubicBezTo>
                    <a:cubicBezTo>
                      <a:pt x="3686" y="6982"/>
                      <a:pt x="3041" y="6061"/>
                      <a:pt x="2365" y="4925"/>
                    </a:cubicBezTo>
                    <a:cubicBezTo>
                      <a:pt x="1813" y="3942"/>
                      <a:pt x="953" y="2346"/>
                      <a:pt x="953" y="1240"/>
                    </a:cubicBezTo>
                    <a:cubicBezTo>
                      <a:pt x="922" y="872"/>
                      <a:pt x="983" y="473"/>
                      <a:pt x="1106" y="135"/>
                    </a:cubicBezTo>
                    <a:lnTo>
                      <a:pt x="492" y="12"/>
                    </a:lnTo>
                    <a:cubicBezTo>
                      <a:pt x="460" y="4"/>
                      <a:pt x="428"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2"/>
              <p:cNvSpPr/>
              <p:nvPr/>
            </p:nvSpPr>
            <p:spPr>
              <a:xfrm>
                <a:off x="4530538" y="1795888"/>
                <a:ext cx="86775" cy="241825"/>
              </a:xfrm>
              <a:custGeom>
                <a:avLst/>
                <a:gdLst/>
                <a:ahLst/>
                <a:cxnLst/>
                <a:rect l="l" t="t" r="r" b="b"/>
                <a:pathLst>
                  <a:path w="3471" h="9673" extrusionOk="0">
                    <a:moveTo>
                      <a:pt x="3470" y="0"/>
                    </a:moveTo>
                    <a:cubicBezTo>
                      <a:pt x="3347" y="553"/>
                      <a:pt x="3194" y="1075"/>
                      <a:pt x="2979" y="1597"/>
                    </a:cubicBezTo>
                    <a:cubicBezTo>
                      <a:pt x="2303" y="3071"/>
                      <a:pt x="1505" y="4453"/>
                      <a:pt x="584" y="5773"/>
                    </a:cubicBezTo>
                    <a:cubicBezTo>
                      <a:pt x="461" y="5988"/>
                      <a:pt x="246" y="6141"/>
                      <a:pt x="0" y="6233"/>
                    </a:cubicBezTo>
                    <a:lnTo>
                      <a:pt x="0" y="9672"/>
                    </a:lnTo>
                    <a:lnTo>
                      <a:pt x="3470" y="8997"/>
                    </a:lnTo>
                    <a:lnTo>
                      <a:pt x="34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484"/>
        <p:cNvGrpSpPr/>
        <p:nvPr/>
      </p:nvGrpSpPr>
      <p:grpSpPr>
        <a:xfrm>
          <a:off x="0" y="0"/>
          <a:ext cx="0" cy="0"/>
          <a:chOff x="0" y="0"/>
          <a:chExt cx="0" cy="0"/>
        </a:xfrm>
      </p:grpSpPr>
      <p:sp>
        <p:nvSpPr>
          <p:cNvPr id="2485" name="Google Shape;2485;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 si usas porcentajes?</a:t>
            </a:r>
            <a:endParaRPr/>
          </a:p>
        </p:txBody>
      </p:sp>
      <p:sp>
        <p:nvSpPr>
          <p:cNvPr id="2486" name="Google Shape;2486;p53"/>
          <p:cNvSpPr/>
          <p:nvPr/>
        </p:nvSpPr>
        <p:spPr>
          <a:xfrm>
            <a:off x="1406025" y="1622675"/>
            <a:ext cx="1238400" cy="12384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3"/>
          <p:cNvSpPr/>
          <p:nvPr/>
        </p:nvSpPr>
        <p:spPr>
          <a:xfrm flipH="1">
            <a:off x="1326302" y="1542850"/>
            <a:ext cx="1397700" cy="1397700"/>
          </a:xfrm>
          <a:prstGeom prst="blockArc">
            <a:avLst>
              <a:gd name="adj1" fmla="val 10798115"/>
              <a:gd name="adj2" fmla="val 16256715"/>
              <a:gd name="adj3" fmla="val 1271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3"/>
          <p:cNvSpPr/>
          <p:nvPr/>
        </p:nvSpPr>
        <p:spPr>
          <a:xfrm>
            <a:off x="3952875" y="1622625"/>
            <a:ext cx="1238400" cy="12384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3"/>
          <p:cNvSpPr/>
          <p:nvPr/>
        </p:nvSpPr>
        <p:spPr>
          <a:xfrm flipH="1">
            <a:off x="3873202" y="1542850"/>
            <a:ext cx="1397700" cy="1397700"/>
          </a:xfrm>
          <a:prstGeom prst="blockArc">
            <a:avLst>
              <a:gd name="adj1" fmla="val 5400645"/>
              <a:gd name="adj2" fmla="val 16256715"/>
              <a:gd name="adj3" fmla="val 1271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3"/>
          <p:cNvSpPr/>
          <p:nvPr/>
        </p:nvSpPr>
        <p:spPr>
          <a:xfrm>
            <a:off x="6499775" y="1622625"/>
            <a:ext cx="1238400" cy="12384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3"/>
          <p:cNvSpPr/>
          <p:nvPr/>
        </p:nvSpPr>
        <p:spPr>
          <a:xfrm flipH="1">
            <a:off x="6420102" y="1542850"/>
            <a:ext cx="1397700" cy="1397700"/>
          </a:xfrm>
          <a:prstGeom prst="blockArc">
            <a:avLst>
              <a:gd name="adj1" fmla="val 26082"/>
              <a:gd name="adj2" fmla="val 16256715"/>
              <a:gd name="adj3" fmla="val 1271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3"/>
          <p:cNvSpPr txBox="1"/>
          <p:nvPr/>
        </p:nvSpPr>
        <p:spPr>
          <a:xfrm>
            <a:off x="938500" y="3552975"/>
            <a:ext cx="2173200" cy="75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Mercurio es el planeta más cercano al Sol y el más pequeño de todos</a:t>
            </a:r>
            <a:endParaRPr>
              <a:solidFill>
                <a:schemeClr val="dk1"/>
              </a:solidFill>
              <a:latin typeface="Metrophobic"/>
              <a:ea typeface="Metrophobic"/>
              <a:cs typeface="Metrophobic"/>
              <a:sym typeface="Metrophobic"/>
            </a:endParaRPr>
          </a:p>
        </p:txBody>
      </p:sp>
      <p:sp>
        <p:nvSpPr>
          <p:cNvPr id="2493" name="Google Shape;2493;p53"/>
          <p:cNvSpPr txBox="1"/>
          <p:nvPr/>
        </p:nvSpPr>
        <p:spPr>
          <a:xfrm>
            <a:off x="938500" y="3120900"/>
            <a:ext cx="2173200" cy="44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Mercurio</a:t>
            </a:r>
            <a:endParaRPr sz="2200" b="1">
              <a:solidFill>
                <a:schemeClr val="dk1"/>
              </a:solidFill>
              <a:latin typeface="IBM Plex Mono"/>
              <a:ea typeface="IBM Plex Mono"/>
              <a:cs typeface="IBM Plex Mono"/>
              <a:sym typeface="IBM Plex Mono"/>
            </a:endParaRPr>
          </a:p>
        </p:txBody>
      </p:sp>
      <p:sp>
        <p:nvSpPr>
          <p:cNvPr id="2494" name="Google Shape;2494;p53"/>
          <p:cNvSpPr txBox="1"/>
          <p:nvPr/>
        </p:nvSpPr>
        <p:spPr>
          <a:xfrm>
            <a:off x="3485400" y="3552975"/>
            <a:ext cx="2173200" cy="75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Venus es el segundo planeta más cercano al Sol. Es caluroso</a:t>
            </a:r>
            <a:endParaRPr>
              <a:solidFill>
                <a:schemeClr val="dk1"/>
              </a:solidFill>
              <a:latin typeface="Metrophobic"/>
              <a:ea typeface="Metrophobic"/>
              <a:cs typeface="Metrophobic"/>
              <a:sym typeface="Metrophobic"/>
            </a:endParaRPr>
          </a:p>
        </p:txBody>
      </p:sp>
      <p:sp>
        <p:nvSpPr>
          <p:cNvPr id="2495" name="Google Shape;2495;p53"/>
          <p:cNvSpPr txBox="1"/>
          <p:nvPr/>
        </p:nvSpPr>
        <p:spPr>
          <a:xfrm>
            <a:off x="3485400" y="3120900"/>
            <a:ext cx="2173200" cy="44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Venus</a:t>
            </a:r>
            <a:endParaRPr sz="2200" b="1">
              <a:solidFill>
                <a:schemeClr val="dk1"/>
              </a:solidFill>
              <a:latin typeface="IBM Plex Mono"/>
              <a:ea typeface="IBM Plex Mono"/>
              <a:cs typeface="IBM Plex Mono"/>
              <a:sym typeface="IBM Plex Mono"/>
            </a:endParaRPr>
          </a:p>
        </p:txBody>
      </p:sp>
      <p:sp>
        <p:nvSpPr>
          <p:cNvPr id="2496" name="Google Shape;2496;p53"/>
          <p:cNvSpPr txBox="1"/>
          <p:nvPr/>
        </p:nvSpPr>
        <p:spPr>
          <a:xfrm>
            <a:off x="6032300" y="3552975"/>
            <a:ext cx="2173200" cy="75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A pesar de ser de color rojo, Marte es uno de los planetas más fríos</a:t>
            </a:r>
            <a:endParaRPr>
              <a:solidFill>
                <a:schemeClr val="dk1"/>
              </a:solidFill>
              <a:latin typeface="Metrophobic"/>
              <a:ea typeface="Metrophobic"/>
              <a:cs typeface="Metrophobic"/>
              <a:sym typeface="Metrophobic"/>
            </a:endParaRPr>
          </a:p>
        </p:txBody>
      </p:sp>
      <p:sp>
        <p:nvSpPr>
          <p:cNvPr id="2497" name="Google Shape;2497;p53"/>
          <p:cNvSpPr txBox="1"/>
          <p:nvPr/>
        </p:nvSpPr>
        <p:spPr>
          <a:xfrm>
            <a:off x="6032300" y="3120900"/>
            <a:ext cx="2173200" cy="440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Marte</a:t>
            </a:r>
            <a:endParaRPr sz="2200" b="1">
              <a:solidFill>
                <a:schemeClr val="dk1"/>
              </a:solidFill>
              <a:latin typeface="IBM Plex Mono"/>
              <a:ea typeface="IBM Plex Mono"/>
              <a:cs typeface="IBM Plex Mono"/>
              <a:sym typeface="IBM Plex Mono"/>
            </a:endParaRPr>
          </a:p>
        </p:txBody>
      </p:sp>
      <p:sp>
        <p:nvSpPr>
          <p:cNvPr id="2498" name="Google Shape;2498;p53"/>
          <p:cNvSpPr txBox="1"/>
          <p:nvPr/>
        </p:nvSpPr>
        <p:spPr>
          <a:xfrm>
            <a:off x="3873100" y="1955400"/>
            <a:ext cx="13977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50%</a:t>
            </a:r>
            <a:endParaRPr sz="2800" b="1">
              <a:solidFill>
                <a:schemeClr val="accent2"/>
              </a:solidFill>
              <a:latin typeface="IBM Plex Mono"/>
              <a:ea typeface="IBM Plex Mono"/>
              <a:cs typeface="IBM Plex Mono"/>
              <a:sym typeface="IBM Plex Mono"/>
            </a:endParaRPr>
          </a:p>
        </p:txBody>
      </p:sp>
      <p:sp>
        <p:nvSpPr>
          <p:cNvPr id="2499" name="Google Shape;2499;p53"/>
          <p:cNvSpPr txBox="1"/>
          <p:nvPr/>
        </p:nvSpPr>
        <p:spPr>
          <a:xfrm>
            <a:off x="6417675" y="1955400"/>
            <a:ext cx="13977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75%</a:t>
            </a:r>
            <a:endParaRPr sz="2800" b="1">
              <a:solidFill>
                <a:schemeClr val="accent2"/>
              </a:solidFill>
              <a:latin typeface="IBM Plex Mono"/>
              <a:ea typeface="IBM Plex Mono"/>
              <a:cs typeface="IBM Plex Mono"/>
              <a:sym typeface="IBM Plex Mono"/>
            </a:endParaRPr>
          </a:p>
        </p:txBody>
      </p:sp>
      <p:sp>
        <p:nvSpPr>
          <p:cNvPr id="2500" name="Google Shape;2500;p53"/>
          <p:cNvSpPr txBox="1"/>
          <p:nvPr/>
        </p:nvSpPr>
        <p:spPr>
          <a:xfrm>
            <a:off x="1325650" y="1955400"/>
            <a:ext cx="13989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25%</a:t>
            </a:r>
            <a:endParaRPr sz="2800" b="1">
              <a:solidFill>
                <a:schemeClr val="accent2"/>
              </a:solidFill>
              <a:latin typeface="IBM Plex Mono"/>
              <a:ea typeface="IBM Plex Mono"/>
              <a:cs typeface="IBM Plex Mono"/>
              <a:sym typeface="IBM Plex Mono"/>
            </a:endParaRPr>
          </a:p>
        </p:txBody>
      </p:sp>
      <p:grpSp>
        <p:nvGrpSpPr>
          <p:cNvPr id="2501" name="Google Shape;2501;p53"/>
          <p:cNvGrpSpPr/>
          <p:nvPr/>
        </p:nvGrpSpPr>
        <p:grpSpPr>
          <a:xfrm>
            <a:off x="7834922" y="112713"/>
            <a:ext cx="368400" cy="368400"/>
            <a:chOff x="7834922" y="112713"/>
            <a:chExt cx="368400" cy="368400"/>
          </a:xfrm>
        </p:grpSpPr>
        <p:sp>
          <p:nvSpPr>
            <p:cNvPr id="2502" name="Google Shape;2502;p53"/>
            <p:cNvSpPr/>
            <p:nvPr/>
          </p:nvSpPr>
          <p:spPr>
            <a:xfrm>
              <a:off x="7834922" y="11271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3" name="Google Shape;2503;p53"/>
            <p:cNvGrpSpPr/>
            <p:nvPr/>
          </p:nvGrpSpPr>
          <p:grpSpPr>
            <a:xfrm>
              <a:off x="7917242" y="217991"/>
              <a:ext cx="204138" cy="157924"/>
              <a:chOff x="4404638" y="2403088"/>
              <a:chExt cx="339325" cy="262550"/>
            </a:xfrm>
          </p:grpSpPr>
          <p:sp>
            <p:nvSpPr>
              <p:cNvPr id="2504" name="Google Shape;2504;p53"/>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3"/>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3"/>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07" name="Google Shape;2507;p53"/>
          <p:cNvGrpSpPr/>
          <p:nvPr/>
        </p:nvGrpSpPr>
        <p:grpSpPr>
          <a:xfrm>
            <a:off x="8515272" y="1779588"/>
            <a:ext cx="368400" cy="368400"/>
            <a:chOff x="8515272" y="1779588"/>
            <a:chExt cx="368400" cy="368400"/>
          </a:xfrm>
        </p:grpSpPr>
        <p:sp>
          <p:nvSpPr>
            <p:cNvPr id="2508" name="Google Shape;2508;p53"/>
            <p:cNvSpPr/>
            <p:nvPr/>
          </p:nvSpPr>
          <p:spPr>
            <a:xfrm>
              <a:off x="8515272" y="1779588"/>
              <a:ext cx="368400" cy="368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9" name="Google Shape;2509;p53"/>
            <p:cNvGrpSpPr/>
            <p:nvPr/>
          </p:nvGrpSpPr>
          <p:grpSpPr>
            <a:xfrm>
              <a:off x="8627358" y="1847729"/>
              <a:ext cx="144228" cy="232138"/>
              <a:chOff x="6444288" y="2402288"/>
              <a:chExt cx="196550" cy="316350"/>
            </a:xfrm>
          </p:grpSpPr>
          <p:sp>
            <p:nvSpPr>
              <p:cNvPr id="2510" name="Google Shape;2510;p53"/>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3"/>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3"/>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516"/>
        <p:cNvGrpSpPr/>
        <p:nvPr/>
      </p:nvGrpSpPr>
      <p:grpSpPr>
        <a:xfrm>
          <a:off x="0" y="0"/>
          <a:ext cx="0" cy="0"/>
          <a:chOff x="0" y="0"/>
          <a:chExt cx="0" cy="0"/>
        </a:xfrm>
      </p:grpSpPr>
      <p:sp>
        <p:nvSpPr>
          <p:cNvPr id="2517" name="Google Shape;2517;p54"/>
          <p:cNvSpPr txBox="1">
            <a:spLocks noGrp="1"/>
          </p:cNvSpPr>
          <p:nvPr>
            <p:ph type="title"/>
          </p:nvPr>
        </p:nvSpPr>
        <p:spPr>
          <a:xfrm>
            <a:off x="720000" y="1567700"/>
            <a:ext cx="3062700" cy="91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 de ordenador</a:t>
            </a:r>
            <a:endParaRPr/>
          </a:p>
        </p:txBody>
      </p:sp>
      <p:sp>
        <p:nvSpPr>
          <p:cNvPr id="2518" name="Google Shape;2518;p54"/>
          <p:cNvSpPr txBox="1">
            <a:spLocks noGrp="1"/>
          </p:cNvSpPr>
          <p:nvPr>
            <p:ph type="subTitle" idx="1"/>
          </p:nvPr>
        </p:nvSpPr>
        <p:spPr>
          <a:xfrm>
            <a:off x="720000" y="2557000"/>
            <a:ext cx="3062700" cy="1018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reemplazar la imagen en la pantalla por otra. Haz clic derecho en ella y luego elige "Reemplazar imagen" para agregar la tuya</a:t>
            </a:r>
            <a:endParaRPr/>
          </a:p>
        </p:txBody>
      </p:sp>
      <p:grpSp>
        <p:nvGrpSpPr>
          <p:cNvPr id="2519" name="Google Shape;2519;p54"/>
          <p:cNvGrpSpPr/>
          <p:nvPr/>
        </p:nvGrpSpPr>
        <p:grpSpPr>
          <a:xfrm>
            <a:off x="4867705" y="1323607"/>
            <a:ext cx="3432984" cy="2496295"/>
            <a:chOff x="331763" y="414153"/>
            <a:chExt cx="6903246" cy="5019697"/>
          </a:xfrm>
        </p:grpSpPr>
        <p:sp>
          <p:nvSpPr>
            <p:cNvPr id="2520" name="Google Shape;2520;p54"/>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4"/>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4"/>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4"/>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524" name="Google Shape;2524;p54"/>
          <p:cNvPicPr preferRelativeResize="0"/>
          <p:nvPr/>
        </p:nvPicPr>
        <p:blipFill rotWithShape="1">
          <a:blip r:embed="rId3">
            <a:alphaModFix/>
          </a:blip>
          <a:srcRect l="3891" r="3882"/>
          <a:stretch/>
        </p:blipFill>
        <p:spPr>
          <a:xfrm>
            <a:off x="4959603" y="1415833"/>
            <a:ext cx="3249110" cy="1981718"/>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528"/>
        <p:cNvGrpSpPr/>
        <p:nvPr/>
      </p:nvGrpSpPr>
      <p:grpSpPr>
        <a:xfrm>
          <a:off x="0" y="0"/>
          <a:ext cx="0" cy="0"/>
          <a:chOff x="0" y="0"/>
          <a:chExt cx="0" cy="0"/>
        </a:xfrm>
      </p:grpSpPr>
      <p:sp>
        <p:nvSpPr>
          <p:cNvPr id="2529" name="Google Shape;2529;p55"/>
          <p:cNvSpPr txBox="1">
            <a:spLocks noGrp="1"/>
          </p:cNvSpPr>
          <p:nvPr>
            <p:ph type="title"/>
          </p:nvPr>
        </p:nvSpPr>
        <p:spPr>
          <a:xfrm>
            <a:off x="5368075" y="1567700"/>
            <a:ext cx="3062700" cy="913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Mockup de tablet</a:t>
            </a:r>
            <a:endParaRPr/>
          </a:p>
        </p:txBody>
      </p:sp>
      <p:sp>
        <p:nvSpPr>
          <p:cNvPr id="2530" name="Google Shape;2530;p55"/>
          <p:cNvSpPr txBox="1">
            <a:spLocks noGrp="1"/>
          </p:cNvSpPr>
          <p:nvPr>
            <p:ph type="subTitle" idx="1"/>
          </p:nvPr>
        </p:nvSpPr>
        <p:spPr>
          <a:xfrm>
            <a:off x="5368075" y="2557000"/>
            <a:ext cx="3062700" cy="1018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Puedes reemplazar la imagen en la pantalla por otra. Haz clic derecho en ella y luego elige "Reemplazar imagen" para agregar la tuya</a:t>
            </a:r>
            <a:endParaRPr/>
          </a:p>
        </p:txBody>
      </p:sp>
      <p:grpSp>
        <p:nvGrpSpPr>
          <p:cNvPr id="2531" name="Google Shape;2531;p55"/>
          <p:cNvGrpSpPr/>
          <p:nvPr/>
        </p:nvGrpSpPr>
        <p:grpSpPr>
          <a:xfrm>
            <a:off x="1388332" y="1017714"/>
            <a:ext cx="2580649" cy="3108074"/>
            <a:chOff x="1499620" y="687289"/>
            <a:chExt cx="2340300" cy="2946600"/>
          </a:xfrm>
        </p:grpSpPr>
        <p:sp>
          <p:nvSpPr>
            <p:cNvPr id="2532" name="Google Shape;2532;p55"/>
            <p:cNvSpPr/>
            <p:nvPr/>
          </p:nvSpPr>
          <p:spPr>
            <a:xfrm rot="10800000" flipH="1">
              <a:off x="1499620" y="687289"/>
              <a:ext cx="2340300" cy="2946600"/>
            </a:xfrm>
            <a:prstGeom prst="roundRect">
              <a:avLst>
                <a:gd name="adj" fmla="val 2925"/>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5"/>
            <p:cNvSpPr/>
            <p:nvPr/>
          </p:nvSpPr>
          <p:spPr>
            <a:xfrm>
              <a:off x="2334315" y="788552"/>
              <a:ext cx="670800" cy="672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534" name="Google Shape;2534;p55"/>
          <p:cNvPicPr preferRelativeResize="0"/>
          <p:nvPr/>
        </p:nvPicPr>
        <p:blipFill rotWithShape="1">
          <a:blip r:embed="rId3">
            <a:alphaModFix/>
          </a:blip>
          <a:srcRect l="24774" r="24779"/>
          <a:stretch/>
        </p:blipFill>
        <p:spPr>
          <a:xfrm>
            <a:off x="1480163" y="1292137"/>
            <a:ext cx="2396700" cy="2672400"/>
          </a:xfrm>
          <a:prstGeom prst="rect">
            <a:avLst/>
          </a:prstGeom>
          <a:noFill/>
          <a:ln w="28575" cap="sq" cmpd="sng">
            <a:solidFill>
              <a:srgbClr val="36592E"/>
            </a:solidFill>
            <a:prstDash val="solid"/>
            <a:miter lim="8000"/>
            <a:headEnd type="none" w="sm" len="sm"/>
            <a:tailEnd type="none" w="sm" len="sm"/>
          </a:ln>
        </p:spPr>
      </p:pic>
      <p:grpSp>
        <p:nvGrpSpPr>
          <p:cNvPr id="2535" name="Google Shape;2535;p55"/>
          <p:cNvGrpSpPr/>
          <p:nvPr/>
        </p:nvGrpSpPr>
        <p:grpSpPr>
          <a:xfrm>
            <a:off x="2755000" y="424813"/>
            <a:ext cx="368400" cy="368400"/>
            <a:chOff x="2755000" y="424813"/>
            <a:chExt cx="368400" cy="368400"/>
          </a:xfrm>
        </p:grpSpPr>
        <p:sp>
          <p:nvSpPr>
            <p:cNvPr id="2536" name="Google Shape;2536;p55"/>
            <p:cNvSpPr/>
            <p:nvPr/>
          </p:nvSpPr>
          <p:spPr>
            <a:xfrm>
              <a:off x="2755000" y="424813"/>
              <a:ext cx="368400" cy="368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7" name="Google Shape;2537;p55"/>
            <p:cNvGrpSpPr/>
            <p:nvPr/>
          </p:nvGrpSpPr>
          <p:grpSpPr>
            <a:xfrm>
              <a:off x="2848920" y="493768"/>
              <a:ext cx="181288" cy="230792"/>
              <a:chOff x="7123663" y="2402313"/>
              <a:chExt cx="267150" cy="340100"/>
            </a:xfrm>
          </p:grpSpPr>
          <p:sp>
            <p:nvSpPr>
              <p:cNvPr id="2538" name="Google Shape;2538;p55"/>
              <p:cNvSpPr/>
              <p:nvPr/>
            </p:nvSpPr>
            <p:spPr>
              <a:xfrm>
                <a:off x="7123663" y="2698638"/>
                <a:ext cx="131275" cy="43775"/>
              </a:xfrm>
              <a:custGeom>
                <a:avLst/>
                <a:gdLst/>
                <a:ahLst/>
                <a:cxnLst/>
                <a:rect l="l" t="t" r="r" b="b"/>
                <a:pathLst>
                  <a:path w="5251" h="1751" extrusionOk="0">
                    <a:moveTo>
                      <a:pt x="0" y="0"/>
                    </a:moveTo>
                    <a:lnTo>
                      <a:pt x="0" y="553"/>
                    </a:lnTo>
                    <a:cubicBezTo>
                      <a:pt x="31" y="1198"/>
                      <a:pt x="553" y="1750"/>
                      <a:pt x="1198" y="1750"/>
                    </a:cubicBezTo>
                    <a:lnTo>
                      <a:pt x="5128" y="1750"/>
                    </a:lnTo>
                    <a:cubicBezTo>
                      <a:pt x="5097" y="1167"/>
                      <a:pt x="5128" y="584"/>
                      <a:pt x="5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5"/>
              <p:cNvSpPr/>
              <p:nvPr/>
            </p:nvSpPr>
            <p:spPr>
              <a:xfrm>
                <a:off x="7123663" y="2402313"/>
                <a:ext cx="190400" cy="276375"/>
              </a:xfrm>
              <a:custGeom>
                <a:avLst/>
                <a:gdLst/>
                <a:ahLst/>
                <a:cxnLst/>
                <a:rect l="l" t="t" r="r" b="b"/>
                <a:pathLst>
                  <a:path w="7616" h="11055" extrusionOk="0">
                    <a:moveTo>
                      <a:pt x="1198" y="1"/>
                    </a:moveTo>
                    <a:cubicBezTo>
                      <a:pt x="553" y="1"/>
                      <a:pt x="31" y="523"/>
                      <a:pt x="0" y="1198"/>
                    </a:cubicBezTo>
                    <a:lnTo>
                      <a:pt x="0" y="11055"/>
                    </a:lnTo>
                    <a:lnTo>
                      <a:pt x="5527" y="11055"/>
                    </a:lnTo>
                    <a:cubicBezTo>
                      <a:pt x="5742" y="10533"/>
                      <a:pt x="6111" y="10042"/>
                      <a:pt x="6602" y="9673"/>
                    </a:cubicBezTo>
                    <a:lnTo>
                      <a:pt x="5067" y="8107"/>
                    </a:lnTo>
                    <a:cubicBezTo>
                      <a:pt x="4147" y="7187"/>
                      <a:pt x="4984" y="5942"/>
                      <a:pt x="5950" y="5942"/>
                    </a:cubicBezTo>
                    <a:cubicBezTo>
                      <a:pt x="6242" y="5942"/>
                      <a:pt x="6546" y="6055"/>
                      <a:pt x="6817" y="6326"/>
                    </a:cubicBezTo>
                    <a:lnTo>
                      <a:pt x="7615" y="7125"/>
                    </a:lnTo>
                    <a:lnTo>
                      <a:pt x="7615" y="1198"/>
                    </a:lnTo>
                    <a:cubicBezTo>
                      <a:pt x="7615" y="523"/>
                      <a:pt x="7063" y="1"/>
                      <a:pt x="6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5"/>
              <p:cNvSpPr/>
              <p:nvPr/>
            </p:nvSpPr>
            <p:spPr>
              <a:xfrm>
                <a:off x="7254813" y="2534363"/>
                <a:ext cx="136000" cy="208050"/>
              </a:xfrm>
              <a:custGeom>
                <a:avLst/>
                <a:gdLst/>
                <a:ahLst/>
                <a:cxnLst/>
                <a:rect l="l" t="t" r="r" b="b"/>
                <a:pathLst>
                  <a:path w="5440" h="8322" extrusionOk="0">
                    <a:moveTo>
                      <a:pt x="3168" y="0"/>
                    </a:moveTo>
                    <a:lnTo>
                      <a:pt x="3168" y="2641"/>
                    </a:lnTo>
                    <a:lnTo>
                      <a:pt x="3475" y="2948"/>
                    </a:lnTo>
                    <a:cubicBezTo>
                      <a:pt x="3779" y="3229"/>
                      <a:pt x="3512" y="3635"/>
                      <a:pt x="3205" y="3635"/>
                    </a:cubicBezTo>
                    <a:cubicBezTo>
                      <a:pt x="3109" y="3635"/>
                      <a:pt x="3010" y="3595"/>
                      <a:pt x="2922" y="3501"/>
                    </a:cubicBezTo>
                    <a:cubicBezTo>
                      <a:pt x="1602" y="2211"/>
                      <a:pt x="1018" y="1597"/>
                      <a:pt x="1018" y="1597"/>
                    </a:cubicBezTo>
                    <a:cubicBezTo>
                      <a:pt x="915" y="1479"/>
                      <a:pt x="795" y="1430"/>
                      <a:pt x="680" y="1430"/>
                    </a:cubicBezTo>
                    <a:cubicBezTo>
                      <a:pt x="318" y="1430"/>
                      <a:pt x="0" y="1915"/>
                      <a:pt x="373" y="2242"/>
                    </a:cubicBezTo>
                    <a:lnTo>
                      <a:pt x="2246" y="4207"/>
                    </a:lnTo>
                    <a:cubicBezTo>
                      <a:pt x="2461" y="4391"/>
                      <a:pt x="2369" y="4760"/>
                      <a:pt x="2093" y="4852"/>
                    </a:cubicBezTo>
                    <a:cubicBezTo>
                      <a:pt x="1817" y="4975"/>
                      <a:pt x="1571" y="5189"/>
                      <a:pt x="1387" y="5435"/>
                    </a:cubicBezTo>
                    <a:cubicBezTo>
                      <a:pt x="1110" y="5773"/>
                      <a:pt x="926" y="6172"/>
                      <a:pt x="834" y="6571"/>
                    </a:cubicBezTo>
                    <a:cubicBezTo>
                      <a:pt x="680" y="7155"/>
                      <a:pt x="619" y="7738"/>
                      <a:pt x="650" y="8321"/>
                    </a:cubicBezTo>
                    <a:lnTo>
                      <a:pt x="4089" y="8321"/>
                    </a:lnTo>
                    <a:cubicBezTo>
                      <a:pt x="4273" y="8321"/>
                      <a:pt x="4427" y="8168"/>
                      <a:pt x="4457" y="7984"/>
                    </a:cubicBezTo>
                    <a:lnTo>
                      <a:pt x="5225" y="4299"/>
                    </a:lnTo>
                    <a:cubicBezTo>
                      <a:pt x="5440" y="3255"/>
                      <a:pt x="5164" y="2180"/>
                      <a:pt x="4488" y="1351"/>
                    </a:cubicBezTo>
                    <a:cubicBezTo>
                      <a:pt x="4365" y="1198"/>
                      <a:pt x="4396" y="1228"/>
                      <a:pt x="3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544"/>
        <p:cNvGrpSpPr/>
        <p:nvPr/>
      </p:nvGrpSpPr>
      <p:grpSpPr>
        <a:xfrm>
          <a:off x="0" y="0"/>
          <a:ext cx="0" cy="0"/>
          <a:chOff x="0" y="0"/>
          <a:chExt cx="0" cy="0"/>
        </a:xfrm>
      </p:grpSpPr>
      <p:sp>
        <p:nvSpPr>
          <p:cNvPr id="2545" name="Google Shape;2545;p56"/>
          <p:cNvSpPr txBox="1">
            <a:spLocks noGrp="1"/>
          </p:cNvSpPr>
          <p:nvPr>
            <p:ph type="title"/>
          </p:nvPr>
        </p:nvSpPr>
        <p:spPr>
          <a:xfrm>
            <a:off x="720000" y="1567700"/>
            <a:ext cx="3062700" cy="91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 de teléfono</a:t>
            </a:r>
            <a:endParaRPr/>
          </a:p>
        </p:txBody>
      </p:sp>
      <p:sp>
        <p:nvSpPr>
          <p:cNvPr id="2546" name="Google Shape;2546;p56"/>
          <p:cNvSpPr txBox="1">
            <a:spLocks noGrp="1"/>
          </p:cNvSpPr>
          <p:nvPr>
            <p:ph type="subTitle" idx="1"/>
          </p:nvPr>
        </p:nvSpPr>
        <p:spPr>
          <a:xfrm>
            <a:off x="720000" y="2557000"/>
            <a:ext cx="3062700" cy="1018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reemplazar la imagen en la pantalla por otra. Haz clic derecho en ella y luego elige "Reemplazar imagen" para agregar la tuya</a:t>
            </a:r>
            <a:endParaRPr/>
          </a:p>
        </p:txBody>
      </p:sp>
      <p:sp>
        <p:nvSpPr>
          <p:cNvPr id="2547" name="Google Shape;2547;p56"/>
          <p:cNvSpPr/>
          <p:nvPr/>
        </p:nvSpPr>
        <p:spPr>
          <a:xfrm>
            <a:off x="5529574" y="1098484"/>
            <a:ext cx="1431677" cy="2731737"/>
          </a:xfrm>
          <a:custGeom>
            <a:avLst/>
            <a:gdLst/>
            <a:ahLst/>
            <a:cxnLst/>
            <a:rect l="l" t="t" r="r" b="b"/>
            <a:pathLst>
              <a:path w="84552" h="161331" extrusionOk="0">
                <a:moveTo>
                  <a:pt x="1" y="1"/>
                </a:moveTo>
                <a:lnTo>
                  <a:pt x="1" y="161331"/>
                </a:lnTo>
                <a:lnTo>
                  <a:pt x="84551" y="161331"/>
                </a:lnTo>
                <a:lnTo>
                  <a:pt x="84551" y="1"/>
                </a:lnTo>
                <a:close/>
              </a:path>
            </a:pathLst>
          </a:custGeom>
          <a:solidFill>
            <a:srgbClr val="C2C2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8" name="Google Shape;2548;p56"/>
          <p:cNvGrpSpPr/>
          <p:nvPr/>
        </p:nvGrpSpPr>
        <p:grpSpPr>
          <a:xfrm>
            <a:off x="5456476" y="941516"/>
            <a:ext cx="1578261" cy="3203596"/>
            <a:chOff x="5186401" y="494525"/>
            <a:chExt cx="1834973" cy="3724678"/>
          </a:xfrm>
        </p:grpSpPr>
        <p:sp>
          <p:nvSpPr>
            <p:cNvPr id="2549" name="Google Shape;2549;p56"/>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551" name="Google Shape;2551;p56"/>
          <p:cNvPicPr preferRelativeResize="0"/>
          <p:nvPr/>
        </p:nvPicPr>
        <p:blipFill rotWithShape="1">
          <a:blip r:embed="rId3">
            <a:alphaModFix/>
          </a:blip>
          <a:srcRect l="59542" r="10978"/>
          <a:stretch/>
        </p:blipFill>
        <p:spPr>
          <a:xfrm>
            <a:off x="5529581" y="1098487"/>
            <a:ext cx="1431672" cy="2731764"/>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555"/>
        <p:cNvGrpSpPr/>
        <p:nvPr/>
      </p:nvGrpSpPr>
      <p:grpSpPr>
        <a:xfrm>
          <a:off x="0" y="0"/>
          <a:ext cx="0" cy="0"/>
          <a:chOff x="0" y="0"/>
          <a:chExt cx="0" cy="0"/>
        </a:xfrm>
      </p:grpSpPr>
      <p:sp>
        <p:nvSpPr>
          <p:cNvPr id="2556" name="Google Shape;2556;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Esto es un mapa</a:t>
            </a:r>
            <a:endParaRPr/>
          </a:p>
        </p:txBody>
      </p:sp>
      <p:grpSp>
        <p:nvGrpSpPr>
          <p:cNvPr id="2557" name="Google Shape;2557;p57"/>
          <p:cNvGrpSpPr/>
          <p:nvPr/>
        </p:nvGrpSpPr>
        <p:grpSpPr>
          <a:xfrm>
            <a:off x="4317681" y="1684529"/>
            <a:ext cx="4004576" cy="2384042"/>
            <a:chOff x="233350" y="949250"/>
            <a:chExt cx="6859500" cy="3802300"/>
          </a:xfrm>
        </p:grpSpPr>
        <p:sp>
          <p:nvSpPr>
            <p:cNvPr id="2558" name="Google Shape;2558;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59" name="Google Shape;2559;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0" name="Google Shape;2560;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1" name="Google Shape;2561;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2" name="Google Shape;2562;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3" name="Google Shape;2563;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4" name="Google Shape;2564;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5" name="Google Shape;2565;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6" name="Google Shape;2566;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7" name="Google Shape;2567;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8" name="Google Shape;2568;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69" name="Google Shape;2569;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0" name="Google Shape;2570;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1" name="Google Shape;2571;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2" name="Google Shape;2572;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3" name="Google Shape;2573;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4" name="Google Shape;2574;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5" name="Google Shape;2575;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6" name="Google Shape;2576;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7" name="Google Shape;2577;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8" name="Google Shape;2578;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79" name="Google Shape;2579;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0" name="Google Shape;2580;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1" name="Google Shape;2581;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2" name="Google Shape;2582;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3" name="Google Shape;2583;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4" name="Google Shape;2584;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5" name="Google Shape;2585;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6" name="Google Shape;2586;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7" name="Google Shape;2587;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8" name="Google Shape;2588;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89" name="Google Shape;2589;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0" name="Google Shape;2590;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1" name="Google Shape;2591;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2" name="Google Shape;2592;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3" name="Google Shape;2593;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4" name="Google Shape;2594;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5" name="Google Shape;2595;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6" name="Google Shape;2596;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7" name="Google Shape;2597;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8" name="Google Shape;2598;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599" name="Google Shape;2599;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0" name="Google Shape;2600;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1" name="Google Shape;2601;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2" name="Google Shape;2602;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3" name="Google Shape;2603;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4" name="Google Shape;2604;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5" name="Google Shape;2605;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606" name="Google Shape;2606;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sp>
        <p:nvSpPr>
          <p:cNvPr id="2607" name="Google Shape;2607;p57"/>
          <p:cNvSpPr txBox="1"/>
          <p:nvPr/>
        </p:nvSpPr>
        <p:spPr>
          <a:xfrm flipH="1">
            <a:off x="720100" y="2111716"/>
            <a:ext cx="2133900" cy="37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México</a:t>
            </a:r>
            <a:endParaRPr sz="2200" b="1">
              <a:solidFill>
                <a:schemeClr val="dk1"/>
              </a:solidFill>
              <a:latin typeface="IBM Plex Mono"/>
              <a:ea typeface="IBM Plex Mono"/>
              <a:cs typeface="IBM Plex Mono"/>
              <a:sym typeface="IBM Plex Mono"/>
            </a:endParaRPr>
          </a:p>
        </p:txBody>
      </p:sp>
      <p:sp>
        <p:nvSpPr>
          <p:cNvPr id="2608" name="Google Shape;2608;p57"/>
          <p:cNvSpPr txBox="1"/>
          <p:nvPr/>
        </p:nvSpPr>
        <p:spPr>
          <a:xfrm flipH="1">
            <a:off x="720125" y="2481139"/>
            <a:ext cx="31239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Venus tiene un nombre precioso</a:t>
            </a:r>
            <a:endParaRPr>
              <a:solidFill>
                <a:schemeClr val="dk1"/>
              </a:solidFill>
              <a:latin typeface="Metrophobic"/>
              <a:ea typeface="Metrophobic"/>
              <a:cs typeface="Metrophobic"/>
              <a:sym typeface="Metrophobic"/>
            </a:endParaRPr>
          </a:p>
        </p:txBody>
      </p:sp>
      <p:sp>
        <p:nvSpPr>
          <p:cNvPr id="2609" name="Google Shape;2609;p57"/>
          <p:cNvSpPr txBox="1"/>
          <p:nvPr/>
        </p:nvSpPr>
        <p:spPr>
          <a:xfrm flipH="1">
            <a:off x="719993" y="1250625"/>
            <a:ext cx="2133900" cy="37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E.E.U.U</a:t>
            </a:r>
            <a:endParaRPr sz="2200" b="1">
              <a:solidFill>
                <a:schemeClr val="dk1"/>
              </a:solidFill>
              <a:latin typeface="IBM Plex Mono"/>
              <a:ea typeface="IBM Plex Mono"/>
              <a:cs typeface="IBM Plex Mono"/>
              <a:sym typeface="IBM Plex Mono"/>
            </a:endParaRPr>
          </a:p>
        </p:txBody>
      </p:sp>
      <p:sp>
        <p:nvSpPr>
          <p:cNvPr id="2610" name="Google Shape;2610;p57"/>
          <p:cNvSpPr txBox="1"/>
          <p:nvPr/>
        </p:nvSpPr>
        <p:spPr>
          <a:xfrm flipH="1">
            <a:off x="720125" y="1620750"/>
            <a:ext cx="3123900" cy="378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Mercurio es el planeta más pequeño</a:t>
            </a:r>
            <a:endParaRPr>
              <a:solidFill>
                <a:schemeClr val="dk1"/>
              </a:solidFill>
              <a:latin typeface="Metrophobic"/>
              <a:ea typeface="Metrophobic"/>
              <a:cs typeface="Metrophobic"/>
              <a:sym typeface="Metrophobic"/>
            </a:endParaRPr>
          </a:p>
        </p:txBody>
      </p:sp>
      <p:sp>
        <p:nvSpPr>
          <p:cNvPr id="2611" name="Google Shape;2611;p57"/>
          <p:cNvSpPr txBox="1"/>
          <p:nvPr/>
        </p:nvSpPr>
        <p:spPr>
          <a:xfrm flipH="1">
            <a:off x="719993" y="2994305"/>
            <a:ext cx="2133900" cy="37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Venezuela</a:t>
            </a:r>
            <a:endParaRPr sz="2200" b="1">
              <a:solidFill>
                <a:schemeClr val="dk1"/>
              </a:solidFill>
              <a:latin typeface="IBM Plex Mono"/>
              <a:ea typeface="IBM Plex Mono"/>
              <a:cs typeface="IBM Plex Mono"/>
              <a:sym typeface="IBM Plex Mono"/>
            </a:endParaRPr>
          </a:p>
        </p:txBody>
      </p:sp>
      <p:sp>
        <p:nvSpPr>
          <p:cNvPr id="2612" name="Google Shape;2612;p57"/>
          <p:cNvSpPr txBox="1"/>
          <p:nvPr/>
        </p:nvSpPr>
        <p:spPr>
          <a:xfrm flipH="1">
            <a:off x="720125" y="3365585"/>
            <a:ext cx="3123900" cy="378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00000"/>
              </a:buClr>
              <a:buSzPts val="1100"/>
              <a:buFont typeface="Arial"/>
              <a:buNone/>
            </a:pPr>
            <a:r>
              <a:rPr lang="en">
                <a:solidFill>
                  <a:schemeClr val="dk1"/>
                </a:solidFill>
                <a:latin typeface="Metrophobic"/>
                <a:ea typeface="Metrophobic"/>
                <a:cs typeface="Metrophobic"/>
                <a:sym typeface="Metrophobic"/>
              </a:rPr>
              <a:t>Júpiter es un gigante gaseoso</a:t>
            </a:r>
            <a:endParaRPr>
              <a:solidFill>
                <a:schemeClr val="dk1"/>
              </a:solidFill>
              <a:latin typeface="Metrophobic"/>
              <a:ea typeface="Metrophobic"/>
              <a:cs typeface="Metrophobic"/>
              <a:sym typeface="Metrophobic"/>
            </a:endParaRPr>
          </a:p>
        </p:txBody>
      </p:sp>
      <p:sp>
        <p:nvSpPr>
          <p:cNvPr id="2613" name="Google Shape;2613;p57"/>
          <p:cNvSpPr txBox="1"/>
          <p:nvPr/>
        </p:nvSpPr>
        <p:spPr>
          <a:xfrm flipH="1">
            <a:off x="719993" y="3856551"/>
            <a:ext cx="2133900" cy="37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España</a:t>
            </a:r>
            <a:endParaRPr sz="2200" b="1">
              <a:solidFill>
                <a:schemeClr val="dk1"/>
              </a:solidFill>
              <a:latin typeface="IBM Plex Mono"/>
              <a:ea typeface="IBM Plex Mono"/>
              <a:cs typeface="IBM Plex Mono"/>
              <a:sym typeface="IBM Plex Mono"/>
            </a:endParaRPr>
          </a:p>
        </p:txBody>
      </p:sp>
      <p:sp>
        <p:nvSpPr>
          <p:cNvPr id="2614" name="Google Shape;2614;p57"/>
          <p:cNvSpPr txBox="1"/>
          <p:nvPr/>
        </p:nvSpPr>
        <p:spPr>
          <a:xfrm flipH="1">
            <a:off x="720125" y="4227800"/>
            <a:ext cx="3123900" cy="376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solidFill>
                  <a:srgbClr val="595959"/>
                </a:solidFill>
                <a:latin typeface="Anaheim"/>
                <a:ea typeface="Anaheim"/>
                <a:cs typeface="Anaheim"/>
                <a:sym typeface="Anaheim"/>
              </a:rPr>
              <a:t>Saturno</a:t>
            </a:r>
            <a:r>
              <a:rPr lang="en">
                <a:solidFill>
                  <a:srgbClr val="595959"/>
                </a:solidFill>
                <a:latin typeface="Anaheim"/>
                <a:ea typeface="Anaheim"/>
                <a:cs typeface="Anaheim"/>
                <a:sym typeface="Anaheim"/>
              </a:rPr>
              <a:t> es un gigante gaseoso</a:t>
            </a:r>
            <a:endParaRPr>
              <a:solidFill>
                <a:schemeClr val="dk1"/>
              </a:solidFill>
              <a:latin typeface="Metrophobic"/>
              <a:ea typeface="Metrophobic"/>
              <a:cs typeface="Metrophobic"/>
              <a:sym typeface="Metrophobic"/>
            </a:endParaRPr>
          </a:p>
        </p:txBody>
      </p:sp>
      <p:sp>
        <p:nvSpPr>
          <p:cNvPr id="2615" name="Google Shape;2615;p57"/>
          <p:cNvSpPr/>
          <p:nvPr/>
        </p:nvSpPr>
        <p:spPr>
          <a:xfrm>
            <a:off x="6020075" y="2317017"/>
            <a:ext cx="119100" cy="119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7"/>
          <p:cNvSpPr/>
          <p:nvPr/>
        </p:nvSpPr>
        <p:spPr>
          <a:xfrm>
            <a:off x="5213800" y="2181617"/>
            <a:ext cx="119100" cy="119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7"/>
          <p:cNvSpPr/>
          <p:nvPr/>
        </p:nvSpPr>
        <p:spPr>
          <a:xfrm>
            <a:off x="4745500" y="2621692"/>
            <a:ext cx="119100" cy="119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7"/>
          <p:cNvSpPr/>
          <p:nvPr/>
        </p:nvSpPr>
        <p:spPr>
          <a:xfrm>
            <a:off x="5213800" y="2933842"/>
            <a:ext cx="119100" cy="119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19" name="Google Shape;2619;p57"/>
          <p:cNvCxnSpPr>
            <a:stCxn id="2609" idx="1"/>
            <a:endCxn id="2616" idx="2"/>
          </p:cNvCxnSpPr>
          <p:nvPr/>
        </p:nvCxnSpPr>
        <p:spPr>
          <a:xfrm>
            <a:off x="2853893" y="1439625"/>
            <a:ext cx="2359800" cy="801600"/>
          </a:xfrm>
          <a:prstGeom prst="bentConnector3">
            <a:avLst>
              <a:gd name="adj1" fmla="val 50002"/>
            </a:avLst>
          </a:prstGeom>
          <a:noFill/>
          <a:ln w="19050" cap="flat" cmpd="sng">
            <a:solidFill>
              <a:schemeClr val="accent2"/>
            </a:solidFill>
            <a:prstDash val="solid"/>
            <a:round/>
            <a:headEnd type="none" w="med" len="med"/>
            <a:tailEnd type="none" w="med" len="med"/>
          </a:ln>
        </p:spPr>
      </p:cxnSp>
      <p:cxnSp>
        <p:nvCxnSpPr>
          <p:cNvPr id="2620" name="Google Shape;2620;p57"/>
          <p:cNvCxnSpPr>
            <a:stCxn id="2607" idx="1"/>
            <a:endCxn id="2617" idx="2"/>
          </p:cNvCxnSpPr>
          <p:nvPr/>
        </p:nvCxnSpPr>
        <p:spPr>
          <a:xfrm>
            <a:off x="2854000" y="2300716"/>
            <a:ext cx="1891500" cy="380400"/>
          </a:xfrm>
          <a:prstGeom prst="bentConnector3">
            <a:avLst>
              <a:gd name="adj1" fmla="val 50000"/>
            </a:avLst>
          </a:prstGeom>
          <a:noFill/>
          <a:ln w="19050" cap="flat" cmpd="sng">
            <a:solidFill>
              <a:schemeClr val="accent2"/>
            </a:solidFill>
            <a:prstDash val="solid"/>
            <a:round/>
            <a:headEnd type="none" w="med" len="med"/>
            <a:tailEnd type="none" w="med" len="med"/>
          </a:ln>
        </p:spPr>
      </p:cxnSp>
      <p:cxnSp>
        <p:nvCxnSpPr>
          <p:cNvPr id="2621" name="Google Shape;2621;p57"/>
          <p:cNvCxnSpPr>
            <a:stCxn id="2611" idx="1"/>
            <a:endCxn id="2618" idx="2"/>
          </p:cNvCxnSpPr>
          <p:nvPr/>
        </p:nvCxnSpPr>
        <p:spPr>
          <a:xfrm rot="10800000" flipH="1">
            <a:off x="2853893" y="2993405"/>
            <a:ext cx="2359800" cy="189900"/>
          </a:xfrm>
          <a:prstGeom prst="bentConnector3">
            <a:avLst>
              <a:gd name="adj1" fmla="val 50002"/>
            </a:avLst>
          </a:prstGeom>
          <a:noFill/>
          <a:ln w="19050" cap="flat" cmpd="sng">
            <a:solidFill>
              <a:schemeClr val="accent2"/>
            </a:solidFill>
            <a:prstDash val="solid"/>
            <a:round/>
            <a:headEnd type="none" w="med" len="med"/>
            <a:tailEnd type="none" w="med" len="med"/>
          </a:ln>
        </p:spPr>
      </p:cxnSp>
      <p:cxnSp>
        <p:nvCxnSpPr>
          <p:cNvPr id="2622" name="Google Shape;2622;p57"/>
          <p:cNvCxnSpPr>
            <a:stCxn id="2613" idx="1"/>
            <a:endCxn id="2615" idx="4"/>
          </p:cNvCxnSpPr>
          <p:nvPr/>
        </p:nvCxnSpPr>
        <p:spPr>
          <a:xfrm rot="10800000" flipH="1">
            <a:off x="2853893" y="2436051"/>
            <a:ext cx="3225600" cy="1608600"/>
          </a:xfrm>
          <a:prstGeom prst="bentConnector2">
            <a:avLst/>
          </a:prstGeom>
          <a:noFill/>
          <a:ln w="19050" cap="flat" cmpd="sng">
            <a:solidFill>
              <a:schemeClr val="accent2"/>
            </a:solidFill>
            <a:prstDash val="solid"/>
            <a:round/>
            <a:headEnd type="none" w="med" len="med"/>
            <a:tailEnd type="none" w="med" len="med"/>
          </a:ln>
        </p:spPr>
      </p:cxnSp>
      <p:grpSp>
        <p:nvGrpSpPr>
          <p:cNvPr id="2623" name="Google Shape;2623;p57"/>
          <p:cNvGrpSpPr/>
          <p:nvPr/>
        </p:nvGrpSpPr>
        <p:grpSpPr>
          <a:xfrm>
            <a:off x="8596375" y="4146100"/>
            <a:ext cx="368400" cy="368400"/>
            <a:chOff x="8596375" y="4146100"/>
            <a:chExt cx="368400" cy="368400"/>
          </a:xfrm>
        </p:grpSpPr>
        <p:sp>
          <p:nvSpPr>
            <p:cNvPr id="2624" name="Google Shape;2624;p57"/>
            <p:cNvSpPr/>
            <p:nvPr/>
          </p:nvSpPr>
          <p:spPr>
            <a:xfrm>
              <a:off x="8596375" y="4146100"/>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5" name="Google Shape;2625;p57"/>
            <p:cNvGrpSpPr/>
            <p:nvPr/>
          </p:nvGrpSpPr>
          <p:grpSpPr>
            <a:xfrm>
              <a:off x="8664357" y="4248997"/>
              <a:ext cx="232288" cy="162334"/>
              <a:chOff x="1680638" y="3081963"/>
              <a:chExt cx="346750" cy="242325"/>
            </a:xfrm>
          </p:grpSpPr>
          <p:sp>
            <p:nvSpPr>
              <p:cNvPr id="2626" name="Google Shape;2626;p57"/>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7"/>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7"/>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7"/>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633"/>
        <p:cNvGrpSpPr/>
        <p:nvPr/>
      </p:nvGrpSpPr>
      <p:grpSpPr>
        <a:xfrm>
          <a:off x="0" y="0"/>
          <a:ext cx="0" cy="0"/>
          <a:chOff x="0" y="0"/>
          <a:chExt cx="0" cy="0"/>
        </a:xfrm>
      </p:grpSpPr>
      <p:sp>
        <p:nvSpPr>
          <p:cNvPr id="2634" name="Google Shape;2634;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Aquí tienes una línea de tiempo</a:t>
            </a:r>
            <a:endParaRPr/>
          </a:p>
        </p:txBody>
      </p:sp>
      <p:sp>
        <p:nvSpPr>
          <p:cNvPr id="2635" name="Google Shape;2635;p58"/>
          <p:cNvSpPr txBox="1"/>
          <p:nvPr/>
        </p:nvSpPr>
        <p:spPr>
          <a:xfrm>
            <a:off x="720000" y="1822243"/>
            <a:ext cx="1987500" cy="6405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Mercurio es el planeta más cercano</a:t>
            </a:r>
            <a:endParaRPr>
              <a:solidFill>
                <a:schemeClr val="dk1"/>
              </a:solidFill>
              <a:latin typeface="Metrophobic"/>
              <a:ea typeface="Metrophobic"/>
              <a:cs typeface="Metrophobic"/>
              <a:sym typeface="Metrophobic"/>
            </a:endParaRPr>
          </a:p>
        </p:txBody>
      </p:sp>
      <p:sp>
        <p:nvSpPr>
          <p:cNvPr id="2636" name="Google Shape;2636;p58"/>
          <p:cNvSpPr txBox="1"/>
          <p:nvPr/>
        </p:nvSpPr>
        <p:spPr>
          <a:xfrm>
            <a:off x="1128375" y="2743475"/>
            <a:ext cx="1170900" cy="54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800">
                <a:solidFill>
                  <a:schemeClr val="accent2"/>
                </a:solidFill>
                <a:latin typeface="IBM Plex Mono SemiBold"/>
                <a:ea typeface="IBM Plex Mono SemiBold"/>
                <a:cs typeface="IBM Plex Mono SemiBold"/>
                <a:sym typeface="IBM Plex Mono SemiBold"/>
              </a:rPr>
              <a:t>19XX</a:t>
            </a:r>
            <a:endParaRPr sz="2800">
              <a:solidFill>
                <a:schemeClr val="accent2"/>
              </a:solidFill>
              <a:latin typeface="IBM Plex Mono SemiBold"/>
              <a:ea typeface="IBM Plex Mono SemiBold"/>
              <a:cs typeface="IBM Plex Mono SemiBold"/>
              <a:sym typeface="IBM Plex Mono SemiBold"/>
            </a:endParaRPr>
          </a:p>
        </p:txBody>
      </p:sp>
      <p:sp>
        <p:nvSpPr>
          <p:cNvPr id="2637" name="Google Shape;2637;p58"/>
          <p:cNvSpPr txBox="1"/>
          <p:nvPr/>
        </p:nvSpPr>
        <p:spPr>
          <a:xfrm>
            <a:off x="2149125" y="3573825"/>
            <a:ext cx="1987500" cy="640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Marte es uno de los planetas más fríos</a:t>
            </a:r>
            <a:endParaRPr>
              <a:solidFill>
                <a:schemeClr val="dk1"/>
              </a:solidFill>
              <a:latin typeface="Metrophobic"/>
              <a:ea typeface="Metrophobic"/>
              <a:cs typeface="Metrophobic"/>
              <a:sym typeface="Metrophobic"/>
            </a:endParaRPr>
          </a:p>
        </p:txBody>
      </p:sp>
      <p:sp>
        <p:nvSpPr>
          <p:cNvPr id="2638" name="Google Shape;2638;p58"/>
          <p:cNvSpPr txBox="1"/>
          <p:nvPr/>
        </p:nvSpPr>
        <p:spPr>
          <a:xfrm>
            <a:off x="2557426" y="2743475"/>
            <a:ext cx="1170900" cy="54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800">
                <a:solidFill>
                  <a:schemeClr val="accent2"/>
                </a:solidFill>
                <a:latin typeface="IBM Plex Mono SemiBold"/>
                <a:ea typeface="IBM Plex Mono SemiBold"/>
                <a:cs typeface="IBM Plex Mono SemiBold"/>
                <a:sym typeface="IBM Plex Mono SemiBold"/>
              </a:rPr>
              <a:t>19XX</a:t>
            </a:r>
            <a:endParaRPr sz="2800">
              <a:solidFill>
                <a:schemeClr val="accent2"/>
              </a:solidFill>
              <a:latin typeface="IBM Plex Mono SemiBold"/>
              <a:ea typeface="IBM Plex Mono SemiBold"/>
              <a:cs typeface="IBM Plex Mono SemiBold"/>
              <a:sym typeface="IBM Plex Mono SemiBold"/>
            </a:endParaRPr>
          </a:p>
        </p:txBody>
      </p:sp>
      <p:sp>
        <p:nvSpPr>
          <p:cNvPr id="2639" name="Google Shape;2639;p58"/>
          <p:cNvSpPr txBox="1"/>
          <p:nvPr/>
        </p:nvSpPr>
        <p:spPr>
          <a:xfrm>
            <a:off x="3578250" y="1822243"/>
            <a:ext cx="1987500" cy="6405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Júpiter es el planeta más grande de todos</a:t>
            </a:r>
            <a:endParaRPr>
              <a:solidFill>
                <a:schemeClr val="dk1"/>
              </a:solidFill>
              <a:latin typeface="Metrophobic"/>
              <a:ea typeface="Metrophobic"/>
              <a:cs typeface="Metrophobic"/>
              <a:sym typeface="Metrophobic"/>
            </a:endParaRPr>
          </a:p>
        </p:txBody>
      </p:sp>
      <p:sp>
        <p:nvSpPr>
          <p:cNvPr id="2640" name="Google Shape;2640;p58"/>
          <p:cNvSpPr txBox="1"/>
          <p:nvPr/>
        </p:nvSpPr>
        <p:spPr>
          <a:xfrm>
            <a:off x="3986550" y="2743475"/>
            <a:ext cx="1170900" cy="54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800">
                <a:solidFill>
                  <a:schemeClr val="accent2"/>
                </a:solidFill>
                <a:latin typeface="IBM Plex Mono SemiBold"/>
                <a:ea typeface="IBM Plex Mono SemiBold"/>
                <a:cs typeface="IBM Plex Mono SemiBold"/>
                <a:sym typeface="IBM Plex Mono SemiBold"/>
              </a:rPr>
              <a:t>19XX</a:t>
            </a:r>
            <a:endParaRPr sz="2800">
              <a:solidFill>
                <a:schemeClr val="accent2"/>
              </a:solidFill>
              <a:latin typeface="IBM Plex Mono SemiBold"/>
              <a:ea typeface="IBM Plex Mono SemiBold"/>
              <a:cs typeface="IBM Plex Mono SemiBold"/>
              <a:sym typeface="IBM Plex Mono SemiBold"/>
            </a:endParaRPr>
          </a:p>
        </p:txBody>
      </p:sp>
      <p:sp>
        <p:nvSpPr>
          <p:cNvPr id="2641" name="Google Shape;2641;p58"/>
          <p:cNvSpPr txBox="1"/>
          <p:nvPr/>
        </p:nvSpPr>
        <p:spPr>
          <a:xfrm>
            <a:off x="5007375" y="3573825"/>
            <a:ext cx="1987500" cy="640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Venus tiene un nombre precioso</a:t>
            </a:r>
            <a:endParaRPr>
              <a:solidFill>
                <a:schemeClr val="dk1"/>
              </a:solidFill>
              <a:latin typeface="Metrophobic"/>
              <a:ea typeface="Metrophobic"/>
              <a:cs typeface="Metrophobic"/>
              <a:sym typeface="Metrophobic"/>
            </a:endParaRPr>
          </a:p>
        </p:txBody>
      </p:sp>
      <p:sp>
        <p:nvSpPr>
          <p:cNvPr id="2642" name="Google Shape;2642;p58"/>
          <p:cNvSpPr txBox="1"/>
          <p:nvPr/>
        </p:nvSpPr>
        <p:spPr>
          <a:xfrm>
            <a:off x="5415674" y="2743475"/>
            <a:ext cx="1170900" cy="54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800">
                <a:solidFill>
                  <a:schemeClr val="accent2"/>
                </a:solidFill>
                <a:latin typeface="IBM Plex Mono SemiBold"/>
                <a:ea typeface="IBM Plex Mono SemiBold"/>
                <a:cs typeface="IBM Plex Mono SemiBold"/>
                <a:sym typeface="IBM Plex Mono SemiBold"/>
              </a:rPr>
              <a:t>20XX</a:t>
            </a:r>
            <a:endParaRPr sz="2800">
              <a:solidFill>
                <a:schemeClr val="accent2"/>
              </a:solidFill>
              <a:latin typeface="IBM Plex Mono SemiBold"/>
              <a:ea typeface="IBM Plex Mono SemiBold"/>
              <a:cs typeface="IBM Plex Mono SemiBold"/>
              <a:sym typeface="IBM Plex Mono SemiBold"/>
            </a:endParaRPr>
          </a:p>
        </p:txBody>
      </p:sp>
      <p:cxnSp>
        <p:nvCxnSpPr>
          <p:cNvPr id="2643" name="Google Shape;2643;p58"/>
          <p:cNvCxnSpPr>
            <a:stCxn id="2635" idx="2"/>
            <a:endCxn id="2636" idx="0"/>
          </p:cNvCxnSpPr>
          <p:nvPr/>
        </p:nvCxnSpPr>
        <p:spPr>
          <a:xfrm>
            <a:off x="1713750" y="2462743"/>
            <a:ext cx="0" cy="280800"/>
          </a:xfrm>
          <a:prstGeom prst="straightConnector1">
            <a:avLst/>
          </a:prstGeom>
          <a:noFill/>
          <a:ln w="19050" cap="flat" cmpd="sng">
            <a:solidFill>
              <a:schemeClr val="accent2"/>
            </a:solidFill>
            <a:prstDash val="solid"/>
            <a:round/>
            <a:headEnd type="oval" w="med" len="med"/>
            <a:tailEnd type="none" w="med" len="med"/>
          </a:ln>
        </p:spPr>
      </p:cxnSp>
      <p:cxnSp>
        <p:nvCxnSpPr>
          <p:cNvPr id="2644" name="Google Shape;2644;p58"/>
          <p:cNvCxnSpPr>
            <a:stCxn id="2638" idx="2"/>
            <a:endCxn id="2637" idx="0"/>
          </p:cNvCxnSpPr>
          <p:nvPr/>
        </p:nvCxnSpPr>
        <p:spPr>
          <a:xfrm>
            <a:off x="3142876" y="3293375"/>
            <a:ext cx="0" cy="280500"/>
          </a:xfrm>
          <a:prstGeom prst="straightConnector1">
            <a:avLst/>
          </a:prstGeom>
          <a:noFill/>
          <a:ln w="19050" cap="flat" cmpd="sng">
            <a:solidFill>
              <a:schemeClr val="accent2"/>
            </a:solidFill>
            <a:prstDash val="solid"/>
            <a:round/>
            <a:headEnd type="none" w="med" len="med"/>
            <a:tailEnd type="oval" w="med" len="med"/>
          </a:ln>
        </p:spPr>
      </p:cxnSp>
      <p:cxnSp>
        <p:nvCxnSpPr>
          <p:cNvPr id="2645" name="Google Shape;2645;p58"/>
          <p:cNvCxnSpPr>
            <a:stCxn id="2639" idx="2"/>
            <a:endCxn id="2640" idx="0"/>
          </p:cNvCxnSpPr>
          <p:nvPr/>
        </p:nvCxnSpPr>
        <p:spPr>
          <a:xfrm>
            <a:off x="4572000" y="2462743"/>
            <a:ext cx="0" cy="280800"/>
          </a:xfrm>
          <a:prstGeom prst="straightConnector1">
            <a:avLst/>
          </a:prstGeom>
          <a:noFill/>
          <a:ln w="19050" cap="flat" cmpd="sng">
            <a:solidFill>
              <a:schemeClr val="accent2"/>
            </a:solidFill>
            <a:prstDash val="solid"/>
            <a:round/>
            <a:headEnd type="oval" w="med" len="med"/>
            <a:tailEnd type="none" w="med" len="med"/>
          </a:ln>
        </p:spPr>
      </p:cxnSp>
      <p:cxnSp>
        <p:nvCxnSpPr>
          <p:cNvPr id="2646" name="Google Shape;2646;p58"/>
          <p:cNvCxnSpPr>
            <a:stCxn id="2642" idx="2"/>
            <a:endCxn id="2641" idx="0"/>
          </p:cNvCxnSpPr>
          <p:nvPr/>
        </p:nvCxnSpPr>
        <p:spPr>
          <a:xfrm>
            <a:off x="6001124" y="3293375"/>
            <a:ext cx="0" cy="280500"/>
          </a:xfrm>
          <a:prstGeom prst="straightConnector1">
            <a:avLst/>
          </a:prstGeom>
          <a:noFill/>
          <a:ln w="19050" cap="flat" cmpd="sng">
            <a:solidFill>
              <a:schemeClr val="accent2"/>
            </a:solidFill>
            <a:prstDash val="solid"/>
            <a:round/>
            <a:headEnd type="none" w="med" len="med"/>
            <a:tailEnd type="oval" w="med" len="med"/>
          </a:ln>
        </p:spPr>
      </p:cxnSp>
      <p:cxnSp>
        <p:nvCxnSpPr>
          <p:cNvPr id="2647" name="Google Shape;2647;p58"/>
          <p:cNvCxnSpPr>
            <a:stCxn id="2648" idx="0"/>
            <a:endCxn id="2649" idx="2"/>
          </p:cNvCxnSpPr>
          <p:nvPr/>
        </p:nvCxnSpPr>
        <p:spPr>
          <a:xfrm rot="10800000">
            <a:off x="7430263" y="2462675"/>
            <a:ext cx="0" cy="280800"/>
          </a:xfrm>
          <a:prstGeom prst="straightConnector1">
            <a:avLst/>
          </a:prstGeom>
          <a:noFill/>
          <a:ln w="19050" cap="flat" cmpd="sng">
            <a:solidFill>
              <a:schemeClr val="accent2"/>
            </a:solidFill>
            <a:prstDash val="solid"/>
            <a:round/>
            <a:headEnd type="none" w="med" len="med"/>
            <a:tailEnd type="oval" w="med" len="med"/>
          </a:ln>
        </p:spPr>
      </p:cxnSp>
      <p:sp>
        <p:nvSpPr>
          <p:cNvPr id="2649" name="Google Shape;2649;p58"/>
          <p:cNvSpPr txBox="1"/>
          <p:nvPr/>
        </p:nvSpPr>
        <p:spPr>
          <a:xfrm>
            <a:off x="6436500" y="1822225"/>
            <a:ext cx="1987500" cy="6405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Neptuno es el planeta más lejano del Sol</a:t>
            </a:r>
            <a:endParaRPr>
              <a:solidFill>
                <a:schemeClr val="dk1"/>
              </a:solidFill>
              <a:latin typeface="Metrophobic"/>
              <a:ea typeface="Metrophobic"/>
              <a:cs typeface="Metrophobic"/>
              <a:sym typeface="Metrophobic"/>
            </a:endParaRPr>
          </a:p>
        </p:txBody>
      </p:sp>
      <p:sp>
        <p:nvSpPr>
          <p:cNvPr id="2648" name="Google Shape;2648;p58"/>
          <p:cNvSpPr txBox="1"/>
          <p:nvPr/>
        </p:nvSpPr>
        <p:spPr>
          <a:xfrm>
            <a:off x="6844813" y="2743475"/>
            <a:ext cx="1170900" cy="54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800">
                <a:solidFill>
                  <a:schemeClr val="accent2"/>
                </a:solidFill>
                <a:latin typeface="IBM Plex Mono SemiBold"/>
                <a:ea typeface="IBM Plex Mono SemiBold"/>
                <a:cs typeface="IBM Plex Mono SemiBold"/>
                <a:sym typeface="IBM Plex Mono SemiBold"/>
              </a:rPr>
              <a:t>20XX</a:t>
            </a:r>
            <a:endParaRPr sz="2800">
              <a:solidFill>
                <a:schemeClr val="accent2"/>
              </a:solidFill>
              <a:latin typeface="IBM Plex Mono SemiBold"/>
              <a:ea typeface="IBM Plex Mono SemiBold"/>
              <a:cs typeface="IBM Plex Mono SemiBold"/>
              <a:sym typeface="IBM Plex Mono SemiBold"/>
            </a:endParaRPr>
          </a:p>
        </p:txBody>
      </p:sp>
      <p:cxnSp>
        <p:nvCxnSpPr>
          <p:cNvPr id="2650" name="Google Shape;2650;p58"/>
          <p:cNvCxnSpPr>
            <a:stCxn id="2636" idx="3"/>
            <a:endCxn id="2638" idx="1"/>
          </p:cNvCxnSpPr>
          <p:nvPr/>
        </p:nvCxnSpPr>
        <p:spPr>
          <a:xfrm>
            <a:off x="2299275" y="3018425"/>
            <a:ext cx="258300" cy="0"/>
          </a:xfrm>
          <a:prstGeom prst="straightConnector1">
            <a:avLst/>
          </a:prstGeom>
          <a:noFill/>
          <a:ln w="19050" cap="flat" cmpd="sng">
            <a:solidFill>
              <a:schemeClr val="accent2"/>
            </a:solidFill>
            <a:prstDash val="solid"/>
            <a:round/>
            <a:headEnd type="none" w="med" len="med"/>
            <a:tailEnd type="none" w="med" len="med"/>
          </a:ln>
        </p:spPr>
      </p:cxnSp>
      <p:cxnSp>
        <p:nvCxnSpPr>
          <p:cNvPr id="2651" name="Google Shape;2651;p58"/>
          <p:cNvCxnSpPr>
            <a:stCxn id="2638" idx="3"/>
            <a:endCxn id="2640" idx="1"/>
          </p:cNvCxnSpPr>
          <p:nvPr/>
        </p:nvCxnSpPr>
        <p:spPr>
          <a:xfrm>
            <a:off x="3728326" y="3018425"/>
            <a:ext cx="258300" cy="0"/>
          </a:xfrm>
          <a:prstGeom prst="straightConnector1">
            <a:avLst/>
          </a:prstGeom>
          <a:noFill/>
          <a:ln w="19050" cap="flat" cmpd="sng">
            <a:solidFill>
              <a:schemeClr val="accent2"/>
            </a:solidFill>
            <a:prstDash val="solid"/>
            <a:round/>
            <a:headEnd type="none" w="med" len="med"/>
            <a:tailEnd type="none" w="med" len="med"/>
          </a:ln>
        </p:spPr>
      </p:cxnSp>
      <p:cxnSp>
        <p:nvCxnSpPr>
          <p:cNvPr id="2652" name="Google Shape;2652;p58"/>
          <p:cNvCxnSpPr>
            <a:stCxn id="2640" idx="3"/>
            <a:endCxn id="2642" idx="1"/>
          </p:cNvCxnSpPr>
          <p:nvPr/>
        </p:nvCxnSpPr>
        <p:spPr>
          <a:xfrm>
            <a:off x="5157450" y="3018425"/>
            <a:ext cx="258300" cy="0"/>
          </a:xfrm>
          <a:prstGeom prst="straightConnector1">
            <a:avLst/>
          </a:prstGeom>
          <a:noFill/>
          <a:ln w="19050" cap="flat" cmpd="sng">
            <a:solidFill>
              <a:schemeClr val="accent2"/>
            </a:solidFill>
            <a:prstDash val="solid"/>
            <a:round/>
            <a:headEnd type="none" w="med" len="med"/>
            <a:tailEnd type="none" w="med" len="med"/>
          </a:ln>
        </p:spPr>
      </p:cxnSp>
      <p:cxnSp>
        <p:nvCxnSpPr>
          <p:cNvPr id="2653" name="Google Shape;2653;p58"/>
          <p:cNvCxnSpPr>
            <a:stCxn id="2642" idx="3"/>
            <a:endCxn id="2648" idx="1"/>
          </p:cNvCxnSpPr>
          <p:nvPr/>
        </p:nvCxnSpPr>
        <p:spPr>
          <a:xfrm>
            <a:off x="6586574" y="3018425"/>
            <a:ext cx="258300" cy="0"/>
          </a:xfrm>
          <a:prstGeom prst="straightConnector1">
            <a:avLst/>
          </a:prstGeom>
          <a:noFill/>
          <a:ln w="19050" cap="flat" cmpd="sng">
            <a:solidFill>
              <a:schemeClr val="accent2"/>
            </a:solidFill>
            <a:prstDash val="solid"/>
            <a:round/>
            <a:headEnd type="none" w="med" len="med"/>
            <a:tailEnd type="none" w="med" len="med"/>
          </a:ln>
        </p:spPr>
      </p:cxnSp>
      <p:grpSp>
        <p:nvGrpSpPr>
          <p:cNvPr id="2654" name="Google Shape;2654;p58"/>
          <p:cNvGrpSpPr/>
          <p:nvPr/>
        </p:nvGrpSpPr>
        <p:grpSpPr>
          <a:xfrm>
            <a:off x="8515272" y="1779588"/>
            <a:ext cx="368400" cy="368400"/>
            <a:chOff x="8515272" y="1779588"/>
            <a:chExt cx="368400" cy="368400"/>
          </a:xfrm>
        </p:grpSpPr>
        <p:sp>
          <p:nvSpPr>
            <p:cNvPr id="2655" name="Google Shape;2655;p58"/>
            <p:cNvSpPr/>
            <p:nvPr/>
          </p:nvSpPr>
          <p:spPr>
            <a:xfrm>
              <a:off x="8515272" y="1779588"/>
              <a:ext cx="368400" cy="368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6" name="Google Shape;2656;p58"/>
            <p:cNvGrpSpPr/>
            <p:nvPr/>
          </p:nvGrpSpPr>
          <p:grpSpPr>
            <a:xfrm>
              <a:off x="8627358" y="1847729"/>
              <a:ext cx="144228" cy="232138"/>
              <a:chOff x="6444288" y="2402288"/>
              <a:chExt cx="196550" cy="316350"/>
            </a:xfrm>
          </p:grpSpPr>
          <p:sp>
            <p:nvSpPr>
              <p:cNvPr id="2657" name="Google Shape;2657;p58"/>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8"/>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8"/>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663"/>
        <p:cNvGrpSpPr/>
        <p:nvPr/>
      </p:nvGrpSpPr>
      <p:grpSpPr>
        <a:xfrm>
          <a:off x="0" y="0"/>
          <a:ext cx="0" cy="0"/>
          <a:chOff x="0" y="0"/>
          <a:chExt cx="0" cy="0"/>
        </a:xfrm>
      </p:grpSpPr>
      <p:sp>
        <p:nvSpPr>
          <p:cNvPr id="2664" name="Google Shape;2664;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Una tabla para representar datos</a:t>
            </a:r>
            <a:endParaRPr/>
          </a:p>
        </p:txBody>
      </p:sp>
      <p:graphicFrame>
        <p:nvGraphicFramePr>
          <p:cNvPr id="2665" name="Google Shape;2665;p59"/>
          <p:cNvGraphicFramePr/>
          <p:nvPr/>
        </p:nvGraphicFramePr>
        <p:xfrm>
          <a:off x="726763" y="1513900"/>
          <a:ext cx="3000000" cy="3000000"/>
        </p:xfrm>
        <a:graphic>
          <a:graphicData uri="http://schemas.openxmlformats.org/drawingml/2006/table">
            <a:tbl>
              <a:tblPr>
                <a:noFill/>
                <a:tableStyleId>{056643AD-9000-4714-B976-010CCE749740}</a:tableStyleId>
              </a:tblPr>
              <a:tblGrid>
                <a:gridCol w="1488425">
                  <a:extLst>
                    <a:ext uri="{9D8B030D-6E8A-4147-A177-3AD203B41FA5}">
                      <a16:colId xmlns:a16="http://schemas.microsoft.com/office/drawing/2014/main" val="20000"/>
                    </a:ext>
                  </a:extLst>
                </a:gridCol>
                <a:gridCol w="2013200">
                  <a:extLst>
                    <a:ext uri="{9D8B030D-6E8A-4147-A177-3AD203B41FA5}">
                      <a16:colId xmlns:a16="http://schemas.microsoft.com/office/drawing/2014/main" val="20001"/>
                    </a:ext>
                  </a:extLst>
                </a:gridCol>
                <a:gridCol w="2101225">
                  <a:extLst>
                    <a:ext uri="{9D8B030D-6E8A-4147-A177-3AD203B41FA5}">
                      <a16:colId xmlns:a16="http://schemas.microsoft.com/office/drawing/2014/main" val="20002"/>
                    </a:ext>
                  </a:extLst>
                </a:gridCol>
                <a:gridCol w="2101150">
                  <a:extLst>
                    <a:ext uri="{9D8B030D-6E8A-4147-A177-3AD203B41FA5}">
                      <a16:colId xmlns:a16="http://schemas.microsoft.com/office/drawing/2014/main" val="20003"/>
                    </a:ext>
                  </a:extLst>
                </a:gridCol>
              </a:tblGrid>
              <a:tr h="689600">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dk1"/>
                          </a:solidFill>
                          <a:latin typeface="IBM Plex Mono"/>
                          <a:ea typeface="IBM Plex Mono"/>
                          <a:cs typeface="IBM Plex Mono"/>
                          <a:sym typeface="IBM Plex Mono"/>
                        </a:rPr>
                        <a:t>Masa</a:t>
                      </a:r>
                      <a:endParaRPr sz="1800" b="1">
                        <a:solidFill>
                          <a:schemeClr val="dk1"/>
                        </a:solidFill>
                        <a:latin typeface="IBM Plex Mono"/>
                        <a:ea typeface="IBM Plex Mono"/>
                        <a:cs typeface="IBM Plex Mono"/>
                        <a:sym typeface="IBM Plex Mono"/>
                      </a:endParaRPr>
                    </a:p>
                    <a:p>
                      <a:pPr marL="0" lvl="0" indent="0" algn="ctr" rtl="0">
                        <a:spcBef>
                          <a:spcPts val="0"/>
                        </a:spcBef>
                        <a:spcAft>
                          <a:spcPts val="0"/>
                        </a:spcAft>
                        <a:buNone/>
                      </a:pPr>
                      <a:r>
                        <a:rPr lang="en" sz="1800" b="1">
                          <a:solidFill>
                            <a:schemeClr val="dk1"/>
                          </a:solidFill>
                          <a:latin typeface="IBM Plex Mono"/>
                          <a:ea typeface="IBM Plex Mono"/>
                          <a:cs typeface="IBM Plex Mono"/>
                          <a:sym typeface="IBM Plex Mono"/>
                        </a:rPr>
                        <a:t>(Tierra)</a:t>
                      </a:r>
                      <a:endParaRPr sz="18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800" b="1">
                          <a:solidFill>
                            <a:schemeClr val="dk1"/>
                          </a:solidFill>
                          <a:latin typeface="IBM Plex Mono"/>
                          <a:ea typeface="IBM Plex Mono"/>
                          <a:cs typeface="IBM Plex Mono"/>
                          <a:sym typeface="IBM Plex Mono"/>
                        </a:rPr>
                        <a:t>Diámetro</a:t>
                      </a:r>
                      <a:endParaRPr sz="1800" b="1">
                        <a:solidFill>
                          <a:schemeClr val="dk1"/>
                        </a:solidFill>
                        <a:latin typeface="IBM Plex Mono"/>
                        <a:ea typeface="IBM Plex Mono"/>
                        <a:cs typeface="IBM Plex Mono"/>
                        <a:sym typeface="IBM Plex Mono"/>
                      </a:endParaRPr>
                    </a:p>
                    <a:p>
                      <a:pPr marL="0" lvl="0" indent="0" algn="ctr" rtl="0">
                        <a:spcBef>
                          <a:spcPts val="0"/>
                        </a:spcBef>
                        <a:spcAft>
                          <a:spcPts val="0"/>
                        </a:spcAft>
                        <a:buNone/>
                      </a:pPr>
                      <a:r>
                        <a:rPr lang="en" sz="1800" b="1">
                          <a:solidFill>
                            <a:schemeClr val="dk1"/>
                          </a:solidFill>
                          <a:latin typeface="IBM Plex Mono"/>
                          <a:ea typeface="IBM Plex Mono"/>
                          <a:cs typeface="IBM Plex Mono"/>
                          <a:sym typeface="IBM Plex Mono"/>
                        </a:rPr>
                        <a:t>(Tierra)</a:t>
                      </a:r>
                      <a:endParaRPr sz="18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800" b="1">
                          <a:solidFill>
                            <a:schemeClr val="dk1"/>
                          </a:solidFill>
                          <a:latin typeface="IBM Plex Mono"/>
                          <a:ea typeface="IBM Plex Mono"/>
                          <a:cs typeface="IBM Plex Mono"/>
                          <a:sym typeface="IBM Plex Mono"/>
                        </a:rPr>
                        <a:t>Gravedad</a:t>
                      </a:r>
                      <a:endParaRPr sz="1800" b="1">
                        <a:solidFill>
                          <a:schemeClr val="dk1"/>
                        </a:solidFill>
                        <a:latin typeface="IBM Plex Mono"/>
                        <a:ea typeface="IBM Plex Mono"/>
                        <a:cs typeface="IBM Plex Mono"/>
                        <a:sym typeface="IBM Plex Mono"/>
                      </a:endParaRPr>
                    </a:p>
                    <a:p>
                      <a:pPr marL="0" lvl="0" indent="0" algn="ctr" rtl="0">
                        <a:spcBef>
                          <a:spcPts val="0"/>
                        </a:spcBef>
                        <a:spcAft>
                          <a:spcPts val="0"/>
                        </a:spcAft>
                        <a:buClr>
                          <a:srgbClr val="000000"/>
                        </a:buClr>
                        <a:buSzPts val="1100"/>
                        <a:buFont typeface="Arial"/>
                        <a:buNone/>
                      </a:pPr>
                      <a:r>
                        <a:rPr lang="en" sz="1800" b="1">
                          <a:solidFill>
                            <a:schemeClr val="dk1"/>
                          </a:solidFill>
                          <a:latin typeface="IBM Plex Mono"/>
                          <a:ea typeface="IBM Plex Mono"/>
                          <a:cs typeface="IBM Plex Mono"/>
                          <a:sym typeface="IBM Plex Mono"/>
                        </a:rPr>
                        <a:t>(Tierra)</a:t>
                      </a:r>
                      <a:endParaRPr sz="18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0"/>
                  </a:ext>
                </a:extLst>
              </a:tr>
              <a:tr h="689600">
                <a:tc>
                  <a:txBody>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Mercury</a:t>
                      </a:r>
                      <a:endParaRPr sz="22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0.06</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0.38</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0.38</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1"/>
                  </a:ext>
                </a:extLst>
              </a:tr>
              <a:tr h="689600">
                <a:tc>
                  <a:txBody>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Mars</a:t>
                      </a:r>
                      <a:endParaRPr sz="22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0.11</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0.53</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0.38</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2"/>
                  </a:ext>
                </a:extLst>
              </a:tr>
              <a:tr h="689600">
                <a:tc>
                  <a:txBody>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Saturn</a:t>
                      </a:r>
                      <a:endParaRPr sz="2200" b="1">
                        <a:solidFill>
                          <a:schemeClr val="dk1"/>
                        </a:solidFill>
                        <a:latin typeface="IBM Plex Mono"/>
                        <a:ea typeface="IBM Plex Mono"/>
                        <a:cs typeface="IBM Plex Mono"/>
                        <a:sym typeface="IBM Plex Mono"/>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95.2</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9.4</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1.16</a:t>
                      </a:r>
                      <a:endParaRPr>
                        <a:solidFill>
                          <a:schemeClr val="dk1"/>
                        </a:solidFill>
                        <a:latin typeface="Metrophobic"/>
                        <a:ea typeface="Metrophobic"/>
                        <a:cs typeface="Metrophobic"/>
                        <a:sym typeface="Metrophobic"/>
                      </a:endParaRPr>
                    </a:p>
                  </a:txBody>
                  <a:tcPr marL="91425" marR="91425" marT="68575" marB="6857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2666" name="Google Shape;2666;p59"/>
          <p:cNvGrpSpPr/>
          <p:nvPr/>
        </p:nvGrpSpPr>
        <p:grpSpPr>
          <a:xfrm>
            <a:off x="8515272" y="1779588"/>
            <a:ext cx="368400" cy="368400"/>
            <a:chOff x="8515272" y="1779588"/>
            <a:chExt cx="368400" cy="368400"/>
          </a:xfrm>
        </p:grpSpPr>
        <p:sp>
          <p:nvSpPr>
            <p:cNvPr id="2667" name="Google Shape;2667;p59"/>
            <p:cNvSpPr/>
            <p:nvPr/>
          </p:nvSpPr>
          <p:spPr>
            <a:xfrm>
              <a:off x="8515272" y="1779588"/>
              <a:ext cx="368400" cy="368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8" name="Google Shape;2668;p59"/>
            <p:cNvGrpSpPr/>
            <p:nvPr/>
          </p:nvGrpSpPr>
          <p:grpSpPr>
            <a:xfrm>
              <a:off x="8627358" y="1847729"/>
              <a:ext cx="144228" cy="232138"/>
              <a:chOff x="6444288" y="2402288"/>
              <a:chExt cx="196550" cy="316350"/>
            </a:xfrm>
          </p:grpSpPr>
          <p:sp>
            <p:nvSpPr>
              <p:cNvPr id="2669" name="Google Shape;2669;p59"/>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9"/>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9"/>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675"/>
        <p:cNvGrpSpPr/>
        <p:nvPr/>
      </p:nvGrpSpPr>
      <p:grpSpPr>
        <a:xfrm>
          <a:off x="0" y="0"/>
          <a:ext cx="0" cy="0"/>
          <a:chOff x="0" y="0"/>
          <a:chExt cx="0" cy="0"/>
        </a:xfrm>
      </p:grpSpPr>
      <p:sp>
        <p:nvSpPr>
          <p:cNvPr id="2676" name="Google Shape;2676;p60"/>
          <p:cNvSpPr/>
          <p:nvPr/>
        </p:nvSpPr>
        <p:spPr>
          <a:xfrm>
            <a:off x="755700" y="1270975"/>
            <a:ext cx="714900" cy="714900"/>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2200" b="1">
                <a:solidFill>
                  <a:schemeClr val="lt1"/>
                </a:solidFill>
                <a:latin typeface="IBM Plex Mono"/>
                <a:ea typeface="IBM Plex Mono"/>
                <a:cs typeface="IBM Plex Mono"/>
                <a:sym typeface="IBM Plex Mono"/>
              </a:rPr>
              <a:t>45%</a:t>
            </a:r>
            <a:endParaRPr sz="2200" b="1">
              <a:solidFill>
                <a:schemeClr val="lt1"/>
              </a:solidFill>
              <a:latin typeface="IBM Plex Mono"/>
              <a:ea typeface="IBM Plex Mono"/>
              <a:cs typeface="IBM Plex Mono"/>
              <a:sym typeface="IBM Plex Mono"/>
            </a:endParaRPr>
          </a:p>
        </p:txBody>
      </p:sp>
      <p:sp>
        <p:nvSpPr>
          <p:cNvPr id="2677" name="Google Shape;2677;p60"/>
          <p:cNvSpPr/>
          <p:nvPr/>
        </p:nvSpPr>
        <p:spPr>
          <a:xfrm>
            <a:off x="755700" y="3839350"/>
            <a:ext cx="714900" cy="714900"/>
          </a:xfrm>
          <a:prstGeom prst="ellipse">
            <a:avLst/>
          </a:prstGeom>
          <a:solidFill>
            <a:schemeClr val="accent2"/>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2200" b="1">
                <a:solidFill>
                  <a:schemeClr val="lt1"/>
                </a:solidFill>
                <a:latin typeface="IBM Plex Mono"/>
                <a:ea typeface="IBM Plex Mono"/>
                <a:cs typeface="IBM Plex Mono"/>
                <a:sym typeface="IBM Plex Mono"/>
              </a:rPr>
              <a:t>95%</a:t>
            </a:r>
            <a:endParaRPr sz="2200" b="1">
              <a:solidFill>
                <a:schemeClr val="lt1"/>
              </a:solidFill>
              <a:latin typeface="IBM Plex Mono"/>
              <a:ea typeface="IBM Plex Mono"/>
              <a:cs typeface="IBM Plex Mono"/>
              <a:sym typeface="IBM Plex Mono"/>
            </a:endParaRPr>
          </a:p>
        </p:txBody>
      </p:sp>
      <p:sp>
        <p:nvSpPr>
          <p:cNvPr id="2678" name="Google Shape;2678;p60"/>
          <p:cNvSpPr/>
          <p:nvPr/>
        </p:nvSpPr>
        <p:spPr>
          <a:xfrm>
            <a:off x="755700" y="2983225"/>
            <a:ext cx="714900" cy="714900"/>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2200" b="1">
                <a:solidFill>
                  <a:schemeClr val="lt1"/>
                </a:solidFill>
                <a:latin typeface="IBM Plex Mono"/>
                <a:ea typeface="IBM Plex Mono"/>
                <a:cs typeface="IBM Plex Mono"/>
                <a:sym typeface="IBM Plex Mono"/>
              </a:rPr>
              <a:t>75%</a:t>
            </a:r>
            <a:endParaRPr sz="2200" b="1">
              <a:solidFill>
                <a:schemeClr val="lt1"/>
              </a:solidFill>
              <a:latin typeface="IBM Plex Mono"/>
              <a:ea typeface="IBM Plex Mono"/>
              <a:cs typeface="IBM Plex Mono"/>
              <a:sym typeface="IBM Plex Mono"/>
            </a:endParaRPr>
          </a:p>
        </p:txBody>
      </p:sp>
      <p:sp>
        <p:nvSpPr>
          <p:cNvPr id="2679" name="Google Shape;2679;p60"/>
          <p:cNvSpPr/>
          <p:nvPr/>
        </p:nvSpPr>
        <p:spPr>
          <a:xfrm>
            <a:off x="755700" y="2127100"/>
            <a:ext cx="714900" cy="714900"/>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IBM Plex Mono"/>
                <a:ea typeface="IBM Plex Mono"/>
                <a:cs typeface="IBM Plex Mono"/>
                <a:sym typeface="IBM Plex Mono"/>
              </a:rPr>
              <a:t>55%</a:t>
            </a:r>
            <a:endParaRPr sz="2200" b="1">
              <a:solidFill>
                <a:schemeClr val="dk1"/>
              </a:solidFill>
              <a:latin typeface="IBM Plex Mono"/>
              <a:ea typeface="IBM Plex Mono"/>
              <a:cs typeface="IBM Plex Mono"/>
              <a:sym typeface="IBM Plex Mono"/>
            </a:endParaRPr>
          </a:p>
        </p:txBody>
      </p:sp>
      <p:sp>
        <p:nvSpPr>
          <p:cNvPr id="2680" name="Google Shape;2680;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Puedes usar esta gráfica</a:t>
            </a:r>
            <a:endParaRPr/>
          </a:p>
        </p:txBody>
      </p:sp>
      <p:sp>
        <p:nvSpPr>
          <p:cNvPr id="2681" name="Google Shape;2681;p60"/>
          <p:cNvSpPr txBox="1"/>
          <p:nvPr/>
        </p:nvSpPr>
        <p:spPr>
          <a:xfrm flipH="1">
            <a:off x="1619975" y="1221300"/>
            <a:ext cx="2956500" cy="4623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dk1"/>
                </a:solidFill>
                <a:latin typeface="IBM Plex Mono"/>
                <a:ea typeface="IBM Plex Mono"/>
                <a:cs typeface="IBM Plex Mono"/>
                <a:sym typeface="IBM Plex Mono"/>
              </a:rPr>
              <a:t>Mercurio</a:t>
            </a:r>
            <a:endParaRPr sz="2200" b="1">
              <a:solidFill>
                <a:schemeClr val="dk1"/>
              </a:solidFill>
              <a:latin typeface="IBM Plex Mono"/>
              <a:ea typeface="IBM Plex Mono"/>
              <a:cs typeface="IBM Plex Mono"/>
              <a:sym typeface="IBM Plex Mono"/>
            </a:endParaRPr>
          </a:p>
        </p:txBody>
      </p:sp>
      <p:sp>
        <p:nvSpPr>
          <p:cNvPr id="2682" name="Google Shape;2682;p60"/>
          <p:cNvSpPr txBox="1"/>
          <p:nvPr/>
        </p:nvSpPr>
        <p:spPr>
          <a:xfrm flipH="1">
            <a:off x="1619975" y="1644338"/>
            <a:ext cx="2956500" cy="391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Metrophobic"/>
                <a:ea typeface="Metrophobic"/>
                <a:cs typeface="Metrophobic"/>
                <a:sym typeface="Metrophobic"/>
              </a:rPr>
              <a:t>Es el planeta más pequeño</a:t>
            </a:r>
            <a:endParaRPr>
              <a:solidFill>
                <a:schemeClr val="dk1"/>
              </a:solidFill>
              <a:latin typeface="Metrophobic"/>
              <a:ea typeface="Metrophobic"/>
              <a:cs typeface="Metrophobic"/>
              <a:sym typeface="Metrophobic"/>
            </a:endParaRPr>
          </a:p>
        </p:txBody>
      </p:sp>
      <p:sp>
        <p:nvSpPr>
          <p:cNvPr id="2683" name="Google Shape;2683;p60"/>
          <p:cNvSpPr txBox="1"/>
          <p:nvPr/>
        </p:nvSpPr>
        <p:spPr>
          <a:xfrm>
            <a:off x="4652675" y="4141600"/>
            <a:ext cx="3631800" cy="462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000">
                <a:solidFill>
                  <a:schemeClr val="dk1"/>
                </a:solidFill>
                <a:latin typeface="Metrophobic"/>
                <a:ea typeface="Metrophobic"/>
                <a:cs typeface="Metrophobic"/>
                <a:sym typeface="Metrophobic"/>
              </a:rPr>
              <a:t>Sigue el enlace del gráfico para modificar sus datos y luego pega el nuevo aquí. </a:t>
            </a:r>
            <a:r>
              <a:rPr lang="en" sz="1000" b="1">
                <a:solidFill>
                  <a:schemeClr val="dk1"/>
                </a:solidFill>
                <a:uFill>
                  <a:noFill/>
                </a:uFill>
                <a:latin typeface="Metrophobic"/>
                <a:ea typeface="Metrophobic"/>
                <a:cs typeface="Metrophobic"/>
                <a:sym typeface="Metrophobic"/>
                <a:hlinkClick r:id="rId3">
                  <a:extLst>
                    <a:ext uri="{A12FA001-AC4F-418D-AE19-62706E023703}">
                      <ahyp:hlinkClr xmlns:ahyp="http://schemas.microsoft.com/office/drawing/2018/hyperlinkcolor" val="tx"/>
                    </a:ext>
                  </a:extLst>
                </a:hlinkClick>
              </a:rPr>
              <a:t>Para más información, </a:t>
            </a:r>
            <a:r>
              <a:rPr lang="en" sz="1000" b="1" u="sng">
                <a:solidFill>
                  <a:schemeClr val="dk1"/>
                </a:solidFill>
                <a:latin typeface="Metrophobic"/>
                <a:ea typeface="Metrophobic"/>
                <a:cs typeface="Metrophobic"/>
                <a:sym typeface="Metrophobic"/>
                <a:hlinkClick r:id="rId3">
                  <a:extLst>
                    <a:ext uri="{A12FA001-AC4F-418D-AE19-62706E023703}">
                      <ahyp:hlinkClr xmlns:ahyp="http://schemas.microsoft.com/office/drawing/2018/hyperlinkcolor" val="tx"/>
                    </a:ext>
                  </a:extLst>
                </a:hlinkClick>
              </a:rPr>
              <a:t>haz clic aquí</a:t>
            </a:r>
            <a:endParaRPr sz="1000" b="1" u="sng">
              <a:solidFill>
                <a:schemeClr val="dk1"/>
              </a:solidFill>
              <a:latin typeface="Metrophobic"/>
              <a:ea typeface="Metrophobic"/>
              <a:cs typeface="Metrophobic"/>
              <a:sym typeface="Metrophobic"/>
            </a:endParaRPr>
          </a:p>
        </p:txBody>
      </p:sp>
      <p:sp>
        <p:nvSpPr>
          <p:cNvPr id="2684" name="Google Shape;2684;p60"/>
          <p:cNvSpPr txBox="1"/>
          <p:nvPr/>
        </p:nvSpPr>
        <p:spPr>
          <a:xfrm flipH="1">
            <a:off x="1619975" y="2077421"/>
            <a:ext cx="2956500" cy="4623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dk1"/>
                </a:solidFill>
                <a:latin typeface="IBM Plex Mono"/>
                <a:ea typeface="IBM Plex Mono"/>
                <a:cs typeface="IBM Plex Mono"/>
                <a:sym typeface="IBM Plex Mono"/>
              </a:rPr>
              <a:t>Venus</a:t>
            </a:r>
            <a:endParaRPr sz="2200" b="1">
              <a:solidFill>
                <a:schemeClr val="dk1"/>
              </a:solidFill>
              <a:latin typeface="IBM Plex Mono"/>
              <a:ea typeface="IBM Plex Mono"/>
              <a:cs typeface="IBM Plex Mono"/>
              <a:sym typeface="IBM Plex Mono"/>
            </a:endParaRPr>
          </a:p>
        </p:txBody>
      </p:sp>
      <p:sp>
        <p:nvSpPr>
          <p:cNvPr id="2685" name="Google Shape;2685;p60"/>
          <p:cNvSpPr txBox="1"/>
          <p:nvPr/>
        </p:nvSpPr>
        <p:spPr>
          <a:xfrm flipH="1">
            <a:off x="1619975" y="2500458"/>
            <a:ext cx="2956500" cy="391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Metrophobic"/>
                <a:ea typeface="Metrophobic"/>
                <a:cs typeface="Metrophobic"/>
                <a:sym typeface="Metrophobic"/>
              </a:rPr>
              <a:t>Venus tiene un nombre precioso</a:t>
            </a:r>
            <a:endParaRPr>
              <a:solidFill>
                <a:schemeClr val="dk1"/>
              </a:solidFill>
              <a:latin typeface="Metrophobic"/>
              <a:ea typeface="Metrophobic"/>
              <a:cs typeface="Metrophobic"/>
              <a:sym typeface="Metrophobic"/>
            </a:endParaRPr>
          </a:p>
        </p:txBody>
      </p:sp>
      <p:sp>
        <p:nvSpPr>
          <p:cNvPr id="2686" name="Google Shape;2686;p60"/>
          <p:cNvSpPr txBox="1"/>
          <p:nvPr/>
        </p:nvSpPr>
        <p:spPr>
          <a:xfrm flipH="1">
            <a:off x="1619975" y="2933542"/>
            <a:ext cx="2956500" cy="4623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dk1"/>
                </a:solidFill>
                <a:latin typeface="IBM Plex Mono"/>
                <a:ea typeface="IBM Plex Mono"/>
                <a:cs typeface="IBM Plex Mono"/>
                <a:sym typeface="IBM Plex Mono"/>
              </a:rPr>
              <a:t>Marte</a:t>
            </a:r>
            <a:endParaRPr sz="2200" b="1">
              <a:solidFill>
                <a:schemeClr val="dk1"/>
              </a:solidFill>
              <a:latin typeface="IBM Plex Mono"/>
              <a:ea typeface="IBM Plex Mono"/>
              <a:cs typeface="IBM Plex Mono"/>
              <a:sym typeface="IBM Plex Mono"/>
            </a:endParaRPr>
          </a:p>
        </p:txBody>
      </p:sp>
      <p:sp>
        <p:nvSpPr>
          <p:cNvPr id="2687" name="Google Shape;2687;p60"/>
          <p:cNvSpPr txBox="1"/>
          <p:nvPr/>
        </p:nvSpPr>
        <p:spPr>
          <a:xfrm flipH="1">
            <a:off x="1619975" y="3356579"/>
            <a:ext cx="2956500" cy="391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Metrophobic"/>
                <a:ea typeface="Metrophobic"/>
                <a:cs typeface="Metrophobic"/>
                <a:sym typeface="Metrophobic"/>
              </a:rPr>
              <a:t>Marte es muy frío</a:t>
            </a:r>
            <a:endParaRPr>
              <a:solidFill>
                <a:schemeClr val="dk1"/>
              </a:solidFill>
              <a:latin typeface="Metrophobic"/>
              <a:ea typeface="Metrophobic"/>
              <a:cs typeface="Metrophobic"/>
              <a:sym typeface="Metrophobic"/>
            </a:endParaRPr>
          </a:p>
        </p:txBody>
      </p:sp>
      <p:sp>
        <p:nvSpPr>
          <p:cNvPr id="2688" name="Google Shape;2688;p60"/>
          <p:cNvSpPr txBox="1"/>
          <p:nvPr/>
        </p:nvSpPr>
        <p:spPr>
          <a:xfrm flipH="1">
            <a:off x="1619975" y="3789662"/>
            <a:ext cx="2956500" cy="4623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dk1"/>
                </a:solidFill>
                <a:latin typeface="IBM Plex Mono"/>
                <a:ea typeface="IBM Plex Mono"/>
                <a:cs typeface="IBM Plex Mono"/>
                <a:sym typeface="IBM Plex Mono"/>
              </a:rPr>
              <a:t>Tierra</a:t>
            </a:r>
            <a:endParaRPr sz="2200" b="1">
              <a:solidFill>
                <a:schemeClr val="dk1"/>
              </a:solidFill>
              <a:latin typeface="IBM Plex Mono"/>
              <a:ea typeface="IBM Plex Mono"/>
              <a:cs typeface="IBM Plex Mono"/>
              <a:sym typeface="IBM Plex Mono"/>
            </a:endParaRPr>
          </a:p>
        </p:txBody>
      </p:sp>
      <p:sp>
        <p:nvSpPr>
          <p:cNvPr id="2689" name="Google Shape;2689;p60"/>
          <p:cNvSpPr txBox="1"/>
          <p:nvPr/>
        </p:nvSpPr>
        <p:spPr>
          <a:xfrm flipH="1">
            <a:off x="1619975" y="4212700"/>
            <a:ext cx="2956500" cy="391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Metrophobic"/>
                <a:ea typeface="Metrophobic"/>
                <a:cs typeface="Metrophobic"/>
                <a:sym typeface="Metrophobic"/>
              </a:rPr>
              <a:t>Aquí es donde vivimos todos</a:t>
            </a:r>
            <a:endParaRPr>
              <a:solidFill>
                <a:schemeClr val="dk1"/>
              </a:solidFill>
              <a:latin typeface="Metrophobic"/>
              <a:ea typeface="Metrophobic"/>
              <a:cs typeface="Metrophobic"/>
              <a:sym typeface="Metrophobic"/>
            </a:endParaRPr>
          </a:p>
        </p:txBody>
      </p:sp>
      <p:pic>
        <p:nvPicPr>
          <p:cNvPr id="2690" name="Google Shape;2690;p60" title="Chart">
            <a:hlinkClick r:id="rId4"/>
          </p:cNvPr>
          <p:cNvPicPr preferRelativeResize="0"/>
          <p:nvPr/>
        </p:nvPicPr>
        <p:blipFill>
          <a:blip r:embed="rId5">
            <a:alphaModFix/>
          </a:blip>
          <a:stretch>
            <a:fillRect/>
          </a:stretch>
        </p:blipFill>
        <p:spPr>
          <a:xfrm>
            <a:off x="4689957" y="1219487"/>
            <a:ext cx="3557249" cy="2826544"/>
          </a:xfrm>
          <a:prstGeom prst="rect">
            <a:avLst/>
          </a:prstGeom>
          <a:noFill/>
          <a:ln>
            <a:noFill/>
          </a:ln>
        </p:spPr>
      </p:pic>
      <p:grpSp>
        <p:nvGrpSpPr>
          <p:cNvPr id="2691" name="Google Shape;2691;p60"/>
          <p:cNvGrpSpPr/>
          <p:nvPr/>
        </p:nvGrpSpPr>
        <p:grpSpPr>
          <a:xfrm>
            <a:off x="8596375" y="4146100"/>
            <a:ext cx="368400" cy="368400"/>
            <a:chOff x="8596375" y="4146100"/>
            <a:chExt cx="368400" cy="368400"/>
          </a:xfrm>
        </p:grpSpPr>
        <p:sp>
          <p:nvSpPr>
            <p:cNvPr id="2692" name="Google Shape;2692;p60"/>
            <p:cNvSpPr/>
            <p:nvPr/>
          </p:nvSpPr>
          <p:spPr>
            <a:xfrm>
              <a:off x="8596375" y="4146100"/>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3" name="Google Shape;2693;p60"/>
            <p:cNvGrpSpPr/>
            <p:nvPr/>
          </p:nvGrpSpPr>
          <p:grpSpPr>
            <a:xfrm>
              <a:off x="8664357" y="4248997"/>
              <a:ext cx="232288" cy="162334"/>
              <a:chOff x="1680638" y="3081963"/>
              <a:chExt cx="346750" cy="242325"/>
            </a:xfrm>
          </p:grpSpPr>
          <p:sp>
            <p:nvSpPr>
              <p:cNvPr id="2694" name="Google Shape;2694;p60"/>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0"/>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0"/>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0"/>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701"/>
        <p:cNvGrpSpPr/>
        <p:nvPr/>
      </p:nvGrpSpPr>
      <p:grpSpPr>
        <a:xfrm>
          <a:off x="0" y="0"/>
          <a:ext cx="0" cy="0"/>
          <a:chOff x="0" y="0"/>
          <a:chExt cx="0" cy="0"/>
        </a:xfrm>
      </p:grpSpPr>
      <p:grpSp>
        <p:nvGrpSpPr>
          <p:cNvPr id="2702" name="Google Shape;2702;p61"/>
          <p:cNvGrpSpPr/>
          <p:nvPr/>
        </p:nvGrpSpPr>
        <p:grpSpPr>
          <a:xfrm rot="5400000">
            <a:off x="-116225" y="2878825"/>
            <a:ext cx="309275" cy="816900"/>
            <a:chOff x="7473325" y="2672650"/>
            <a:chExt cx="309275" cy="816900"/>
          </a:xfrm>
        </p:grpSpPr>
        <p:sp>
          <p:nvSpPr>
            <p:cNvPr id="2703" name="Google Shape;2703;p61"/>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1"/>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1"/>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1"/>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7" name="Google Shape;2707;p61"/>
          <p:cNvSpPr txBox="1">
            <a:spLocks noGrp="1"/>
          </p:cNvSpPr>
          <p:nvPr>
            <p:ph type="subTitle" idx="3"/>
          </p:nvPr>
        </p:nvSpPr>
        <p:spPr>
          <a:xfrm>
            <a:off x="4725064" y="3333613"/>
            <a:ext cx="27849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Timmy Harris</a:t>
            </a:r>
            <a:endParaRPr/>
          </a:p>
        </p:txBody>
      </p:sp>
      <p:sp>
        <p:nvSpPr>
          <p:cNvPr id="2708" name="Google Shape;2708;p61"/>
          <p:cNvSpPr txBox="1">
            <a:spLocks noGrp="1"/>
          </p:cNvSpPr>
          <p:nvPr>
            <p:ph type="subTitle" idx="4"/>
          </p:nvPr>
        </p:nvSpPr>
        <p:spPr>
          <a:xfrm>
            <a:off x="1634027" y="3333613"/>
            <a:ext cx="2784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pic>
        <p:nvPicPr>
          <p:cNvPr id="2709" name="Google Shape;2709;p61"/>
          <p:cNvPicPr preferRelativeResize="0"/>
          <p:nvPr/>
        </p:nvPicPr>
        <p:blipFill rotWithShape="1">
          <a:blip r:embed="rId3">
            <a:alphaModFix/>
          </a:blip>
          <a:srcRect l="14750" t="7218" r="9993" b="42583"/>
          <a:stretch/>
        </p:blipFill>
        <p:spPr>
          <a:xfrm>
            <a:off x="5367277" y="1546602"/>
            <a:ext cx="1500600" cy="1500600"/>
          </a:xfrm>
          <a:prstGeom prst="ellipse">
            <a:avLst/>
          </a:prstGeom>
          <a:noFill/>
          <a:ln>
            <a:noFill/>
          </a:ln>
        </p:spPr>
      </p:pic>
      <p:pic>
        <p:nvPicPr>
          <p:cNvPr id="2710" name="Google Shape;2710;p61"/>
          <p:cNvPicPr preferRelativeResize="0"/>
          <p:nvPr/>
        </p:nvPicPr>
        <p:blipFill rotWithShape="1">
          <a:blip r:embed="rId4">
            <a:alphaModFix/>
          </a:blip>
          <a:srcRect l="2500" r="43611" b="19204"/>
          <a:stretch/>
        </p:blipFill>
        <p:spPr>
          <a:xfrm>
            <a:off x="2276077" y="1546577"/>
            <a:ext cx="1500600" cy="1500600"/>
          </a:xfrm>
          <a:prstGeom prst="ellipse">
            <a:avLst/>
          </a:prstGeom>
          <a:noFill/>
          <a:ln>
            <a:noFill/>
          </a:ln>
        </p:spPr>
      </p:pic>
      <p:sp>
        <p:nvSpPr>
          <p:cNvPr id="2711" name="Google Shape;2711;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Nuestro equipo</a:t>
            </a:r>
            <a:endParaRPr/>
          </a:p>
        </p:txBody>
      </p:sp>
      <p:sp>
        <p:nvSpPr>
          <p:cNvPr id="2712" name="Google Shape;2712;p61"/>
          <p:cNvSpPr txBox="1">
            <a:spLocks noGrp="1"/>
          </p:cNvSpPr>
          <p:nvPr>
            <p:ph type="subTitle" idx="1"/>
          </p:nvPr>
        </p:nvSpPr>
        <p:spPr>
          <a:xfrm>
            <a:off x="4725073" y="3739246"/>
            <a:ext cx="2784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Aquí puedes hablar un poco sobre esta persona</a:t>
            </a:r>
            <a:endParaRPr/>
          </a:p>
        </p:txBody>
      </p:sp>
      <p:sp>
        <p:nvSpPr>
          <p:cNvPr id="2713" name="Google Shape;2713;p61"/>
          <p:cNvSpPr txBox="1">
            <a:spLocks noGrp="1"/>
          </p:cNvSpPr>
          <p:nvPr>
            <p:ph type="subTitle" idx="2"/>
          </p:nvPr>
        </p:nvSpPr>
        <p:spPr>
          <a:xfrm>
            <a:off x="1634277" y="3739246"/>
            <a:ext cx="2784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Aquí puedes hablar un poco sobre esta persona</a:t>
            </a:r>
            <a:endParaRPr/>
          </a:p>
        </p:txBody>
      </p:sp>
      <p:grpSp>
        <p:nvGrpSpPr>
          <p:cNvPr id="2714" name="Google Shape;2714;p61"/>
          <p:cNvGrpSpPr/>
          <p:nvPr/>
        </p:nvGrpSpPr>
        <p:grpSpPr>
          <a:xfrm rot="10800000">
            <a:off x="56925" y="4160375"/>
            <a:ext cx="1385975" cy="1132950"/>
            <a:chOff x="2297025" y="262550"/>
            <a:chExt cx="1385975" cy="1132950"/>
          </a:xfrm>
        </p:grpSpPr>
        <p:sp>
          <p:nvSpPr>
            <p:cNvPr id="2715" name="Google Shape;2715;p61"/>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1"/>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1"/>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1"/>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1"/>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1"/>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 name="Google Shape;2721;p61"/>
          <p:cNvGrpSpPr/>
          <p:nvPr/>
        </p:nvGrpSpPr>
        <p:grpSpPr>
          <a:xfrm rot="10800000">
            <a:off x="-183625" y="3796950"/>
            <a:ext cx="1452100" cy="298875"/>
            <a:chOff x="2471450" y="1460050"/>
            <a:chExt cx="1452100" cy="298875"/>
          </a:xfrm>
        </p:grpSpPr>
        <p:sp>
          <p:nvSpPr>
            <p:cNvPr id="2722" name="Google Shape;2722;p61"/>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1"/>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1"/>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5" name="Google Shape;2725;p61"/>
          <p:cNvGrpSpPr/>
          <p:nvPr/>
        </p:nvGrpSpPr>
        <p:grpSpPr>
          <a:xfrm rot="10800000">
            <a:off x="464575" y="3984400"/>
            <a:ext cx="508175" cy="1310475"/>
            <a:chOff x="2767175" y="261000"/>
            <a:chExt cx="508175" cy="1310475"/>
          </a:xfrm>
        </p:grpSpPr>
        <p:sp>
          <p:nvSpPr>
            <p:cNvPr id="2726" name="Google Shape;2726;p61"/>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1"/>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1"/>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1"/>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1"/>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1" name="Google Shape;2731;p61"/>
          <p:cNvGrpSpPr/>
          <p:nvPr/>
        </p:nvGrpSpPr>
        <p:grpSpPr>
          <a:xfrm>
            <a:off x="213371" y="2670664"/>
            <a:ext cx="973896" cy="1612650"/>
            <a:chOff x="213371" y="2670664"/>
            <a:chExt cx="973896" cy="1612650"/>
          </a:xfrm>
        </p:grpSpPr>
        <p:grpSp>
          <p:nvGrpSpPr>
            <p:cNvPr id="2732" name="Google Shape;2732;p61"/>
            <p:cNvGrpSpPr/>
            <p:nvPr/>
          </p:nvGrpSpPr>
          <p:grpSpPr>
            <a:xfrm rot="10800000">
              <a:off x="213371" y="2670664"/>
              <a:ext cx="942400" cy="1558489"/>
              <a:chOff x="1959125" y="324336"/>
              <a:chExt cx="942400" cy="1558489"/>
            </a:xfrm>
          </p:grpSpPr>
          <p:sp>
            <p:nvSpPr>
              <p:cNvPr id="2733" name="Google Shape;2733;p61"/>
              <p:cNvSpPr/>
              <p:nvPr/>
            </p:nvSpPr>
            <p:spPr>
              <a:xfrm>
                <a:off x="1959125" y="324336"/>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1"/>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1"/>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1"/>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1"/>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8" name="Google Shape;2738;p61"/>
            <p:cNvSpPr/>
            <p:nvPr/>
          </p:nvSpPr>
          <p:spPr>
            <a:xfrm rot="10800000">
              <a:off x="1133093" y="4229139"/>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 name="Google Shape;2739;p61"/>
          <p:cNvGrpSpPr/>
          <p:nvPr/>
        </p:nvGrpSpPr>
        <p:grpSpPr>
          <a:xfrm>
            <a:off x="358225" y="3179263"/>
            <a:ext cx="368400" cy="368400"/>
            <a:chOff x="358225" y="3179263"/>
            <a:chExt cx="368400" cy="368400"/>
          </a:xfrm>
        </p:grpSpPr>
        <p:sp>
          <p:nvSpPr>
            <p:cNvPr id="2740" name="Google Shape;2740;p61"/>
            <p:cNvSpPr/>
            <p:nvPr/>
          </p:nvSpPr>
          <p:spPr>
            <a:xfrm>
              <a:off x="358225" y="3179263"/>
              <a:ext cx="368400" cy="368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1" name="Google Shape;2741;p61"/>
            <p:cNvGrpSpPr/>
            <p:nvPr/>
          </p:nvGrpSpPr>
          <p:grpSpPr>
            <a:xfrm>
              <a:off x="470129" y="3247368"/>
              <a:ext cx="144346" cy="232359"/>
              <a:chOff x="6444288" y="2402288"/>
              <a:chExt cx="196550" cy="316350"/>
            </a:xfrm>
          </p:grpSpPr>
          <p:sp>
            <p:nvSpPr>
              <p:cNvPr id="2742" name="Google Shape;2742;p61"/>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1"/>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1"/>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45" name="Google Shape;2745;p61"/>
          <p:cNvGrpSpPr/>
          <p:nvPr/>
        </p:nvGrpSpPr>
        <p:grpSpPr>
          <a:xfrm rot="10800000">
            <a:off x="8128788" y="3373338"/>
            <a:ext cx="1343825" cy="645625"/>
            <a:chOff x="202975" y="2389400"/>
            <a:chExt cx="1343825" cy="645625"/>
          </a:xfrm>
        </p:grpSpPr>
        <p:sp>
          <p:nvSpPr>
            <p:cNvPr id="2746" name="Google Shape;2746;p61"/>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1"/>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61"/>
          <p:cNvGrpSpPr/>
          <p:nvPr/>
        </p:nvGrpSpPr>
        <p:grpSpPr>
          <a:xfrm rot="10800000">
            <a:off x="7422700" y="4823300"/>
            <a:ext cx="1721300" cy="369675"/>
            <a:chOff x="202975" y="1277300"/>
            <a:chExt cx="1721300" cy="369675"/>
          </a:xfrm>
        </p:grpSpPr>
        <p:sp>
          <p:nvSpPr>
            <p:cNvPr id="2749" name="Google Shape;2749;p61"/>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1"/>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1"/>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1"/>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61"/>
          <p:cNvGrpSpPr/>
          <p:nvPr/>
        </p:nvGrpSpPr>
        <p:grpSpPr>
          <a:xfrm rot="10800000">
            <a:off x="7404500" y="4662925"/>
            <a:ext cx="556075" cy="1443800"/>
            <a:chOff x="1386400" y="363550"/>
            <a:chExt cx="556075" cy="1443800"/>
          </a:xfrm>
        </p:grpSpPr>
        <p:sp>
          <p:nvSpPr>
            <p:cNvPr id="2754" name="Google Shape;2754;p61"/>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1"/>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1"/>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1"/>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1"/>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1"/>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1"/>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 name="Google Shape;2761;p61"/>
          <p:cNvGrpSpPr/>
          <p:nvPr/>
        </p:nvGrpSpPr>
        <p:grpSpPr>
          <a:xfrm rot="10800000">
            <a:off x="8079775" y="3274375"/>
            <a:ext cx="595625" cy="2708950"/>
            <a:chOff x="671575" y="486950"/>
            <a:chExt cx="595625" cy="2708950"/>
          </a:xfrm>
        </p:grpSpPr>
        <p:sp>
          <p:nvSpPr>
            <p:cNvPr id="2762" name="Google Shape;2762;p61"/>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1"/>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1"/>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1"/>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1"/>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1"/>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 name="Google Shape;2768;p61"/>
          <p:cNvGrpSpPr/>
          <p:nvPr/>
        </p:nvGrpSpPr>
        <p:grpSpPr>
          <a:xfrm rot="10800000">
            <a:off x="7793925" y="3454000"/>
            <a:ext cx="647725" cy="2014925"/>
            <a:chOff x="905325" y="1001350"/>
            <a:chExt cx="647725" cy="2014925"/>
          </a:xfrm>
        </p:grpSpPr>
        <p:sp>
          <p:nvSpPr>
            <p:cNvPr id="2769" name="Google Shape;2769;p61"/>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1"/>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1"/>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1"/>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1"/>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1"/>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1"/>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1"/>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1"/>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1"/>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1"/>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1"/>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1"/>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1"/>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3" name="Google Shape;2783;p61"/>
          <p:cNvGrpSpPr/>
          <p:nvPr/>
        </p:nvGrpSpPr>
        <p:grpSpPr>
          <a:xfrm rot="10800000">
            <a:off x="8638325" y="2943575"/>
            <a:ext cx="529488" cy="1325825"/>
            <a:chOff x="202975" y="1362675"/>
            <a:chExt cx="529488" cy="1325825"/>
          </a:xfrm>
        </p:grpSpPr>
        <p:sp>
          <p:nvSpPr>
            <p:cNvPr id="2784" name="Google Shape;2784;p61"/>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1"/>
            <p:cNvSpPr/>
            <p:nvPr/>
          </p:nvSpPr>
          <p:spPr>
            <a:xfrm>
              <a:off x="657988" y="261350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1"/>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7" name="Google Shape;2787;p61"/>
          <p:cNvGrpSpPr/>
          <p:nvPr/>
        </p:nvGrpSpPr>
        <p:grpSpPr>
          <a:xfrm>
            <a:off x="8492650" y="2810863"/>
            <a:ext cx="368400" cy="368400"/>
            <a:chOff x="8492650" y="2810863"/>
            <a:chExt cx="368400" cy="368400"/>
          </a:xfrm>
        </p:grpSpPr>
        <p:sp>
          <p:nvSpPr>
            <p:cNvPr id="2788" name="Google Shape;2788;p61"/>
            <p:cNvSpPr/>
            <p:nvPr/>
          </p:nvSpPr>
          <p:spPr>
            <a:xfrm>
              <a:off x="8492650" y="281086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9" name="Google Shape;2789;p61"/>
            <p:cNvGrpSpPr/>
            <p:nvPr/>
          </p:nvGrpSpPr>
          <p:grpSpPr>
            <a:xfrm>
              <a:off x="8574720" y="2874640"/>
              <a:ext cx="204046" cy="240815"/>
              <a:chOff x="7121363" y="1041963"/>
              <a:chExt cx="287875" cy="339750"/>
            </a:xfrm>
          </p:grpSpPr>
          <p:sp>
            <p:nvSpPr>
              <p:cNvPr id="2790" name="Google Shape;2790;p61"/>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1"/>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1"/>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796"/>
        <p:cNvGrpSpPr/>
        <p:nvPr/>
      </p:nvGrpSpPr>
      <p:grpSpPr>
        <a:xfrm>
          <a:off x="0" y="0"/>
          <a:ext cx="0" cy="0"/>
          <a:chOff x="0" y="0"/>
          <a:chExt cx="0" cy="0"/>
        </a:xfrm>
      </p:grpSpPr>
      <p:sp>
        <p:nvSpPr>
          <p:cNvPr id="2797" name="Google Shape;2797;p62"/>
          <p:cNvSpPr txBox="1">
            <a:spLocks noGrp="1"/>
          </p:cNvSpPr>
          <p:nvPr>
            <p:ph type="title"/>
          </p:nvPr>
        </p:nvSpPr>
        <p:spPr>
          <a:xfrm>
            <a:off x="713225" y="1729900"/>
            <a:ext cx="3832500" cy="1602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Nombre de la sección</a:t>
            </a:r>
            <a:endParaRPr/>
          </a:p>
        </p:txBody>
      </p:sp>
      <p:sp>
        <p:nvSpPr>
          <p:cNvPr id="2798" name="Google Shape;2798;p62"/>
          <p:cNvSpPr txBox="1">
            <a:spLocks noGrp="1"/>
          </p:cNvSpPr>
          <p:nvPr>
            <p:ph type="title" idx="2"/>
          </p:nvPr>
        </p:nvSpPr>
        <p:spPr>
          <a:xfrm>
            <a:off x="713225" y="961450"/>
            <a:ext cx="1546500" cy="100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2799" name="Google Shape;2799;p62"/>
          <p:cNvSpPr txBox="1">
            <a:spLocks noGrp="1"/>
          </p:cNvSpPr>
          <p:nvPr>
            <p:ph type="subTitle" idx="1"/>
          </p:nvPr>
        </p:nvSpPr>
        <p:spPr>
          <a:xfrm>
            <a:off x="713225" y="3395725"/>
            <a:ext cx="3832500" cy="67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Describe en qué consiste esta sección si lo necesitas</a:t>
            </a:r>
            <a:endParaRPr/>
          </a:p>
        </p:txBody>
      </p:sp>
      <p:grpSp>
        <p:nvGrpSpPr>
          <p:cNvPr id="2800" name="Google Shape;2800;p62"/>
          <p:cNvGrpSpPr/>
          <p:nvPr/>
        </p:nvGrpSpPr>
        <p:grpSpPr>
          <a:xfrm flipH="1">
            <a:off x="5218300" y="7050"/>
            <a:ext cx="329575" cy="829925"/>
            <a:chOff x="3799100" y="257875"/>
            <a:chExt cx="329575" cy="829925"/>
          </a:xfrm>
        </p:grpSpPr>
        <p:sp>
          <p:nvSpPr>
            <p:cNvPr id="2801" name="Google Shape;2801;p62"/>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2"/>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2"/>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2"/>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2"/>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6" name="Google Shape;2806;p62"/>
          <p:cNvGrpSpPr/>
          <p:nvPr/>
        </p:nvGrpSpPr>
        <p:grpSpPr>
          <a:xfrm flipH="1">
            <a:off x="5663975" y="11725"/>
            <a:ext cx="1385975" cy="1132950"/>
            <a:chOff x="2297025" y="262550"/>
            <a:chExt cx="1385975" cy="1132950"/>
          </a:xfrm>
        </p:grpSpPr>
        <p:sp>
          <p:nvSpPr>
            <p:cNvPr id="2807" name="Google Shape;2807;p62"/>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2"/>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2"/>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2"/>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2"/>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2"/>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62"/>
          <p:cNvGrpSpPr/>
          <p:nvPr/>
        </p:nvGrpSpPr>
        <p:grpSpPr>
          <a:xfrm flipH="1">
            <a:off x="5862850" y="403775"/>
            <a:ext cx="1281850" cy="2016795"/>
            <a:chOff x="2202275" y="654600"/>
            <a:chExt cx="1281850" cy="2016795"/>
          </a:xfrm>
        </p:grpSpPr>
        <p:sp>
          <p:nvSpPr>
            <p:cNvPr id="2814" name="Google Shape;2814;p62"/>
            <p:cNvSpPr/>
            <p:nvPr/>
          </p:nvSpPr>
          <p:spPr>
            <a:xfrm>
              <a:off x="2231950" y="675950"/>
              <a:ext cx="1230825" cy="1569250"/>
            </a:xfrm>
            <a:custGeom>
              <a:avLst/>
              <a:gdLst/>
              <a:ahLst/>
              <a:cxnLst/>
              <a:rect l="l" t="t" r="r" b="b"/>
              <a:pathLst>
                <a:path w="49233" h="62770" fill="none" extrusionOk="0">
                  <a:moveTo>
                    <a:pt x="49233" y="62770"/>
                  </a:moveTo>
                  <a:lnTo>
                    <a:pt x="49233" y="55272"/>
                  </a:lnTo>
                  <a:cubicBezTo>
                    <a:pt x="49233" y="53544"/>
                    <a:pt x="47837" y="52148"/>
                    <a:pt x="46109" y="52148"/>
                  </a:cubicBezTo>
                  <a:lnTo>
                    <a:pt x="3124" y="52148"/>
                  </a:lnTo>
                  <a:cubicBezTo>
                    <a:pt x="1396" y="52148"/>
                    <a:pt x="0" y="50753"/>
                    <a:pt x="0" y="49025"/>
                  </a:cubicBezTo>
                  <a:lnTo>
                    <a:pt x="0" y="3124"/>
                  </a:lnTo>
                  <a:cubicBezTo>
                    <a:pt x="0" y="1396"/>
                    <a:pt x="1396" y="0"/>
                    <a:pt x="3124" y="0"/>
                  </a:cubicBezTo>
                  <a:lnTo>
                    <a:pt x="6394"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2"/>
            <p:cNvSpPr/>
            <p:nvPr/>
          </p:nvSpPr>
          <p:spPr>
            <a:xfrm>
              <a:off x="3040500" y="2370420"/>
              <a:ext cx="204125" cy="282225"/>
            </a:xfrm>
            <a:custGeom>
              <a:avLst/>
              <a:gdLst/>
              <a:ahLst/>
              <a:cxnLst/>
              <a:rect l="l" t="t" r="r" b="b"/>
              <a:pathLst>
                <a:path w="8165" h="11289" fill="none" extrusionOk="0">
                  <a:moveTo>
                    <a:pt x="1" y="1"/>
                  </a:moveTo>
                  <a:lnTo>
                    <a:pt x="1" y="8539"/>
                  </a:lnTo>
                  <a:cubicBezTo>
                    <a:pt x="1" y="10060"/>
                    <a:pt x="1230" y="11288"/>
                    <a:pt x="2750" y="11288"/>
                  </a:cubicBezTo>
                  <a:lnTo>
                    <a:pt x="8165" y="11288"/>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2"/>
            <p:cNvSpPr/>
            <p:nvPr/>
          </p:nvSpPr>
          <p:spPr>
            <a:xfrm>
              <a:off x="2212150" y="1162750"/>
              <a:ext cx="39600" cy="92175"/>
            </a:xfrm>
            <a:custGeom>
              <a:avLst/>
              <a:gdLst/>
              <a:ahLst/>
              <a:cxnLst/>
              <a:rect l="l" t="t" r="r" b="b"/>
              <a:pathLst>
                <a:path w="1584" h="3687" extrusionOk="0">
                  <a:moveTo>
                    <a:pt x="334" y="1"/>
                  </a:moveTo>
                  <a:cubicBezTo>
                    <a:pt x="147" y="1"/>
                    <a:pt x="1" y="146"/>
                    <a:pt x="1" y="334"/>
                  </a:cubicBezTo>
                  <a:lnTo>
                    <a:pt x="1" y="3333"/>
                  </a:lnTo>
                  <a:cubicBezTo>
                    <a:pt x="1" y="3520"/>
                    <a:pt x="147" y="3687"/>
                    <a:pt x="334" y="3687"/>
                  </a:cubicBezTo>
                  <a:lnTo>
                    <a:pt x="1250" y="3687"/>
                  </a:lnTo>
                  <a:cubicBezTo>
                    <a:pt x="1438" y="3687"/>
                    <a:pt x="1584" y="3520"/>
                    <a:pt x="1584" y="3333"/>
                  </a:cubicBezTo>
                  <a:lnTo>
                    <a:pt x="1584" y="334"/>
                  </a:lnTo>
                  <a:cubicBezTo>
                    <a:pt x="1584" y="146"/>
                    <a:pt x="1438" y="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2"/>
            <p:cNvSpPr/>
            <p:nvPr/>
          </p:nvSpPr>
          <p:spPr>
            <a:xfrm>
              <a:off x="2986350" y="1953100"/>
              <a:ext cx="121875" cy="52600"/>
            </a:xfrm>
            <a:custGeom>
              <a:avLst/>
              <a:gdLst/>
              <a:ahLst/>
              <a:cxnLst/>
              <a:rect l="l" t="t" r="r" b="b"/>
              <a:pathLst>
                <a:path w="4875" h="2104" extrusionOk="0">
                  <a:moveTo>
                    <a:pt x="438" y="0"/>
                  </a:moveTo>
                  <a:cubicBezTo>
                    <a:pt x="188" y="0"/>
                    <a:pt x="1" y="188"/>
                    <a:pt x="1" y="438"/>
                  </a:cubicBezTo>
                  <a:lnTo>
                    <a:pt x="1" y="1646"/>
                  </a:lnTo>
                  <a:cubicBezTo>
                    <a:pt x="1" y="1895"/>
                    <a:pt x="188" y="2104"/>
                    <a:pt x="438" y="2104"/>
                  </a:cubicBezTo>
                  <a:lnTo>
                    <a:pt x="4437" y="2104"/>
                  </a:lnTo>
                  <a:cubicBezTo>
                    <a:pt x="4687" y="2104"/>
                    <a:pt x="4874" y="1895"/>
                    <a:pt x="4874" y="1646"/>
                  </a:cubicBezTo>
                  <a:lnTo>
                    <a:pt x="4874" y="438"/>
                  </a:lnTo>
                  <a:cubicBezTo>
                    <a:pt x="4874" y="188"/>
                    <a:pt x="4687" y="0"/>
                    <a:pt x="4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2"/>
            <p:cNvSpPr/>
            <p:nvPr/>
          </p:nvSpPr>
          <p:spPr>
            <a:xfrm>
              <a:off x="2231950" y="1208575"/>
              <a:ext cx="535250" cy="25"/>
            </a:xfrm>
            <a:custGeom>
              <a:avLst/>
              <a:gdLst/>
              <a:ahLst/>
              <a:cxnLst/>
              <a:rect l="l" t="t" r="r" b="b"/>
              <a:pathLst>
                <a:path w="21410" h="1" fill="none" extrusionOk="0">
                  <a:moveTo>
                    <a:pt x="0" y="0"/>
                  </a:moveTo>
                  <a:lnTo>
                    <a:pt x="21409"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2"/>
            <p:cNvSpPr/>
            <p:nvPr/>
          </p:nvSpPr>
          <p:spPr>
            <a:xfrm>
              <a:off x="2991575" y="2262645"/>
              <a:ext cx="97900" cy="98425"/>
            </a:xfrm>
            <a:custGeom>
              <a:avLst/>
              <a:gdLst/>
              <a:ahLst/>
              <a:cxnLst/>
              <a:rect l="l" t="t" r="r" b="b"/>
              <a:pathLst>
                <a:path w="3916" h="3937" fill="none" extrusionOk="0">
                  <a:moveTo>
                    <a:pt x="3915" y="1979"/>
                  </a:moveTo>
                  <a:cubicBezTo>
                    <a:pt x="3915" y="3062"/>
                    <a:pt x="3041" y="3937"/>
                    <a:pt x="1958" y="3937"/>
                  </a:cubicBezTo>
                  <a:cubicBezTo>
                    <a:pt x="875" y="3937"/>
                    <a:pt x="0" y="3062"/>
                    <a:pt x="0" y="1979"/>
                  </a:cubicBezTo>
                  <a:cubicBezTo>
                    <a:pt x="0" y="896"/>
                    <a:pt x="875" y="1"/>
                    <a:pt x="1958" y="1"/>
                  </a:cubicBezTo>
                  <a:cubicBezTo>
                    <a:pt x="3041" y="1"/>
                    <a:pt x="3915" y="896"/>
                    <a:pt x="3915" y="1979"/>
                  </a:cubicBezTo>
                  <a:close/>
                </a:path>
              </a:pathLst>
            </a:custGeom>
            <a:noFill/>
            <a:ln w="937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2"/>
            <p:cNvSpPr/>
            <p:nvPr/>
          </p:nvSpPr>
          <p:spPr>
            <a:xfrm>
              <a:off x="2202275" y="1463675"/>
              <a:ext cx="58850" cy="58875"/>
            </a:xfrm>
            <a:custGeom>
              <a:avLst/>
              <a:gdLst/>
              <a:ahLst/>
              <a:cxnLst/>
              <a:rect l="l" t="t" r="r" b="b"/>
              <a:pathLst>
                <a:path w="2354" h="2355" extrusionOk="0">
                  <a:moveTo>
                    <a:pt x="1187" y="1"/>
                  </a:moveTo>
                  <a:cubicBezTo>
                    <a:pt x="542" y="1"/>
                    <a:pt x="0" y="542"/>
                    <a:pt x="0" y="1188"/>
                  </a:cubicBezTo>
                  <a:cubicBezTo>
                    <a:pt x="0" y="1834"/>
                    <a:pt x="542" y="2354"/>
                    <a:pt x="1187" y="2354"/>
                  </a:cubicBezTo>
                  <a:cubicBezTo>
                    <a:pt x="1833" y="2354"/>
                    <a:pt x="2353" y="1834"/>
                    <a:pt x="2353" y="1188"/>
                  </a:cubicBezTo>
                  <a:cubicBezTo>
                    <a:pt x="2353"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2"/>
            <p:cNvSpPr/>
            <p:nvPr/>
          </p:nvSpPr>
          <p:spPr>
            <a:xfrm>
              <a:off x="2767175" y="1187225"/>
              <a:ext cx="42700" cy="42725"/>
            </a:xfrm>
            <a:custGeom>
              <a:avLst/>
              <a:gdLst/>
              <a:ahLst/>
              <a:cxnLst/>
              <a:rect l="l" t="t" r="r" b="b"/>
              <a:pathLst>
                <a:path w="1708" h="1709" fill="none" extrusionOk="0">
                  <a:moveTo>
                    <a:pt x="1708" y="854"/>
                  </a:moveTo>
                  <a:cubicBezTo>
                    <a:pt x="1708" y="1333"/>
                    <a:pt x="1333" y="1708"/>
                    <a:pt x="854" y="1708"/>
                  </a:cubicBezTo>
                  <a:cubicBezTo>
                    <a:pt x="375" y="1708"/>
                    <a:pt x="0" y="1333"/>
                    <a:pt x="0" y="854"/>
                  </a:cubicBezTo>
                  <a:cubicBezTo>
                    <a:pt x="0" y="396"/>
                    <a:pt x="375" y="0"/>
                    <a:pt x="854" y="0"/>
                  </a:cubicBezTo>
                  <a:cubicBezTo>
                    <a:pt x="1333" y="0"/>
                    <a:pt x="1708" y="396"/>
                    <a:pt x="1708" y="854"/>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2"/>
            <p:cNvSpPr/>
            <p:nvPr/>
          </p:nvSpPr>
          <p:spPr>
            <a:xfrm>
              <a:off x="3441400" y="2245175"/>
              <a:ext cx="42725" cy="42725"/>
            </a:xfrm>
            <a:custGeom>
              <a:avLst/>
              <a:gdLst/>
              <a:ahLst/>
              <a:cxnLst/>
              <a:rect l="l" t="t" r="r" b="b"/>
              <a:pathLst>
                <a:path w="1709" h="1709" extrusionOk="0">
                  <a:moveTo>
                    <a:pt x="855" y="1"/>
                  </a:moveTo>
                  <a:cubicBezTo>
                    <a:pt x="376" y="1"/>
                    <a:pt x="1" y="375"/>
                    <a:pt x="1" y="854"/>
                  </a:cubicBezTo>
                  <a:cubicBezTo>
                    <a:pt x="1" y="1313"/>
                    <a:pt x="376" y="1708"/>
                    <a:pt x="855" y="1708"/>
                  </a:cubicBezTo>
                  <a:cubicBezTo>
                    <a:pt x="1334" y="1708"/>
                    <a:pt x="1708" y="1313"/>
                    <a:pt x="1708" y="854"/>
                  </a:cubicBezTo>
                  <a:cubicBezTo>
                    <a:pt x="1708" y="375"/>
                    <a:pt x="1334" y="1"/>
                    <a:pt x="8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2"/>
            <p:cNvSpPr/>
            <p:nvPr/>
          </p:nvSpPr>
          <p:spPr>
            <a:xfrm>
              <a:off x="3235225" y="2633870"/>
              <a:ext cx="37525" cy="37525"/>
            </a:xfrm>
            <a:custGeom>
              <a:avLst/>
              <a:gdLst/>
              <a:ahLst/>
              <a:cxnLst/>
              <a:rect l="l" t="t" r="r" b="b"/>
              <a:pathLst>
                <a:path w="1501" h="1501" extrusionOk="0">
                  <a:moveTo>
                    <a:pt x="750" y="1"/>
                  </a:moveTo>
                  <a:cubicBezTo>
                    <a:pt x="334" y="1"/>
                    <a:pt x="1" y="334"/>
                    <a:pt x="1" y="750"/>
                  </a:cubicBezTo>
                  <a:cubicBezTo>
                    <a:pt x="1" y="1167"/>
                    <a:pt x="334" y="1500"/>
                    <a:pt x="750" y="1500"/>
                  </a:cubicBezTo>
                  <a:cubicBezTo>
                    <a:pt x="1167" y="1500"/>
                    <a:pt x="1500" y="1167"/>
                    <a:pt x="1500" y="750"/>
                  </a:cubicBezTo>
                  <a:cubicBezTo>
                    <a:pt x="1500" y="334"/>
                    <a:pt x="1167" y="1"/>
                    <a:pt x="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2"/>
            <p:cNvSpPr/>
            <p:nvPr/>
          </p:nvSpPr>
          <p:spPr>
            <a:xfrm>
              <a:off x="2372525" y="654600"/>
              <a:ext cx="42700" cy="42725"/>
            </a:xfrm>
            <a:custGeom>
              <a:avLst/>
              <a:gdLst/>
              <a:ahLst/>
              <a:cxnLst/>
              <a:rect l="l" t="t" r="r" b="b"/>
              <a:pathLst>
                <a:path w="1708" h="1709" extrusionOk="0">
                  <a:moveTo>
                    <a:pt x="854" y="1"/>
                  </a:moveTo>
                  <a:cubicBezTo>
                    <a:pt x="375" y="1"/>
                    <a:pt x="0" y="375"/>
                    <a:pt x="0" y="854"/>
                  </a:cubicBezTo>
                  <a:cubicBezTo>
                    <a:pt x="0" y="1333"/>
                    <a:pt x="375" y="1708"/>
                    <a:pt x="854" y="1708"/>
                  </a:cubicBezTo>
                  <a:cubicBezTo>
                    <a:pt x="1312" y="1708"/>
                    <a:pt x="1708" y="1333"/>
                    <a:pt x="1708" y="854"/>
                  </a:cubicBezTo>
                  <a:cubicBezTo>
                    <a:pt x="1708" y="375"/>
                    <a:pt x="1312"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2"/>
            <p:cNvSpPr/>
            <p:nvPr/>
          </p:nvSpPr>
          <p:spPr>
            <a:xfrm>
              <a:off x="3040500" y="2005150"/>
              <a:ext cx="25" cy="252025"/>
            </a:xfrm>
            <a:custGeom>
              <a:avLst/>
              <a:gdLst/>
              <a:ahLst/>
              <a:cxnLst/>
              <a:rect l="l" t="t" r="r" b="b"/>
              <a:pathLst>
                <a:path w="1" h="10081" fill="none" extrusionOk="0">
                  <a:moveTo>
                    <a:pt x="1" y="10081"/>
                  </a:move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 name="Google Shape;2826;p62"/>
          <p:cNvGrpSpPr/>
          <p:nvPr/>
        </p:nvGrpSpPr>
        <p:grpSpPr>
          <a:xfrm flipH="1">
            <a:off x="7422700" y="1026475"/>
            <a:ext cx="1721300" cy="369675"/>
            <a:chOff x="202975" y="1277300"/>
            <a:chExt cx="1721300" cy="369675"/>
          </a:xfrm>
        </p:grpSpPr>
        <p:sp>
          <p:nvSpPr>
            <p:cNvPr id="2827" name="Google Shape;2827;p62"/>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2"/>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2"/>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2"/>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 name="Google Shape;2831;p62"/>
          <p:cNvGrpSpPr/>
          <p:nvPr/>
        </p:nvGrpSpPr>
        <p:grpSpPr>
          <a:xfrm flipH="1">
            <a:off x="6128900" y="10175"/>
            <a:ext cx="2897950" cy="631550"/>
            <a:chOff x="320125" y="261000"/>
            <a:chExt cx="2897950" cy="631550"/>
          </a:xfrm>
        </p:grpSpPr>
        <p:sp>
          <p:nvSpPr>
            <p:cNvPr id="2832" name="Google Shape;2832;p62"/>
            <p:cNvSpPr/>
            <p:nvPr/>
          </p:nvSpPr>
          <p:spPr>
            <a:xfrm>
              <a:off x="1988800" y="430200"/>
              <a:ext cx="1188150" cy="182250"/>
            </a:xfrm>
            <a:custGeom>
              <a:avLst/>
              <a:gdLst/>
              <a:ahLst/>
              <a:cxnLst/>
              <a:rect l="l" t="t" r="r" b="b"/>
              <a:pathLst>
                <a:path w="47526" h="7290" fill="none" extrusionOk="0">
                  <a:moveTo>
                    <a:pt x="1" y="7290"/>
                  </a:moveTo>
                  <a:cubicBezTo>
                    <a:pt x="13392" y="7290"/>
                    <a:pt x="36071" y="7290"/>
                    <a:pt x="36071" y="7290"/>
                  </a:cubicBezTo>
                  <a:cubicBezTo>
                    <a:pt x="37799" y="7290"/>
                    <a:pt x="39195" y="5873"/>
                    <a:pt x="39195" y="4166"/>
                  </a:cubicBezTo>
                  <a:lnTo>
                    <a:pt x="39195" y="3124"/>
                  </a:lnTo>
                  <a:cubicBezTo>
                    <a:pt x="39195" y="1396"/>
                    <a:pt x="40590" y="1"/>
                    <a:pt x="42319" y="1"/>
                  </a:cubicBezTo>
                  <a:lnTo>
                    <a:pt x="4752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2"/>
            <p:cNvSpPr/>
            <p:nvPr/>
          </p:nvSpPr>
          <p:spPr>
            <a:xfrm>
              <a:off x="375825" y="612425"/>
              <a:ext cx="1553650" cy="268675"/>
            </a:xfrm>
            <a:custGeom>
              <a:avLst/>
              <a:gdLst/>
              <a:ahLst/>
              <a:cxnLst/>
              <a:rect l="l" t="t" r="r" b="b"/>
              <a:pathLst>
                <a:path w="62146" h="10747" fill="none" extrusionOk="0">
                  <a:moveTo>
                    <a:pt x="1" y="3541"/>
                  </a:moveTo>
                  <a:cubicBezTo>
                    <a:pt x="209" y="4874"/>
                    <a:pt x="313" y="6207"/>
                    <a:pt x="272" y="7540"/>
                  </a:cubicBezTo>
                  <a:cubicBezTo>
                    <a:pt x="168" y="9247"/>
                    <a:pt x="1521" y="10705"/>
                    <a:pt x="3229" y="10747"/>
                  </a:cubicBezTo>
                  <a:lnTo>
                    <a:pt x="25367" y="10414"/>
                  </a:lnTo>
                  <a:cubicBezTo>
                    <a:pt x="27075" y="10414"/>
                    <a:pt x="28491" y="8997"/>
                    <a:pt x="28491" y="7290"/>
                  </a:cubicBezTo>
                  <a:lnTo>
                    <a:pt x="28491" y="3125"/>
                  </a:lnTo>
                  <a:cubicBezTo>
                    <a:pt x="28491" y="1396"/>
                    <a:pt x="29886" y="1"/>
                    <a:pt x="31615" y="1"/>
                  </a:cubicBezTo>
                  <a:cubicBezTo>
                    <a:pt x="31615" y="1"/>
                    <a:pt x="50879" y="1"/>
                    <a:pt x="62145" y="1"/>
                  </a:cubicBez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2"/>
            <p:cNvSpPr/>
            <p:nvPr/>
          </p:nvSpPr>
          <p:spPr>
            <a:xfrm>
              <a:off x="1029250" y="820175"/>
              <a:ext cx="71875" cy="72375"/>
            </a:xfrm>
            <a:custGeom>
              <a:avLst/>
              <a:gdLst/>
              <a:ahLst/>
              <a:cxnLst/>
              <a:rect l="l" t="t" r="r" b="b"/>
              <a:pathLst>
                <a:path w="2875" h="2895" extrusionOk="0">
                  <a:moveTo>
                    <a:pt x="1437" y="0"/>
                  </a:moveTo>
                  <a:cubicBezTo>
                    <a:pt x="646" y="0"/>
                    <a:pt x="0" y="646"/>
                    <a:pt x="0" y="1437"/>
                  </a:cubicBezTo>
                  <a:cubicBezTo>
                    <a:pt x="0" y="2249"/>
                    <a:pt x="646" y="2895"/>
                    <a:pt x="1437" y="2895"/>
                  </a:cubicBezTo>
                  <a:cubicBezTo>
                    <a:pt x="2229" y="2895"/>
                    <a:pt x="2874" y="2249"/>
                    <a:pt x="2874" y="1437"/>
                  </a:cubicBezTo>
                  <a:cubicBezTo>
                    <a:pt x="2874" y="646"/>
                    <a:pt x="2229" y="0"/>
                    <a:pt x="1437"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2"/>
            <p:cNvSpPr/>
            <p:nvPr/>
          </p:nvSpPr>
          <p:spPr>
            <a:xfrm>
              <a:off x="1929450" y="585875"/>
              <a:ext cx="59375" cy="59375"/>
            </a:xfrm>
            <a:custGeom>
              <a:avLst/>
              <a:gdLst/>
              <a:ahLst/>
              <a:cxnLst/>
              <a:rect l="l" t="t" r="r" b="b"/>
              <a:pathLst>
                <a:path w="2375" h="2375" fill="none" extrusionOk="0">
                  <a:moveTo>
                    <a:pt x="2375" y="1188"/>
                  </a:moveTo>
                  <a:cubicBezTo>
                    <a:pt x="2375" y="1854"/>
                    <a:pt x="1833" y="2375"/>
                    <a:pt x="1187" y="2375"/>
                  </a:cubicBezTo>
                  <a:cubicBezTo>
                    <a:pt x="542" y="2375"/>
                    <a:pt x="0" y="1854"/>
                    <a:pt x="0" y="1188"/>
                  </a:cubicBezTo>
                  <a:cubicBezTo>
                    <a:pt x="0" y="542"/>
                    <a:pt x="542" y="1"/>
                    <a:pt x="1187" y="1"/>
                  </a:cubicBezTo>
                  <a:cubicBezTo>
                    <a:pt x="1833" y="1"/>
                    <a:pt x="2375" y="542"/>
                    <a:pt x="2375" y="118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2"/>
            <p:cNvSpPr/>
            <p:nvPr/>
          </p:nvSpPr>
          <p:spPr>
            <a:xfrm>
              <a:off x="320125" y="589525"/>
              <a:ext cx="111450" cy="111450"/>
            </a:xfrm>
            <a:custGeom>
              <a:avLst/>
              <a:gdLst/>
              <a:ahLst/>
              <a:cxnLst/>
              <a:rect l="l" t="t" r="r" b="b"/>
              <a:pathLst>
                <a:path w="4458" h="4458" fill="none" extrusionOk="0">
                  <a:moveTo>
                    <a:pt x="4457" y="2229"/>
                  </a:moveTo>
                  <a:cubicBezTo>
                    <a:pt x="4457" y="3457"/>
                    <a:pt x="3458" y="4457"/>
                    <a:pt x="2229" y="4457"/>
                  </a:cubicBezTo>
                  <a:cubicBezTo>
                    <a:pt x="1000" y="4457"/>
                    <a:pt x="1" y="3457"/>
                    <a:pt x="1" y="2229"/>
                  </a:cubicBezTo>
                  <a:cubicBezTo>
                    <a:pt x="1" y="1000"/>
                    <a:pt x="1000" y="0"/>
                    <a:pt x="2229" y="0"/>
                  </a:cubicBezTo>
                  <a:cubicBezTo>
                    <a:pt x="3458" y="0"/>
                    <a:pt x="4457" y="1000"/>
                    <a:pt x="4457" y="2229"/>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2"/>
            <p:cNvSpPr/>
            <p:nvPr/>
          </p:nvSpPr>
          <p:spPr>
            <a:xfrm>
              <a:off x="3176925" y="409375"/>
              <a:ext cx="41150" cy="41150"/>
            </a:xfrm>
            <a:custGeom>
              <a:avLst/>
              <a:gdLst/>
              <a:ahLst/>
              <a:cxnLst/>
              <a:rect l="l" t="t" r="r" b="b"/>
              <a:pathLst>
                <a:path w="1646" h="1646" fill="none" extrusionOk="0">
                  <a:moveTo>
                    <a:pt x="1645" y="813"/>
                  </a:moveTo>
                  <a:cubicBezTo>
                    <a:pt x="1645" y="1271"/>
                    <a:pt x="1271" y="1646"/>
                    <a:pt x="833" y="1646"/>
                  </a:cubicBezTo>
                  <a:cubicBezTo>
                    <a:pt x="375" y="1646"/>
                    <a:pt x="0" y="1271"/>
                    <a:pt x="0" y="813"/>
                  </a:cubicBezTo>
                  <a:cubicBezTo>
                    <a:pt x="0" y="375"/>
                    <a:pt x="375" y="1"/>
                    <a:pt x="833" y="1"/>
                  </a:cubicBezTo>
                  <a:cubicBezTo>
                    <a:pt x="1271" y="1"/>
                    <a:pt x="1645" y="375"/>
                    <a:pt x="1645" y="813"/>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2"/>
            <p:cNvSpPr/>
            <p:nvPr/>
          </p:nvSpPr>
          <p:spPr>
            <a:xfrm>
              <a:off x="375825" y="261000"/>
              <a:ext cx="25" cy="328550"/>
            </a:xfrm>
            <a:custGeom>
              <a:avLst/>
              <a:gdLst/>
              <a:ahLst/>
              <a:cxnLst/>
              <a:rect l="l" t="t" r="r" b="b"/>
              <a:pathLst>
                <a:path w="1" h="13142" fill="none" extrusionOk="0">
                  <a:moveTo>
                    <a:pt x="1" y="13141"/>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9" name="Google Shape;2839;p62"/>
          <p:cNvGrpSpPr/>
          <p:nvPr/>
        </p:nvGrpSpPr>
        <p:grpSpPr>
          <a:xfrm flipH="1">
            <a:off x="7281625" y="756775"/>
            <a:ext cx="1641625" cy="1697325"/>
            <a:chOff x="423725" y="1007600"/>
            <a:chExt cx="1641625" cy="1697325"/>
          </a:xfrm>
        </p:grpSpPr>
        <p:sp>
          <p:nvSpPr>
            <p:cNvPr id="2840" name="Google Shape;2840;p62"/>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2"/>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2"/>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2"/>
            <p:cNvSpPr/>
            <p:nvPr/>
          </p:nvSpPr>
          <p:spPr>
            <a:xfrm>
              <a:off x="1837300" y="2654400"/>
              <a:ext cx="50525" cy="50525"/>
            </a:xfrm>
            <a:custGeom>
              <a:avLst/>
              <a:gdLst/>
              <a:ahLst/>
              <a:cxnLst/>
              <a:rect l="l" t="t" r="r" b="b"/>
              <a:pathLst>
                <a:path w="2021" h="2021" fill="none" extrusionOk="0">
                  <a:moveTo>
                    <a:pt x="2020" y="1021"/>
                  </a:moveTo>
                  <a:cubicBezTo>
                    <a:pt x="2020" y="1563"/>
                    <a:pt x="1562" y="2021"/>
                    <a:pt x="1000" y="2021"/>
                  </a:cubicBezTo>
                  <a:cubicBezTo>
                    <a:pt x="458" y="2021"/>
                    <a:pt x="0" y="1563"/>
                    <a:pt x="0" y="1021"/>
                  </a:cubicBezTo>
                  <a:cubicBezTo>
                    <a:pt x="0" y="459"/>
                    <a:pt x="458" y="1"/>
                    <a:pt x="1000"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2"/>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2"/>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2"/>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7" name="Google Shape;2847;p62"/>
          <p:cNvGrpSpPr/>
          <p:nvPr/>
        </p:nvGrpSpPr>
        <p:grpSpPr>
          <a:xfrm flipH="1">
            <a:off x="5386975" y="1183175"/>
            <a:ext cx="1488550" cy="324925"/>
            <a:chOff x="2471450" y="1434000"/>
            <a:chExt cx="1488550" cy="324925"/>
          </a:xfrm>
        </p:grpSpPr>
        <p:sp>
          <p:nvSpPr>
            <p:cNvPr id="2848" name="Google Shape;2848;p62"/>
            <p:cNvSpPr/>
            <p:nvPr/>
          </p:nvSpPr>
          <p:spPr>
            <a:xfrm>
              <a:off x="2471450" y="1460050"/>
              <a:ext cx="1452100" cy="298875"/>
            </a:xfrm>
            <a:custGeom>
              <a:avLst/>
              <a:gdLst/>
              <a:ahLst/>
              <a:cxnLst/>
              <a:rect l="l" t="t" r="r" b="b"/>
              <a:pathLst>
                <a:path w="58084" h="11955" fill="none" extrusionOk="0">
                  <a:moveTo>
                    <a:pt x="0" y="11954"/>
                  </a:moveTo>
                  <a:lnTo>
                    <a:pt x="0" y="9872"/>
                  </a:lnTo>
                  <a:cubicBezTo>
                    <a:pt x="0" y="8726"/>
                    <a:pt x="1416" y="7789"/>
                    <a:pt x="3124" y="7789"/>
                  </a:cubicBezTo>
                  <a:lnTo>
                    <a:pt x="37987" y="7789"/>
                  </a:lnTo>
                  <a:cubicBezTo>
                    <a:pt x="39715" y="7789"/>
                    <a:pt x="41110" y="6394"/>
                    <a:pt x="41110" y="4665"/>
                  </a:cubicBezTo>
                  <a:lnTo>
                    <a:pt x="41110" y="3124"/>
                  </a:lnTo>
                  <a:cubicBezTo>
                    <a:pt x="41110" y="1396"/>
                    <a:pt x="42506" y="0"/>
                    <a:pt x="44234" y="0"/>
                  </a:cubicBezTo>
                  <a:lnTo>
                    <a:pt x="58083" y="0"/>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2"/>
            <p:cNvSpPr/>
            <p:nvPr/>
          </p:nvSpPr>
          <p:spPr>
            <a:xfrm>
              <a:off x="2542250" y="1628200"/>
              <a:ext cx="94250" cy="40650"/>
            </a:xfrm>
            <a:custGeom>
              <a:avLst/>
              <a:gdLst/>
              <a:ahLst/>
              <a:cxnLst/>
              <a:rect l="l" t="t" r="r" b="b"/>
              <a:pathLst>
                <a:path w="3770" h="1626" extrusionOk="0">
                  <a:moveTo>
                    <a:pt x="354" y="1"/>
                  </a:moveTo>
                  <a:cubicBezTo>
                    <a:pt x="167" y="1"/>
                    <a:pt x="0" y="168"/>
                    <a:pt x="0" y="355"/>
                  </a:cubicBezTo>
                  <a:lnTo>
                    <a:pt x="0" y="1292"/>
                  </a:lnTo>
                  <a:cubicBezTo>
                    <a:pt x="0" y="1480"/>
                    <a:pt x="167" y="1625"/>
                    <a:pt x="354" y="1625"/>
                  </a:cubicBezTo>
                  <a:lnTo>
                    <a:pt x="3416" y="1625"/>
                  </a:lnTo>
                  <a:cubicBezTo>
                    <a:pt x="3603" y="1625"/>
                    <a:pt x="3770" y="1480"/>
                    <a:pt x="3770" y="1292"/>
                  </a:cubicBezTo>
                  <a:lnTo>
                    <a:pt x="3770" y="355"/>
                  </a:lnTo>
                  <a:cubicBezTo>
                    <a:pt x="3770" y="168"/>
                    <a:pt x="3603" y="1"/>
                    <a:pt x="3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2"/>
            <p:cNvSpPr/>
            <p:nvPr/>
          </p:nvSpPr>
          <p:spPr>
            <a:xfrm>
              <a:off x="3372675" y="1622475"/>
              <a:ext cx="52625" cy="52625"/>
            </a:xfrm>
            <a:custGeom>
              <a:avLst/>
              <a:gdLst/>
              <a:ahLst/>
              <a:cxnLst/>
              <a:rect l="l" t="t" r="r" b="b"/>
              <a:pathLst>
                <a:path w="2105" h="2105" extrusionOk="0">
                  <a:moveTo>
                    <a:pt x="1042" y="1"/>
                  </a:moveTo>
                  <a:cubicBezTo>
                    <a:pt x="459" y="1"/>
                    <a:pt x="1" y="459"/>
                    <a:pt x="1" y="1042"/>
                  </a:cubicBezTo>
                  <a:cubicBezTo>
                    <a:pt x="1" y="1625"/>
                    <a:pt x="459" y="2104"/>
                    <a:pt x="1042" y="2104"/>
                  </a:cubicBezTo>
                  <a:cubicBezTo>
                    <a:pt x="1625" y="2104"/>
                    <a:pt x="2104" y="1625"/>
                    <a:pt x="2104" y="1042"/>
                  </a:cubicBezTo>
                  <a:cubicBezTo>
                    <a:pt x="2104" y="459"/>
                    <a:pt x="1625" y="1"/>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2"/>
            <p:cNvSpPr/>
            <p:nvPr/>
          </p:nvSpPr>
          <p:spPr>
            <a:xfrm>
              <a:off x="3907375" y="1434000"/>
              <a:ext cx="52625" cy="53150"/>
            </a:xfrm>
            <a:custGeom>
              <a:avLst/>
              <a:gdLst/>
              <a:ahLst/>
              <a:cxnLst/>
              <a:rect l="l" t="t" r="r" b="b"/>
              <a:pathLst>
                <a:path w="2105" h="2126" fill="none" extrusionOk="0">
                  <a:moveTo>
                    <a:pt x="2104" y="1063"/>
                  </a:moveTo>
                  <a:cubicBezTo>
                    <a:pt x="2104" y="1646"/>
                    <a:pt x="1646" y="2125"/>
                    <a:pt x="1063" y="2125"/>
                  </a:cubicBezTo>
                  <a:cubicBezTo>
                    <a:pt x="480" y="2125"/>
                    <a:pt x="1" y="1646"/>
                    <a:pt x="1" y="1063"/>
                  </a:cubicBezTo>
                  <a:cubicBezTo>
                    <a:pt x="1" y="480"/>
                    <a:pt x="480" y="1"/>
                    <a:pt x="1063" y="1"/>
                  </a:cubicBezTo>
                  <a:cubicBezTo>
                    <a:pt x="1646" y="1"/>
                    <a:pt x="2104" y="480"/>
                    <a:pt x="2104" y="1063"/>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2" name="Google Shape;2852;p62"/>
          <p:cNvGrpSpPr/>
          <p:nvPr/>
        </p:nvGrpSpPr>
        <p:grpSpPr>
          <a:xfrm flipH="1">
            <a:off x="6342900" y="1481000"/>
            <a:ext cx="738800" cy="683100"/>
            <a:chOff x="2265275" y="1731825"/>
            <a:chExt cx="738800" cy="683100"/>
          </a:xfrm>
        </p:grpSpPr>
        <p:sp>
          <p:nvSpPr>
            <p:cNvPr id="2853" name="Google Shape;2853;p62"/>
            <p:cNvSpPr/>
            <p:nvPr/>
          </p:nvSpPr>
          <p:spPr>
            <a:xfrm>
              <a:off x="2291825" y="1758900"/>
              <a:ext cx="658625" cy="601875"/>
            </a:xfrm>
            <a:custGeom>
              <a:avLst/>
              <a:gdLst/>
              <a:ahLst/>
              <a:cxnLst/>
              <a:rect l="l" t="t" r="r" b="b"/>
              <a:pathLst>
                <a:path w="26345" h="24075" fill="none" extrusionOk="0">
                  <a:moveTo>
                    <a:pt x="0" y="24075"/>
                  </a:moveTo>
                  <a:lnTo>
                    <a:pt x="0" y="3124"/>
                  </a:lnTo>
                  <a:cubicBezTo>
                    <a:pt x="0" y="1396"/>
                    <a:pt x="1396" y="0"/>
                    <a:pt x="3124" y="0"/>
                  </a:cubicBezTo>
                  <a:lnTo>
                    <a:pt x="26345"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2"/>
            <p:cNvSpPr/>
            <p:nvPr/>
          </p:nvSpPr>
          <p:spPr>
            <a:xfrm>
              <a:off x="2265275" y="2096275"/>
              <a:ext cx="53125" cy="122900"/>
            </a:xfrm>
            <a:custGeom>
              <a:avLst/>
              <a:gdLst/>
              <a:ahLst/>
              <a:cxnLst/>
              <a:rect l="l" t="t" r="r" b="b"/>
              <a:pathLst>
                <a:path w="2125" h="4916" extrusionOk="0">
                  <a:moveTo>
                    <a:pt x="458" y="0"/>
                  </a:moveTo>
                  <a:cubicBezTo>
                    <a:pt x="208" y="0"/>
                    <a:pt x="0" y="209"/>
                    <a:pt x="0" y="459"/>
                  </a:cubicBezTo>
                  <a:lnTo>
                    <a:pt x="0" y="4457"/>
                  </a:lnTo>
                  <a:cubicBezTo>
                    <a:pt x="0" y="4707"/>
                    <a:pt x="208" y="4915"/>
                    <a:pt x="458" y="4915"/>
                  </a:cubicBezTo>
                  <a:lnTo>
                    <a:pt x="1666" y="4915"/>
                  </a:lnTo>
                  <a:cubicBezTo>
                    <a:pt x="1916" y="4915"/>
                    <a:pt x="2124" y="4707"/>
                    <a:pt x="2124" y="4457"/>
                  </a:cubicBezTo>
                  <a:lnTo>
                    <a:pt x="2124" y="459"/>
                  </a:lnTo>
                  <a:cubicBezTo>
                    <a:pt x="2124" y="209"/>
                    <a:pt x="1916" y="0"/>
                    <a:pt x="1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2"/>
            <p:cNvSpPr/>
            <p:nvPr/>
          </p:nvSpPr>
          <p:spPr>
            <a:xfrm>
              <a:off x="2265775" y="2363375"/>
              <a:ext cx="52100" cy="51550"/>
            </a:xfrm>
            <a:custGeom>
              <a:avLst/>
              <a:gdLst/>
              <a:ahLst/>
              <a:cxnLst/>
              <a:rect l="l" t="t" r="r" b="b"/>
              <a:pathLst>
                <a:path w="2084" h="2062" extrusionOk="0">
                  <a:moveTo>
                    <a:pt x="1042" y="0"/>
                  </a:moveTo>
                  <a:cubicBezTo>
                    <a:pt x="480" y="0"/>
                    <a:pt x="1" y="458"/>
                    <a:pt x="1" y="1041"/>
                  </a:cubicBezTo>
                  <a:cubicBezTo>
                    <a:pt x="1" y="1604"/>
                    <a:pt x="480" y="2062"/>
                    <a:pt x="1042" y="2062"/>
                  </a:cubicBezTo>
                  <a:cubicBezTo>
                    <a:pt x="1604" y="2062"/>
                    <a:pt x="2083" y="1604"/>
                    <a:pt x="2083" y="104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2"/>
            <p:cNvSpPr/>
            <p:nvPr/>
          </p:nvSpPr>
          <p:spPr>
            <a:xfrm>
              <a:off x="2949925" y="1731825"/>
              <a:ext cx="54150" cy="54175"/>
            </a:xfrm>
            <a:custGeom>
              <a:avLst/>
              <a:gdLst/>
              <a:ahLst/>
              <a:cxnLst/>
              <a:rect l="l" t="t" r="r" b="b"/>
              <a:pathLst>
                <a:path w="2166" h="2167" extrusionOk="0">
                  <a:moveTo>
                    <a:pt x="1083" y="0"/>
                  </a:moveTo>
                  <a:cubicBezTo>
                    <a:pt x="500" y="0"/>
                    <a:pt x="0" y="479"/>
                    <a:pt x="0" y="1083"/>
                  </a:cubicBezTo>
                  <a:cubicBezTo>
                    <a:pt x="0" y="1687"/>
                    <a:pt x="500" y="2166"/>
                    <a:pt x="1083" y="2166"/>
                  </a:cubicBezTo>
                  <a:cubicBezTo>
                    <a:pt x="1687" y="2166"/>
                    <a:pt x="2166" y="1687"/>
                    <a:pt x="2166" y="1083"/>
                  </a:cubicBezTo>
                  <a:cubicBezTo>
                    <a:pt x="2166" y="479"/>
                    <a:pt x="1687" y="0"/>
                    <a:pt x="1083" y="0"/>
                  </a:cubicBezTo>
                  <a:close/>
                </a:path>
              </a:pathLst>
            </a:custGeom>
            <a:solidFill>
              <a:srgbClr val="FFFFFF"/>
            </a:solid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7" name="Google Shape;2857;p62"/>
          <p:cNvGrpSpPr/>
          <p:nvPr/>
        </p:nvGrpSpPr>
        <p:grpSpPr>
          <a:xfrm flipH="1">
            <a:off x="6445450" y="5475"/>
            <a:ext cx="942400" cy="1626525"/>
            <a:chOff x="1959125" y="256300"/>
            <a:chExt cx="942400" cy="1626525"/>
          </a:xfrm>
        </p:grpSpPr>
        <p:sp>
          <p:nvSpPr>
            <p:cNvPr id="2858" name="Google Shape;2858;p62"/>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2"/>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2"/>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2"/>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2"/>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 name="Google Shape;2863;p62"/>
          <p:cNvGrpSpPr/>
          <p:nvPr/>
        </p:nvGrpSpPr>
        <p:grpSpPr>
          <a:xfrm flipH="1">
            <a:off x="7404500" y="112725"/>
            <a:ext cx="556075" cy="1443800"/>
            <a:chOff x="1386400" y="363550"/>
            <a:chExt cx="556075" cy="1443800"/>
          </a:xfrm>
        </p:grpSpPr>
        <p:sp>
          <p:nvSpPr>
            <p:cNvPr id="2864" name="Google Shape;2864;p62"/>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2"/>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2"/>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2"/>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2"/>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2"/>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2"/>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1" name="Google Shape;2871;p62"/>
          <p:cNvGrpSpPr/>
          <p:nvPr/>
        </p:nvGrpSpPr>
        <p:grpSpPr>
          <a:xfrm flipH="1">
            <a:off x="4465425" y="7050"/>
            <a:ext cx="1621325" cy="528475"/>
            <a:chOff x="3260225" y="257875"/>
            <a:chExt cx="1621325" cy="528475"/>
          </a:xfrm>
        </p:grpSpPr>
        <p:sp>
          <p:nvSpPr>
            <p:cNvPr id="2872" name="Google Shape;2872;p62"/>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2"/>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2"/>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2"/>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2"/>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2"/>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2"/>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9" name="Google Shape;2879;p62"/>
          <p:cNvGrpSpPr/>
          <p:nvPr/>
        </p:nvGrpSpPr>
        <p:grpSpPr>
          <a:xfrm flipH="1">
            <a:off x="7619525" y="236125"/>
            <a:ext cx="1055875" cy="2708950"/>
            <a:chOff x="671575" y="486950"/>
            <a:chExt cx="1055875" cy="2708950"/>
          </a:xfrm>
        </p:grpSpPr>
        <p:sp>
          <p:nvSpPr>
            <p:cNvPr id="2880" name="Google Shape;2880;p62"/>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2"/>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2"/>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2"/>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2"/>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2"/>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2"/>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2"/>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 name="Google Shape;2888;p62"/>
          <p:cNvGrpSpPr/>
          <p:nvPr/>
        </p:nvGrpSpPr>
        <p:grpSpPr>
          <a:xfrm flipH="1">
            <a:off x="7793925" y="750525"/>
            <a:ext cx="647725" cy="2014925"/>
            <a:chOff x="905325" y="1001350"/>
            <a:chExt cx="647725" cy="2014925"/>
          </a:xfrm>
        </p:grpSpPr>
        <p:sp>
          <p:nvSpPr>
            <p:cNvPr id="2889" name="Google Shape;2889;p62"/>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2"/>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2"/>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2"/>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2"/>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2"/>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2"/>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2"/>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2"/>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2"/>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2"/>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2"/>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2"/>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2"/>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3" name="Google Shape;2903;p62"/>
          <p:cNvGrpSpPr/>
          <p:nvPr/>
        </p:nvGrpSpPr>
        <p:grpSpPr>
          <a:xfrm flipH="1">
            <a:off x="8625400" y="1111850"/>
            <a:ext cx="518600" cy="1291750"/>
            <a:chOff x="202975" y="1362675"/>
            <a:chExt cx="518600" cy="1291750"/>
          </a:xfrm>
        </p:grpSpPr>
        <p:sp>
          <p:nvSpPr>
            <p:cNvPr id="2904" name="Google Shape;2904;p62"/>
            <p:cNvSpPr/>
            <p:nvPr/>
          </p:nvSpPr>
          <p:spPr>
            <a:xfrm>
              <a:off x="202975" y="1362675"/>
              <a:ext cx="518600" cy="1291750"/>
            </a:xfrm>
            <a:custGeom>
              <a:avLst/>
              <a:gdLst/>
              <a:ahLst/>
              <a:cxnLst/>
              <a:rect l="l" t="t" r="r" b="b"/>
              <a:pathLst>
                <a:path w="20744" h="51670" fill="none" extrusionOk="0">
                  <a:moveTo>
                    <a:pt x="1" y="1"/>
                  </a:moveTo>
                  <a:lnTo>
                    <a:pt x="13100" y="1"/>
                  </a:lnTo>
                  <a:cubicBezTo>
                    <a:pt x="14829" y="1"/>
                    <a:pt x="16224" y="1396"/>
                    <a:pt x="16224" y="3125"/>
                  </a:cubicBezTo>
                  <a:lnTo>
                    <a:pt x="16224" y="13933"/>
                  </a:lnTo>
                  <a:cubicBezTo>
                    <a:pt x="16224" y="15662"/>
                    <a:pt x="14829" y="17057"/>
                    <a:pt x="13100" y="17057"/>
                  </a:cubicBezTo>
                  <a:lnTo>
                    <a:pt x="7373" y="17057"/>
                  </a:lnTo>
                  <a:cubicBezTo>
                    <a:pt x="5645" y="17057"/>
                    <a:pt x="4249" y="18452"/>
                    <a:pt x="4249" y="20181"/>
                  </a:cubicBezTo>
                  <a:lnTo>
                    <a:pt x="4249" y="48546"/>
                  </a:lnTo>
                  <a:cubicBezTo>
                    <a:pt x="4249" y="50274"/>
                    <a:pt x="5645" y="51670"/>
                    <a:pt x="7373" y="51670"/>
                  </a:cubicBezTo>
                  <a:lnTo>
                    <a:pt x="20743" y="5167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2"/>
            <p:cNvSpPr/>
            <p:nvPr/>
          </p:nvSpPr>
          <p:spPr>
            <a:xfrm>
              <a:off x="272225" y="1984850"/>
              <a:ext cx="74475" cy="75000"/>
            </a:xfrm>
            <a:custGeom>
              <a:avLst/>
              <a:gdLst/>
              <a:ahLst/>
              <a:cxnLst/>
              <a:rect l="l" t="t" r="r" b="b"/>
              <a:pathLst>
                <a:path w="2979" h="3000" extrusionOk="0">
                  <a:moveTo>
                    <a:pt x="1500" y="1"/>
                  </a:moveTo>
                  <a:cubicBezTo>
                    <a:pt x="667" y="1"/>
                    <a:pt x="1" y="667"/>
                    <a:pt x="1" y="1500"/>
                  </a:cubicBezTo>
                  <a:cubicBezTo>
                    <a:pt x="1" y="2333"/>
                    <a:pt x="667" y="3000"/>
                    <a:pt x="1500" y="3000"/>
                  </a:cubicBezTo>
                  <a:cubicBezTo>
                    <a:pt x="2312" y="3000"/>
                    <a:pt x="2979" y="2333"/>
                    <a:pt x="2979" y="1500"/>
                  </a:cubicBezTo>
                  <a:cubicBezTo>
                    <a:pt x="2979" y="667"/>
                    <a:pt x="2312" y="1"/>
                    <a:pt x="1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2"/>
            <p:cNvSpPr/>
            <p:nvPr/>
          </p:nvSpPr>
          <p:spPr>
            <a:xfrm>
              <a:off x="587225" y="1566250"/>
              <a:ext cx="43225" cy="100000"/>
            </a:xfrm>
            <a:custGeom>
              <a:avLst/>
              <a:gdLst/>
              <a:ahLst/>
              <a:cxnLst/>
              <a:rect l="l" t="t" r="r" b="b"/>
              <a:pathLst>
                <a:path w="1729" h="4000" extrusionOk="0">
                  <a:moveTo>
                    <a:pt x="375" y="1"/>
                  </a:moveTo>
                  <a:cubicBezTo>
                    <a:pt x="167" y="1"/>
                    <a:pt x="0" y="167"/>
                    <a:pt x="0" y="376"/>
                  </a:cubicBezTo>
                  <a:lnTo>
                    <a:pt x="0" y="3645"/>
                  </a:lnTo>
                  <a:cubicBezTo>
                    <a:pt x="0" y="3833"/>
                    <a:pt x="167" y="3999"/>
                    <a:pt x="375" y="3999"/>
                  </a:cubicBezTo>
                  <a:lnTo>
                    <a:pt x="1354" y="3999"/>
                  </a:lnTo>
                  <a:cubicBezTo>
                    <a:pt x="1562" y="3999"/>
                    <a:pt x="1729" y="3833"/>
                    <a:pt x="1729" y="3645"/>
                  </a:cubicBezTo>
                  <a:lnTo>
                    <a:pt x="1729" y="376"/>
                  </a:lnTo>
                  <a:cubicBezTo>
                    <a:pt x="1729" y="167"/>
                    <a:pt x="1562"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7" name="Google Shape;2907;p62"/>
          <p:cNvGrpSpPr/>
          <p:nvPr/>
        </p:nvGrpSpPr>
        <p:grpSpPr>
          <a:xfrm flipH="1">
            <a:off x="7800175" y="2138575"/>
            <a:ext cx="1343825" cy="645625"/>
            <a:chOff x="202975" y="2389400"/>
            <a:chExt cx="1343825" cy="645625"/>
          </a:xfrm>
        </p:grpSpPr>
        <p:sp>
          <p:nvSpPr>
            <p:cNvPr id="2908" name="Google Shape;2908;p62"/>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2"/>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0" name="Google Shape;2910;p62"/>
          <p:cNvGrpSpPr/>
          <p:nvPr/>
        </p:nvGrpSpPr>
        <p:grpSpPr>
          <a:xfrm flipH="1">
            <a:off x="8574900" y="1847525"/>
            <a:ext cx="328550" cy="892950"/>
            <a:chOff x="443525" y="2098350"/>
            <a:chExt cx="328550" cy="892950"/>
          </a:xfrm>
        </p:grpSpPr>
        <p:sp>
          <p:nvSpPr>
            <p:cNvPr id="2911" name="Google Shape;2911;p62"/>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2"/>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2"/>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2"/>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2"/>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6" name="Google Shape;2916;p62"/>
          <p:cNvSpPr/>
          <p:nvPr/>
        </p:nvSpPr>
        <p:spPr>
          <a:xfrm flipH="1">
            <a:off x="6375175" y="907750"/>
            <a:ext cx="43225" cy="100525"/>
          </a:xfrm>
          <a:custGeom>
            <a:avLst/>
            <a:gdLst/>
            <a:ahLst/>
            <a:cxnLst/>
            <a:rect l="l" t="t" r="r" b="b"/>
            <a:pathLst>
              <a:path w="1729" h="4021" extrusionOk="0">
                <a:moveTo>
                  <a:pt x="375" y="1"/>
                </a:moveTo>
                <a:cubicBezTo>
                  <a:pt x="167" y="1"/>
                  <a:pt x="0" y="168"/>
                  <a:pt x="0" y="376"/>
                </a:cubicBezTo>
                <a:lnTo>
                  <a:pt x="0" y="3646"/>
                </a:lnTo>
                <a:cubicBezTo>
                  <a:pt x="0" y="3854"/>
                  <a:pt x="167" y="4020"/>
                  <a:pt x="375" y="4020"/>
                </a:cubicBezTo>
                <a:lnTo>
                  <a:pt x="1354" y="4020"/>
                </a:lnTo>
                <a:cubicBezTo>
                  <a:pt x="1562" y="4020"/>
                  <a:pt x="1729" y="3854"/>
                  <a:pt x="1729" y="3646"/>
                </a:cubicBezTo>
                <a:lnTo>
                  <a:pt x="1729" y="376"/>
                </a:lnTo>
                <a:cubicBezTo>
                  <a:pt x="1729" y="168"/>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7" name="Google Shape;2917;p62"/>
          <p:cNvGrpSpPr/>
          <p:nvPr/>
        </p:nvGrpSpPr>
        <p:grpSpPr>
          <a:xfrm flipH="1">
            <a:off x="6071625" y="10175"/>
            <a:ext cx="508175" cy="1310475"/>
            <a:chOff x="2767175" y="261000"/>
            <a:chExt cx="508175" cy="1310475"/>
          </a:xfrm>
        </p:grpSpPr>
        <p:sp>
          <p:nvSpPr>
            <p:cNvPr id="2918" name="Google Shape;2918;p62"/>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2"/>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2"/>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2"/>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2"/>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3" name="Google Shape;2923;p62"/>
          <p:cNvGrpSpPr/>
          <p:nvPr/>
        </p:nvGrpSpPr>
        <p:grpSpPr>
          <a:xfrm rot="10800000">
            <a:off x="8563663" y="3599725"/>
            <a:ext cx="556075" cy="1443800"/>
            <a:chOff x="1386400" y="363550"/>
            <a:chExt cx="556075" cy="1443800"/>
          </a:xfrm>
        </p:grpSpPr>
        <p:sp>
          <p:nvSpPr>
            <p:cNvPr id="2924" name="Google Shape;2924;p62"/>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2"/>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2"/>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2"/>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2"/>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2"/>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2"/>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1" name="Google Shape;2931;p62"/>
          <p:cNvGrpSpPr/>
          <p:nvPr/>
        </p:nvGrpSpPr>
        <p:grpSpPr>
          <a:xfrm rot="10800000">
            <a:off x="7619531" y="4397284"/>
            <a:ext cx="1529213" cy="204178"/>
            <a:chOff x="202975" y="1442797"/>
            <a:chExt cx="1529213" cy="204178"/>
          </a:xfrm>
        </p:grpSpPr>
        <p:sp>
          <p:nvSpPr>
            <p:cNvPr id="2932" name="Google Shape;2932;p62"/>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2"/>
            <p:cNvSpPr/>
            <p:nvPr/>
          </p:nvSpPr>
          <p:spPr>
            <a:xfrm>
              <a:off x="546811"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2"/>
            <p:cNvSpPr/>
            <p:nvPr/>
          </p:nvSpPr>
          <p:spPr>
            <a:xfrm>
              <a:off x="1695713" y="1442797"/>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62"/>
          <p:cNvGrpSpPr/>
          <p:nvPr/>
        </p:nvGrpSpPr>
        <p:grpSpPr>
          <a:xfrm rot="10800000">
            <a:off x="7804094" y="4105900"/>
            <a:ext cx="595625" cy="2708950"/>
            <a:chOff x="671575" y="486950"/>
            <a:chExt cx="595625" cy="2708950"/>
          </a:xfrm>
        </p:grpSpPr>
        <p:sp>
          <p:nvSpPr>
            <p:cNvPr id="2936" name="Google Shape;2936;p62"/>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2"/>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2"/>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2"/>
            <p:cNvSpPr/>
            <p:nvPr/>
          </p:nvSpPr>
          <p:spPr>
            <a:xfrm>
              <a:off x="671575" y="8561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2"/>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2"/>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62"/>
          <p:cNvGrpSpPr/>
          <p:nvPr/>
        </p:nvGrpSpPr>
        <p:grpSpPr>
          <a:xfrm>
            <a:off x="7217302" y="2133182"/>
            <a:ext cx="504000" cy="504000"/>
            <a:chOff x="7217302" y="2133182"/>
            <a:chExt cx="504000" cy="504000"/>
          </a:xfrm>
        </p:grpSpPr>
        <p:sp>
          <p:nvSpPr>
            <p:cNvPr id="2943" name="Google Shape;2943;p62"/>
            <p:cNvSpPr/>
            <p:nvPr/>
          </p:nvSpPr>
          <p:spPr>
            <a:xfrm flipH="1">
              <a:off x="7217302" y="2133182"/>
              <a:ext cx="504000" cy="504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4" name="Google Shape;2944;p62"/>
            <p:cNvGrpSpPr/>
            <p:nvPr/>
          </p:nvGrpSpPr>
          <p:grpSpPr>
            <a:xfrm>
              <a:off x="7322775" y="2272924"/>
              <a:ext cx="299658" cy="224392"/>
              <a:chOff x="6445063" y="1722188"/>
              <a:chExt cx="339325" cy="254125"/>
            </a:xfrm>
          </p:grpSpPr>
          <p:sp>
            <p:nvSpPr>
              <p:cNvPr id="2945" name="Google Shape;2945;p62"/>
              <p:cNvSpPr/>
              <p:nvPr/>
            </p:nvSpPr>
            <p:spPr>
              <a:xfrm>
                <a:off x="6445063" y="1722188"/>
                <a:ext cx="339325" cy="191175"/>
              </a:xfrm>
              <a:custGeom>
                <a:avLst/>
                <a:gdLst/>
                <a:ahLst/>
                <a:cxnLst/>
                <a:rect l="l" t="t" r="r" b="b"/>
                <a:pathLst>
                  <a:path w="13573" h="7647" extrusionOk="0">
                    <a:moveTo>
                      <a:pt x="6767" y="2119"/>
                    </a:moveTo>
                    <a:cubicBezTo>
                      <a:pt x="7577" y="2119"/>
                      <a:pt x="8383" y="2426"/>
                      <a:pt x="8997" y="3040"/>
                    </a:cubicBezTo>
                    <a:cubicBezTo>
                      <a:pt x="9283" y="3326"/>
                      <a:pt x="9014" y="3741"/>
                      <a:pt x="8708" y="3741"/>
                    </a:cubicBezTo>
                    <a:cubicBezTo>
                      <a:pt x="8619" y="3741"/>
                      <a:pt x="8527" y="3706"/>
                      <a:pt x="8444" y="3624"/>
                    </a:cubicBezTo>
                    <a:cubicBezTo>
                      <a:pt x="7968" y="3148"/>
                      <a:pt x="7362" y="2910"/>
                      <a:pt x="6759" y="2910"/>
                    </a:cubicBezTo>
                    <a:cubicBezTo>
                      <a:pt x="6157" y="2910"/>
                      <a:pt x="5558" y="3148"/>
                      <a:pt x="5097" y="3624"/>
                    </a:cubicBezTo>
                    <a:cubicBezTo>
                      <a:pt x="5008" y="3706"/>
                      <a:pt x="4910" y="3741"/>
                      <a:pt x="4818" y="3741"/>
                    </a:cubicBezTo>
                    <a:cubicBezTo>
                      <a:pt x="4496" y="3741"/>
                      <a:pt x="4228" y="3326"/>
                      <a:pt x="4514" y="3040"/>
                    </a:cubicBezTo>
                    <a:cubicBezTo>
                      <a:pt x="5143" y="2426"/>
                      <a:pt x="5957" y="2119"/>
                      <a:pt x="6767" y="2119"/>
                    </a:cubicBezTo>
                    <a:close/>
                    <a:moveTo>
                      <a:pt x="6782" y="3823"/>
                    </a:moveTo>
                    <a:cubicBezTo>
                      <a:pt x="7155" y="3823"/>
                      <a:pt x="7523" y="3961"/>
                      <a:pt x="7799" y="4238"/>
                    </a:cubicBezTo>
                    <a:cubicBezTo>
                      <a:pt x="7953" y="4391"/>
                      <a:pt x="7953" y="4668"/>
                      <a:pt x="7799" y="4821"/>
                    </a:cubicBezTo>
                    <a:cubicBezTo>
                      <a:pt x="7723" y="4898"/>
                      <a:pt x="7615" y="4936"/>
                      <a:pt x="7508" y="4936"/>
                    </a:cubicBezTo>
                    <a:cubicBezTo>
                      <a:pt x="7400" y="4936"/>
                      <a:pt x="7293" y="4898"/>
                      <a:pt x="7216" y="4821"/>
                    </a:cubicBezTo>
                    <a:cubicBezTo>
                      <a:pt x="7093" y="4683"/>
                      <a:pt x="6924" y="4614"/>
                      <a:pt x="6755" y="4614"/>
                    </a:cubicBezTo>
                    <a:cubicBezTo>
                      <a:pt x="6587" y="4614"/>
                      <a:pt x="6418" y="4683"/>
                      <a:pt x="6295" y="4821"/>
                    </a:cubicBezTo>
                    <a:cubicBezTo>
                      <a:pt x="6214" y="4895"/>
                      <a:pt x="6125" y="4926"/>
                      <a:pt x="6039" y="4926"/>
                    </a:cubicBezTo>
                    <a:cubicBezTo>
                      <a:pt x="5729" y="4926"/>
                      <a:pt x="5454" y="4526"/>
                      <a:pt x="5742" y="4238"/>
                    </a:cubicBezTo>
                    <a:cubicBezTo>
                      <a:pt x="6034" y="3961"/>
                      <a:pt x="6410" y="3823"/>
                      <a:pt x="6782" y="3823"/>
                    </a:cubicBezTo>
                    <a:close/>
                    <a:moveTo>
                      <a:pt x="6785" y="5543"/>
                    </a:moveTo>
                    <a:cubicBezTo>
                      <a:pt x="6946" y="5543"/>
                      <a:pt x="7103" y="5646"/>
                      <a:pt x="7155" y="5835"/>
                    </a:cubicBezTo>
                    <a:cubicBezTo>
                      <a:pt x="7185" y="6049"/>
                      <a:pt x="7062" y="6234"/>
                      <a:pt x="6878" y="6295"/>
                    </a:cubicBezTo>
                    <a:cubicBezTo>
                      <a:pt x="6842" y="6305"/>
                      <a:pt x="6807" y="6310"/>
                      <a:pt x="6773" y="6310"/>
                    </a:cubicBezTo>
                    <a:cubicBezTo>
                      <a:pt x="6487" y="6310"/>
                      <a:pt x="6284" y="5989"/>
                      <a:pt x="6448" y="5742"/>
                    </a:cubicBezTo>
                    <a:cubicBezTo>
                      <a:pt x="6530" y="5607"/>
                      <a:pt x="6659" y="5543"/>
                      <a:pt x="6785" y="5543"/>
                    </a:cubicBezTo>
                    <a:close/>
                    <a:moveTo>
                      <a:pt x="369" y="0"/>
                    </a:moveTo>
                    <a:cubicBezTo>
                      <a:pt x="154" y="0"/>
                      <a:pt x="0" y="185"/>
                      <a:pt x="0" y="400"/>
                    </a:cubicBezTo>
                    <a:lnTo>
                      <a:pt x="0" y="7247"/>
                    </a:lnTo>
                    <a:cubicBezTo>
                      <a:pt x="0" y="7462"/>
                      <a:pt x="154" y="7646"/>
                      <a:pt x="369" y="7646"/>
                    </a:cubicBezTo>
                    <a:lnTo>
                      <a:pt x="13173" y="7646"/>
                    </a:lnTo>
                    <a:cubicBezTo>
                      <a:pt x="13388" y="7646"/>
                      <a:pt x="13572" y="7462"/>
                      <a:pt x="13572" y="7247"/>
                    </a:cubicBezTo>
                    <a:lnTo>
                      <a:pt x="13572" y="400"/>
                    </a:lnTo>
                    <a:cubicBezTo>
                      <a:pt x="13572" y="185"/>
                      <a:pt x="13388" y="0"/>
                      <a:pt x="13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2"/>
              <p:cNvSpPr/>
              <p:nvPr/>
            </p:nvSpPr>
            <p:spPr>
              <a:xfrm>
                <a:off x="6471163" y="1933288"/>
                <a:ext cx="285575" cy="43025"/>
              </a:xfrm>
              <a:custGeom>
                <a:avLst/>
                <a:gdLst/>
                <a:ahLst/>
                <a:cxnLst/>
                <a:rect l="l" t="t" r="r" b="b"/>
                <a:pathLst>
                  <a:path w="11423" h="1721" extrusionOk="0">
                    <a:moveTo>
                      <a:pt x="1628" y="0"/>
                    </a:moveTo>
                    <a:cubicBezTo>
                      <a:pt x="1566" y="369"/>
                      <a:pt x="1320" y="707"/>
                      <a:pt x="983" y="891"/>
                    </a:cubicBezTo>
                    <a:lnTo>
                      <a:pt x="430" y="891"/>
                    </a:lnTo>
                    <a:cubicBezTo>
                      <a:pt x="215" y="891"/>
                      <a:pt x="31" y="1075"/>
                      <a:pt x="31" y="1290"/>
                    </a:cubicBezTo>
                    <a:cubicBezTo>
                      <a:pt x="0" y="1505"/>
                      <a:pt x="184" y="1720"/>
                      <a:pt x="399" y="1720"/>
                    </a:cubicBezTo>
                    <a:lnTo>
                      <a:pt x="11024" y="1720"/>
                    </a:lnTo>
                    <a:cubicBezTo>
                      <a:pt x="11239" y="1720"/>
                      <a:pt x="11423" y="1505"/>
                      <a:pt x="11423" y="1290"/>
                    </a:cubicBezTo>
                    <a:cubicBezTo>
                      <a:pt x="11392" y="1075"/>
                      <a:pt x="11239" y="922"/>
                      <a:pt x="11024" y="891"/>
                    </a:cubicBezTo>
                    <a:lnTo>
                      <a:pt x="10471" y="891"/>
                    </a:lnTo>
                    <a:cubicBezTo>
                      <a:pt x="10133" y="707"/>
                      <a:pt x="9887" y="369"/>
                      <a:pt x="9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7" name="Google Shape;2947;p62"/>
          <p:cNvGrpSpPr/>
          <p:nvPr/>
        </p:nvGrpSpPr>
        <p:grpSpPr>
          <a:xfrm>
            <a:off x="8373912" y="35407"/>
            <a:ext cx="504000" cy="504000"/>
            <a:chOff x="8373912" y="35407"/>
            <a:chExt cx="504000" cy="504000"/>
          </a:xfrm>
        </p:grpSpPr>
        <p:sp>
          <p:nvSpPr>
            <p:cNvPr id="2948" name="Google Shape;2948;p62"/>
            <p:cNvSpPr/>
            <p:nvPr/>
          </p:nvSpPr>
          <p:spPr>
            <a:xfrm flipH="1">
              <a:off x="8373912" y="35407"/>
              <a:ext cx="504000" cy="504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9" name="Google Shape;2949;p62"/>
            <p:cNvGrpSpPr/>
            <p:nvPr/>
          </p:nvGrpSpPr>
          <p:grpSpPr>
            <a:xfrm>
              <a:off x="8472856" y="134798"/>
              <a:ext cx="305994" cy="305143"/>
              <a:chOff x="1003963" y="2401738"/>
              <a:chExt cx="341625" cy="340675"/>
            </a:xfrm>
          </p:grpSpPr>
          <p:sp>
            <p:nvSpPr>
              <p:cNvPr id="2950" name="Google Shape;2950;p62"/>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2"/>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2"/>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53" name="Google Shape;2953;p62"/>
          <p:cNvGrpSpPr/>
          <p:nvPr/>
        </p:nvGrpSpPr>
        <p:grpSpPr>
          <a:xfrm>
            <a:off x="8178764" y="3338738"/>
            <a:ext cx="504000" cy="504000"/>
            <a:chOff x="8178764" y="3338738"/>
            <a:chExt cx="504000" cy="504000"/>
          </a:xfrm>
        </p:grpSpPr>
        <p:sp>
          <p:nvSpPr>
            <p:cNvPr id="2954" name="Google Shape;2954;p62"/>
            <p:cNvSpPr/>
            <p:nvPr/>
          </p:nvSpPr>
          <p:spPr>
            <a:xfrm flipH="1">
              <a:off x="8178764" y="3338738"/>
              <a:ext cx="504000" cy="504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5" name="Google Shape;2955;p62"/>
            <p:cNvGrpSpPr/>
            <p:nvPr/>
          </p:nvGrpSpPr>
          <p:grpSpPr>
            <a:xfrm>
              <a:off x="8286804" y="3426328"/>
              <a:ext cx="288010" cy="287374"/>
              <a:chOff x="1003963" y="3761813"/>
              <a:chExt cx="340075" cy="339325"/>
            </a:xfrm>
          </p:grpSpPr>
          <p:sp>
            <p:nvSpPr>
              <p:cNvPr id="2956" name="Google Shape;2956;p62"/>
              <p:cNvSpPr/>
              <p:nvPr/>
            </p:nvSpPr>
            <p:spPr>
              <a:xfrm>
                <a:off x="1003963" y="3831688"/>
                <a:ext cx="340075" cy="269450"/>
              </a:xfrm>
              <a:custGeom>
                <a:avLst/>
                <a:gdLst/>
                <a:ahLst/>
                <a:cxnLst/>
                <a:rect l="l" t="t" r="r" b="b"/>
                <a:pathLst>
                  <a:path w="13603" h="10778" extrusionOk="0">
                    <a:moveTo>
                      <a:pt x="6387" y="4882"/>
                    </a:moveTo>
                    <a:cubicBezTo>
                      <a:pt x="6909" y="4882"/>
                      <a:pt x="6909" y="5681"/>
                      <a:pt x="6387" y="5681"/>
                    </a:cubicBezTo>
                    <a:lnTo>
                      <a:pt x="5957" y="5681"/>
                    </a:lnTo>
                    <a:cubicBezTo>
                      <a:pt x="5404" y="5681"/>
                      <a:pt x="5404" y="4882"/>
                      <a:pt x="5957" y="4882"/>
                    </a:cubicBezTo>
                    <a:close/>
                    <a:moveTo>
                      <a:pt x="8721" y="4882"/>
                    </a:moveTo>
                    <a:cubicBezTo>
                      <a:pt x="9243" y="4882"/>
                      <a:pt x="9243" y="5681"/>
                      <a:pt x="8721" y="5681"/>
                    </a:cubicBezTo>
                    <a:lnTo>
                      <a:pt x="8291" y="5681"/>
                    </a:lnTo>
                    <a:cubicBezTo>
                      <a:pt x="7769" y="5681"/>
                      <a:pt x="7769" y="4882"/>
                      <a:pt x="8291" y="4882"/>
                    </a:cubicBezTo>
                    <a:close/>
                    <a:moveTo>
                      <a:pt x="11054" y="4882"/>
                    </a:moveTo>
                    <a:cubicBezTo>
                      <a:pt x="11576" y="4882"/>
                      <a:pt x="11576" y="5681"/>
                      <a:pt x="11054" y="5681"/>
                    </a:cubicBezTo>
                    <a:lnTo>
                      <a:pt x="10624" y="5681"/>
                    </a:lnTo>
                    <a:cubicBezTo>
                      <a:pt x="10102" y="5681"/>
                      <a:pt x="10102" y="4882"/>
                      <a:pt x="10624" y="4882"/>
                    </a:cubicBezTo>
                    <a:close/>
                    <a:moveTo>
                      <a:pt x="6387" y="6602"/>
                    </a:moveTo>
                    <a:cubicBezTo>
                      <a:pt x="6909" y="6602"/>
                      <a:pt x="6909" y="7400"/>
                      <a:pt x="6387" y="7400"/>
                    </a:cubicBezTo>
                    <a:lnTo>
                      <a:pt x="5957" y="7400"/>
                    </a:lnTo>
                    <a:cubicBezTo>
                      <a:pt x="5404" y="7400"/>
                      <a:pt x="5404" y="6602"/>
                      <a:pt x="5957" y="6602"/>
                    </a:cubicBezTo>
                    <a:close/>
                    <a:moveTo>
                      <a:pt x="8721" y="6602"/>
                    </a:moveTo>
                    <a:cubicBezTo>
                      <a:pt x="9243" y="6602"/>
                      <a:pt x="9243" y="7400"/>
                      <a:pt x="8721" y="7400"/>
                    </a:cubicBezTo>
                    <a:lnTo>
                      <a:pt x="8291" y="7400"/>
                    </a:lnTo>
                    <a:cubicBezTo>
                      <a:pt x="7769" y="7400"/>
                      <a:pt x="7769" y="6602"/>
                      <a:pt x="8291" y="6602"/>
                    </a:cubicBezTo>
                    <a:close/>
                    <a:moveTo>
                      <a:pt x="11054" y="6602"/>
                    </a:moveTo>
                    <a:cubicBezTo>
                      <a:pt x="11576" y="6602"/>
                      <a:pt x="11576" y="7400"/>
                      <a:pt x="11054" y="7400"/>
                    </a:cubicBezTo>
                    <a:lnTo>
                      <a:pt x="10624" y="7400"/>
                    </a:lnTo>
                    <a:cubicBezTo>
                      <a:pt x="10102" y="7400"/>
                      <a:pt x="10102" y="6602"/>
                      <a:pt x="10624" y="6602"/>
                    </a:cubicBezTo>
                    <a:close/>
                    <a:moveTo>
                      <a:pt x="6387" y="8291"/>
                    </a:moveTo>
                    <a:cubicBezTo>
                      <a:pt x="6909" y="8291"/>
                      <a:pt x="6909" y="9089"/>
                      <a:pt x="6387" y="9089"/>
                    </a:cubicBezTo>
                    <a:lnTo>
                      <a:pt x="5957" y="9089"/>
                    </a:lnTo>
                    <a:cubicBezTo>
                      <a:pt x="5404" y="9089"/>
                      <a:pt x="5404" y="8291"/>
                      <a:pt x="5957" y="8291"/>
                    </a:cubicBezTo>
                    <a:close/>
                    <a:moveTo>
                      <a:pt x="8721" y="8291"/>
                    </a:moveTo>
                    <a:cubicBezTo>
                      <a:pt x="9243" y="8291"/>
                      <a:pt x="9243" y="9089"/>
                      <a:pt x="8721" y="9089"/>
                    </a:cubicBezTo>
                    <a:lnTo>
                      <a:pt x="8291" y="9089"/>
                    </a:lnTo>
                    <a:cubicBezTo>
                      <a:pt x="7769" y="9089"/>
                      <a:pt x="7769" y="8291"/>
                      <a:pt x="8291" y="8291"/>
                    </a:cubicBezTo>
                    <a:close/>
                    <a:moveTo>
                      <a:pt x="11054" y="8291"/>
                    </a:moveTo>
                    <a:cubicBezTo>
                      <a:pt x="11576" y="8291"/>
                      <a:pt x="11576" y="9089"/>
                      <a:pt x="11054" y="9089"/>
                    </a:cubicBezTo>
                    <a:lnTo>
                      <a:pt x="10624" y="9089"/>
                    </a:lnTo>
                    <a:cubicBezTo>
                      <a:pt x="10102" y="9089"/>
                      <a:pt x="10102" y="8291"/>
                      <a:pt x="10624" y="8291"/>
                    </a:cubicBezTo>
                    <a:close/>
                    <a:moveTo>
                      <a:pt x="399" y="0"/>
                    </a:moveTo>
                    <a:cubicBezTo>
                      <a:pt x="184" y="0"/>
                      <a:pt x="0" y="184"/>
                      <a:pt x="0" y="399"/>
                    </a:cubicBezTo>
                    <a:lnTo>
                      <a:pt x="0" y="10409"/>
                    </a:lnTo>
                    <a:cubicBezTo>
                      <a:pt x="0" y="10624"/>
                      <a:pt x="184" y="10778"/>
                      <a:pt x="399" y="10778"/>
                    </a:cubicBezTo>
                    <a:lnTo>
                      <a:pt x="13204" y="10778"/>
                    </a:lnTo>
                    <a:cubicBezTo>
                      <a:pt x="13419" y="10778"/>
                      <a:pt x="13572" y="10624"/>
                      <a:pt x="13572" y="10409"/>
                    </a:cubicBezTo>
                    <a:lnTo>
                      <a:pt x="13572" y="399"/>
                    </a:lnTo>
                    <a:cubicBezTo>
                      <a:pt x="13603" y="184"/>
                      <a:pt x="13419" y="0"/>
                      <a:pt x="13204" y="0"/>
                    </a:cubicBezTo>
                    <a:lnTo>
                      <a:pt x="11453" y="0"/>
                    </a:lnTo>
                    <a:lnTo>
                      <a:pt x="11453" y="3593"/>
                    </a:lnTo>
                    <a:cubicBezTo>
                      <a:pt x="11453" y="3808"/>
                      <a:pt x="11269" y="3961"/>
                      <a:pt x="11054" y="3961"/>
                    </a:cubicBezTo>
                    <a:lnTo>
                      <a:pt x="5957" y="3961"/>
                    </a:lnTo>
                    <a:cubicBezTo>
                      <a:pt x="5742" y="3961"/>
                      <a:pt x="5558" y="3808"/>
                      <a:pt x="5558" y="3593"/>
                    </a:cubicBezTo>
                    <a:lnTo>
                      <a:pt x="5558" y="0"/>
                    </a:lnTo>
                    <a:lnTo>
                      <a:pt x="4637" y="0"/>
                    </a:lnTo>
                    <a:lnTo>
                      <a:pt x="4637" y="8690"/>
                    </a:lnTo>
                    <a:cubicBezTo>
                      <a:pt x="4637" y="8905"/>
                      <a:pt x="4483" y="9089"/>
                      <a:pt x="4268" y="9089"/>
                    </a:cubicBezTo>
                    <a:lnTo>
                      <a:pt x="2119" y="9089"/>
                    </a:lnTo>
                    <a:cubicBezTo>
                      <a:pt x="1904" y="9089"/>
                      <a:pt x="1750" y="8905"/>
                      <a:pt x="1750" y="8690"/>
                    </a:cubicBezTo>
                    <a:lnTo>
                      <a:pt x="1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2"/>
              <p:cNvSpPr/>
              <p:nvPr/>
            </p:nvSpPr>
            <p:spPr>
              <a:xfrm>
                <a:off x="1067663" y="3810863"/>
                <a:ext cx="32275" cy="227325"/>
              </a:xfrm>
              <a:custGeom>
                <a:avLst/>
                <a:gdLst/>
                <a:ahLst/>
                <a:cxnLst/>
                <a:rect l="l" t="t" r="r" b="b"/>
                <a:pathLst>
                  <a:path w="1291" h="9093" extrusionOk="0">
                    <a:moveTo>
                      <a:pt x="968" y="1"/>
                    </a:moveTo>
                    <a:cubicBezTo>
                      <a:pt x="953" y="1"/>
                      <a:pt x="938" y="2"/>
                      <a:pt x="922" y="4"/>
                    </a:cubicBezTo>
                    <a:lnTo>
                      <a:pt x="369" y="4"/>
                    </a:lnTo>
                    <a:cubicBezTo>
                      <a:pt x="154" y="4"/>
                      <a:pt x="1" y="158"/>
                      <a:pt x="1" y="372"/>
                    </a:cubicBezTo>
                    <a:lnTo>
                      <a:pt x="1" y="8724"/>
                    </a:lnTo>
                    <a:cubicBezTo>
                      <a:pt x="1" y="8939"/>
                      <a:pt x="154" y="9093"/>
                      <a:pt x="369" y="9093"/>
                    </a:cubicBezTo>
                    <a:lnTo>
                      <a:pt x="922" y="9093"/>
                    </a:lnTo>
                    <a:cubicBezTo>
                      <a:pt x="1106" y="9093"/>
                      <a:pt x="1290" y="8939"/>
                      <a:pt x="1290" y="8724"/>
                    </a:cubicBezTo>
                    <a:lnTo>
                      <a:pt x="1290" y="372"/>
                    </a:lnTo>
                    <a:cubicBezTo>
                      <a:pt x="1290" y="173"/>
                      <a:pt x="1159" y="1"/>
                      <a:pt x="9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2"/>
              <p:cNvSpPr/>
              <p:nvPr/>
            </p:nvSpPr>
            <p:spPr>
              <a:xfrm>
                <a:off x="1162863" y="3761813"/>
                <a:ext cx="124375" cy="149725"/>
              </a:xfrm>
              <a:custGeom>
                <a:avLst/>
                <a:gdLst/>
                <a:ahLst/>
                <a:cxnLst/>
                <a:rect l="l" t="t" r="r" b="b"/>
                <a:pathLst>
                  <a:path w="4975" h="5989" extrusionOk="0">
                    <a:moveTo>
                      <a:pt x="1597" y="1"/>
                    </a:moveTo>
                    <a:cubicBezTo>
                      <a:pt x="706" y="1"/>
                      <a:pt x="0" y="738"/>
                      <a:pt x="0" y="1598"/>
                    </a:cubicBezTo>
                    <a:lnTo>
                      <a:pt x="0" y="5988"/>
                    </a:lnTo>
                    <a:lnTo>
                      <a:pt x="4299" y="5988"/>
                    </a:lnTo>
                    <a:lnTo>
                      <a:pt x="4299" y="1598"/>
                    </a:lnTo>
                    <a:cubicBezTo>
                      <a:pt x="4268" y="1137"/>
                      <a:pt x="4453" y="676"/>
                      <a:pt x="4821" y="400"/>
                    </a:cubicBezTo>
                    <a:cubicBezTo>
                      <a:pt x="4975" y="277"/>
                      <a:pt x="4882" y="32"/>
                      <a:pt x="46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962"/>
        <p:cNvGrpSpPr/>
        <p:nvPr/>
      </p:nvGrpSpPr>
      <p:grpSpPr>
        <a:xfrm>
          <a:off x="0" y="0"/>
          <a:ext cx="0" cy="0"/>
          <a:chOff x="0" y="0"/>
          <a:chExt cx="0" cy="0"/>
        </a:xfrm>
      </p:grpSpPr>
      <p:sp>
        <p:nvSpPr>
          <p:cNvPr id="2963" name="Google Shape;2963;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Evolución del entretenimiento</a:t>
            </a:r>
            <a:endParaRPr/>
          </a:p>
        </p:txBody>
      </p:sp>
      <p:sp>
        <p:nvSpPr>
          <p:cNvPr id="2964" name="Google Shape;2964;p63"/>
          <p:cNvSpPr txBox="1"/>
          <p:nvPr/>
        </p:nvSpPr>
        <p:spPr>
          <a:xfrm>
            <a:off x="850685" y="3633113"/>
            <a:ext cx="1905000" cy="5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Videograbadora (VHS - Beta)</a:t>
            </a:r>
            <a:endParaRPr>
              <a:solidFill>
                <a:schemeClr val="dk1"/>
              </a:solidFill>
              <a:latin typeface="Metrophobic"/>
              <a:ea typeface="Metrophobic"/>
              <a:cs typeface="Metrophobic"/>
              <a:sym typeface="Metrophobic"/>
            </a:endParaRPr>
          </a:p>
        </p:txBody>
      </p:sp>
      <p:sp>
        <p:nvSpPr>
          <p:cNvPr id="2965" name="Google Shape;2965;p63"/>
          <p:cNvSpPr txBox="1"/>
          <p:nvPr/>
        </p:nvSpPr>
        <p:spPr>
          <a:xfrm>
            <a:off x="850674" y="3194687"/>
            <a:ext cx="1905000" cy="438300"/>
          </a:xfrm>
          <a:prstGeom prst="rect">
            <a:avLst/>
          </a:prstGeom>
          <a:noFill/>
          <a:ln>
            <a:noFill/>
          </a:ln>
        </p:spPr>
        <p:txBody>
          <a:bodyPr spcFirstLastPara="1" wrap="square" lIns="91425" tIns="0"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2001</a:t>
            </a:r>
            <a:endParaRPr sz="2200" b="1">
              <a:solidFill>
                <a:schemeClr val="dk1"/>
              </a:solidFill>
              <a:latin typeface="IBM Plex Mono"/>
              <a:ea typeface="IBM Plex Mono"/>
              <a:cs typeface="IBM Plex Mono"/>
              <a:sym typeface="IBM Plex Mono"/>
            </a:endParaRPr>
          </a:p>
        </p:txBody>
      </p:sp>
      <p:sp>
        <p:nvSpPr>
          <p:cNvPr id="2966" name="Google Shape;2966;p63"/>
          <p:cNvSpPr txBox="1"/>
          <p:nvPr/>
        </p:nvSpPr>
        <p:spPr>
          <a:xfrm>
            <a:off x="3619505" y="3633113"/>
            <a:ext cx="1905000" cy="5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Televisión por cable o satélite</a:t>
            </a:r>
            <a:endParaRPr>
              <a:solidFill>
                <a:schemeClr val="dk1"/>
              </a:solidFill>
              <a:latin typeface="Metrophobic"/>
              <a:ea typeface="Metrophobic"/>
              <a:cs typeface="Metrophobic"/>
              <a:sym typeface="Metrophobic"/>
            </a:endParaRPr>
          </a:p>
        </p:txBody>
      </p:sp>
      <p:sp>
        <p:nvSpPr>
          <p:cNvPr id="2967" name="Google Shape;2967;p63"/>
          <p:cNvSpPr txBox="1"/>
          <p:nvPr/>
        </p:nvSpPr>
        <p:spPr>
          <a:xfrm>
            <a:off x="3619549" y="3194687"/>
            <a:ext cx="1905000" cy="438300"/>
          </a:xfrm>
          <a:prstGeom prst="rect">
            <a:avLst/>
          </a:prstGeom>
          <a:noFill/>
          <a:ln>
            <a:noFill/>
          </a:ln>
        </p:spPr>
        <p:txBody>
          <a:bodyPr spcFirstLastPara="1" wrap="square" lIns="91425" tIns="0"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2011</a:t>
            </a:r>
            <a:endParaRPr sz="2200" b="1">
              <a:solidFill>
                <a:schemeClr val="dk1"/>
              </a:solidFill>
              <a:latin typeface="IBM Plex Mono"/>
              <a:ea typeface="IBM Plex Mono"/>
              <a:cs typeface="IBM Plex Mono"/>
              <a:sym typeface="IBM Plex Mono"/>
            </a:endParaRPr>
          </a:p>
        </p:txBody>
      </p:sp>
      <p:sp>
        <p:nvSpPr>
          <p:cNvPr id="2968" name="Google Shape;2968;p63"/>
          <p:cNvSpPr txBox="1"/>
          <p:nvPr/>
        </p:nvSpPr>
        <p:spPr>
          <a:xfrm>
            <a:off x="6388326" y="3633113"/>
            <a:ext cx="1905000" cy="5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Televisión por satélite o IPTV</a:t>
            </a:r>
            <a:endParaRPr>
              <a:solidFill>
                <a:schemeClr val="dk1"/>
              </a:solidFill>
              <a:latin typeface="Metrophobic"/>
              <a:ea typeface="Metrophobic"/>
              <a:cs typeface="Metrophobic"/>
              <a:sym typeface="Metrophobic"/>
            </a:endParaRPr>
          </a:p>
        </p:txBody>
      </p:sp>
      <p:sp>
        <p:nvSpPr>
          <p:cNvPr id="2969" name="Google Shape;2969;p63"/>
          <p:cNvSpPr txBox="1"/>
          <p:nvPr/>
        </p:nvSpPr>
        <p:spPr>
          <a:xfrm>
            <a:off x="6388324" y="3194687"/>
            <a:ext cx="1905000" cy="438300"/>
          </a:xfrm>
          <a:prstGeom prst="rect">
            <a:avLst/>
          </a:prstGeom>
          <a:noFill/>
          <a:ln>
            <a:noFill/>
          </a:ln>
        </p:spPr>
        <p:txBody>
          <a:bodyPr spcFirstLastPara="1" wrap="square" lIns="91425" tIns="0"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2021</a:t>
            </a:r>
            <a:endParaRPr sz="2200" b="1">
              <a:solidFill>
                <a:schemeClr val="dk1"/>
              </a:solidFill>
              <a:latin typeface="IBM Plex Mono"/>
              <a:ea typeface="IBM Plex Mono"/>
              <a:cs typeface="IBM Plex Mono"/>
              <a:sym typeface="IBM Plex Mono"/>
            </a:endParaRPr>
          </a:p>
        </p:txBody>
      </p:sp>
      <p:sp>
        <p:nvSpPr>
          <p:cNvPr id="2970" name="Google Shape;2970;p63"/>
          <p:cNvSpPr txBox="1"/>
          <p:nvPr/>
        </p:nvSpPr>
        <p:spPr>
          <a:xfrm>
            <a:off x="850674" y="1462736"/>
            <a:ext cx="1905000" cy="438300"/>
          </a:xfrm>
          <a:prstGeom prst="rect">
            <a:avLst/>
          </a:prstGeom>
          <a:noFill/>
          <a:ln>
            <a:noFill/>
          </a:ln>
        </p:spPr>
        <p:txBody>
          <a:bodyPr spcFirstLastPara="1" wrap="square" lIns="91425" tIns="0" rIns="91425" bIns="91425" anchor="t" anchorCtr="0">
            <a:noAutofit/>
          </a:bodyPr>
          <a:lstStyle/>
          <a:p>
            <a:pPr marL="0" lvl="0" indent="0" algn="ctr" rtl="0">
              <a:spcBef>
                <a:spcPts val="0"/>
              </a:spcBef>
              <a:spcAft>
                <a:spcPts val="0"/>
              </a:spcAft>
              <a:buNone/>
            </a:pPr>
            <a:r>
              <a:rPr lang="en" sz="2200" b="1">
                <a:solidFill>
                  <a:schemeClr val="accent2"/>
                </a:solidFill>
                <a:latin typeface="IBM Plex Mono"/>
                <a:ea typeface="IBM Plex Mono"/>
                <a:cs typeface="IBM Plex Mono"/>
                <a:sym typeface="IBM Plex Mono"/>
              </a:rPr>
              <a:t>29%</a:t>
            </a:r>
            <a:endParaRPr sz="2200" b="1">
              <a:solidFill>
                <a:schemeClr val="accent2"/>
              </a:solidFill>
              <a:latin typeface="IBM Plex Mono"/>
              <a:ea typeface="IBM Plex Mono"/>
              <a:cs typeface="IBM Plex Mono"/>
              <a:sym typeface="IBM Plex Mono"/>
            </a:endParaRPr>
          </a:p>
        </p:txBody>
      </p:sp>
      <p:sp>
        <p:nvSpPr>
          <p:cNvPr id="2971" name="Google Shape;2971;p63"/>
          <p:cNvSpPr txBox="1"/>
          <p:nvPr/>
        </p:nvSpPr>
        <p:spPr>
          <a:xfrm>
            <a:off x="3619549" y="1462736"/>
            <a:ext cx="1905000" cy="438300"/>
          </a:xfrm>
          <a:prstGeom prst="rect">
            <a:avLst/>
          </a:prstGeom>
          <a:noFill/>
          <a:ln>
            <a:noFill/>
          </a:ln>
        </p:spPr>
        <p:txBody>
          <a:bodyPr spcFirstLastPara="1" wrap="square" lIns="91425" tIns="0" rIns="91425" bIns="91425" anchor="t" anchorCtr="0">
            <a:noAutofit/>
          </a:bodyPr>
          <a:lstStyle/>
          <a:p>
            <a:pPr marL="0" lvl="0" indent="0" algn="ctr" rtl="0">
              <a:spcBef>
                <a:spcPts val="0"/>
              </a:spcBef>
              <a:spcAft>
                <a:spcPts val="0"/>
              </a:spcAft>
              <a:buNone/>
            </a:pPr>
            <a:r>
              <a:rPr lang="en" sz="2200" b="1">
                <a:solidFill>
                  <a:schemeClr val="accent2"/>
                </a:solidFill>
                <a:latin typeface="IBM Plex Mono"/>
                <a:ea typeface="IBM Plex Mono"/>
                <a:cs typeface="IBM Plex Mono"/>
                <a:sym typeface="IBM Plex Mono"/>
              </a:rPr>
              <a:t>50%</a:t>
            </a:r>
            <a:endParaRPr sz="2200" b="1">
              <a:solidFill>
                <a:schemeClr val="accent2"/>
              </a:solidFill>
              <a:latin typeface="IBM Plex Mono"/>
              <a:ea typeface="IBM Plex Mono"/>
              <a:cs typeface="IBM Plex Mono"/>
              <a:sym typeface="IBM Plex Mono"/>
            </a:endParaRPr>
          </a:p>
        </p:txBody>
      </p:sp>
      <p:sp>
        <p:nvSpPr>
          <p:cNvPr id="2972" name="Google Shape;2972;p63"/>
          <p:cNvSpPr txBox="1"/>
          <p:nvPr/>
        </p:nvSpPr>
        <p:spPr>
          <a:xfrm>
            <a:off x="6388324" y="1462736"/>
            <a:ext cx="1905000" cy="438300"/>
          </a:xfrm>
          <a:prstGeom prst="rect">
            <a:avLst/>
          </a:prstGeom>
          <a:noFill/>
          <a:ln>
            <a:noFill/>
          </a:ln>
        </p:spPr>
        <p:txBody>
          <a:bodyPr spcFirstLastPara="1" wrap="square" lIns="91425" tIns="0" rIns="91425" bIns="91425" anchor="t" anchorCtr="0">
            <a:noAutofit/>
          </a:bodyPr>
          <a:lstStyle/>
          <a:p>
            <a:pPr marL="0" lvl="0" indent="0" algn="ctr" rtl="0">
              <a:spcBef>
                <a:spcPts val="0"/>
              </a:spcBef>
              <a:spcAft>
                <a:spcPts val="0"/>
              </a:spcAft>
              <a:buNone/>
            </a:pPr>
            <a:r>
              <a:rPr lang="en" sz="2200" b="1">
                <a:solidFill>
                  <a:schemeClr val="accent2"/>
                </a:solidFill>
                <a:latin typeface="IBM Plex Mono"/>
                <a:ea typeface="IBM Plex Mono"/>
                <a:cs typeface="IBM Plex Mono"/>
                <a:sym typeface="IBM Plex Mono"/>
              </a:rPr>
              <a:t>64%</a:t>
            </a:r>
            <a:endParaRPr sz="2200" b="1">
              <a:solidFill>
                <a:schemeClr val="accent2"/>
              </a:solidFill>
              <a:latin typeface="IBM Plex Mono"/>
              <a:ea typeface="IBM Plex Mono"/>
              <a:cs typeface="IBM Plex Mono"/>
              <a:sym typeface="IBM Plex Mono"/>
            </a:endParaRPr>
          </a:p>
        </p:txBody>
      </p:sp>
      <p:sp>
        <p:nvSpPr>
          <p:cNvPr id="2973" name="Google Shape;2973;p63"/>
          <p:cNvSpPr/>
          <p:nvPr/>
        </p:nvSpPr>
        <p:spPr>
          <a:xfrm>
            <a:off x="1371174" y="2115787"/>
            <a:ext cx="864000" cy="864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3"/>
          <p:cNvSpPr/>
          <p:nvPr/>
        </p:nvSpPr>
        <p:spPr>
          <a:xfrm>
            <a:off x="4140049" y="2115787"/>
            <a:ext cx="864000" cy="864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3"/>
          <p:cNvSpPr/>
          <p:nvPr/>
        </p:nvSpPr>
        <p:spPr>
          <a:xfrm>
            <a:off x="6908924" y="2115787"/>
            <a:ext cx="864000" cy="864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76" name="Google Shape;2976;p63"/>
          <p:cNvCxnSpPr>
            <a:stCxn id="2970" idx="2"/>
            <a:endCxn id="2973" idx="0"/>
          </p:cNvCxnSpPr>
          <p:nvPr/>
        </p:nvCxnSpPr>
        <p:spPr>
          <a:xfrm>
            <a:off x="1803174" y="1901036"/>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77" name="Google Shape;2977;p63"/>
          <p:cNvCxnSpPr>
            <a:stCxn id="2973" idx="4"/>
            <a:endCxn id="2965" idx="0"/>
          </p:cNvCxnSpPr>
          <p:nvPr/>
        </p:nvCxnSpPr>
        <p:spPr>
          <a:xfrm>
            <a:off x="1803174" y="2979787"/>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78" name="Google Shape;2978;p63"/>
          <p:cNvCxnSpPr>
            <a:stCxn id="2971" idx="2"/>
            <a:endCxn id="2974" idx="0"/>
          </p:cNvCxnSpPr>
          <p:nvPr/>
        </p:nvCxnSpPr>
        <p:spPr>
          <a:xfrm>
            <a:off x="4572049" y="1901036"/>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79" name="Google Shape;2979;p63"/>
          <p:cNvCxnSpPr>
            <a:stCxn id="2974" idx="4"/>
            <a:endCxn id="2967" idx="0"/>
          </p:cNvCxnSpPr>
          <p:nvPr/>
        </p:nvCxnSpPr>
        <p:spPr>
          <a:xfrm>
            <a:off x="4572049" y="2979787"/>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80" name="Google Shape;2980;p63"/>
          <p:cNvCxnSpPr>
            <a:stCxn id="2972" idx="2"/>
            <a:endCxn id="2975" idx="0"/>
          </p:cNvCxnSpPr>
          <p:nvPr/>
        </p:nvCxnSpPr>
        <p:spPr>
          <a:xfrm>
            <a:off x="7340824" y="1901036"/>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81" name="Google Shape;2981;p63"/>
          <p:cNvCxnSpPr>
            <a:stCxn id="2975" idx="4"/>
            <a:endCxn id="2969" idx="0"/>
          </p:cNvCxnSpPr>
          <p:nvPr/>
        </p:nvCxnSpPr>
        <p:spPr>
          <a:xfrm>
            <a:off x="7340924" y="2979787"/>
            <a:ext cx="0" cy="214800"/>
          </a:xfrm>
          <a:prstGeom prst="straightConnector1">
            <a:avLst/>
          </a:prstGeom>
          <a:noFill/>
          <a:ln w="19050" cap="flat" cmpd="sng">
            <a:solidFill>
              <a:schemeClr val="accent2"/>
            </a:solidFill>
            <a:prstDash val="solid"/>
            <a:round/>
            <a:headEnd type="none" w="med" len="med"/>
            <a:tailEnd type="none" w="med" len="med"/>
          </a:ln>
        </p:spPr>
      </p:cxnSp>
      <p:cxnSp>
        <p:nvCxnSpPr>
          <p:cNvPr id="2982" name="Google Shape;2982;p63"/>
          <p:cNvCxnSpPr>
            <a:stCxn id="2973" idx="6"/>
            <a:endCxn id="2974" idx="2"/>
          </p:cNvCxnSpPr>
          <p:nvPr/>
        </p:nvCxnSpPr>
        <p:spPr>
          <a:xfrm>
            <a:off x="2235174" y="2547787"/>
            <a:ext cx="1905000" cy="0"/>
          </a:xfrm>
          <a:prstGeom prst="straightConnector1">
            <a:avLst/>
          </a:prstGeom>
          <a:noFill/>
          <a:ln w="19050" cap="flat" cmpd="sng">
            <a:solidFill>
              <a:schemeClr val="accent2"/>
            </a:solidFill>
            <a:prstDash val="solid"/>
            <a:round/>
            <a:headEnd type="none" w="med" len="med"/>
            <a:tailEnd type="none" w="med" len="med"/>
          </a:ln>
        </p:spPr>
      </p:cxnSp>
      <p:cxnSp>
        <p:nvCxnSpPr>
          <p:cNvPr id="2983" name="Google Shape;2983;p63"/>
          <p:cNvCxnSpPr>
            <a:stCxn id="2974" idx="6"/>
            <a:endCxn id="2975" idx="2"/>
          </p:cNvCxnSpPr>
          <p:nvPr/>
        </p:nvCxnSpPr>
        <p:spPr>
          <a:xfrm>
            <a:off x="5004049" y="2547787"/>
            <a:ext cx="1905000" cy="0"/>
          </a:xfrm>
          <a:prstGeom prst="straightConnector1">
            <a:avLst/>
          </a:prstGeom>
          <a:noFill/>
          <a:ln w="19050" cap="flat" cmpd="sng">
            <a:solidFill>
              <a:schemeClr val="accent2"/>
            </a:solidFill>
            <a:prstDash val="solid"/>
            <a:round/>
            <a:headEnd type="none" w="med" len="med"/>
            <a:tailEnd type="none" w="med" len="med"/>
          </a:ln>
        </p:spPr>
      </p:cxnSp>
      <p:grpSp>
        <p:nvGrpSpPr>
          <p:cNvPr id="2984" name="Google Shape;2984;p63"/>
          <p:cNvGrpSpPr/>
          <p:nvPr/>
        </p:nvGrpSpPr>
        <p:grpSpPr>
          <a:xfrm>
            <a:off x="1633554" y="2388721"/>
            <a:ext cx="339253" cy="318042"/>
            <a:chOff x="5049725" y="2635825"/>
            <a:chExt cx="481825" cy="451700"/>
          </a:xfrm>
        </p:grpSpPr>
        <p:sp>
          <p:nvSpPr>
            <p:cNvPr id="2985" name="Google Shape;2985;p63"/>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6" name="Google Shape;2986;p63"/>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7" name="Google Shape;2987;p63"/>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88" name="Google Shape;2988;p63"/>
          <p:cNvGrpSpPr/>
          <p:nvPr/>
        </p:nvGrpSpPr>
        <p:grpSpPr>
          <a:xfrm>
            <a:off x="7171265" y="2378544"/>
            <a:ext cx="339268" cy="338358"/>
            <a:chOff x="1003963" y="2401738"/>
            <a:chExt cx="341625" cy="340675"/>
          </a:xfrm>
        </p:grpSpPr>
        <p:sp>
          <p:nvSpPr>
            <p:cNvPr id="2989" name="Google Shape;2989;p63"/>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3"/>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3"/>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2" name="Google Shape;2992;p63"/>
          <p:cNvGrpSpPr/>
          <p:nvPr/>
        </p:nvGrpSpPr>
        <p:grpSpPr>
          <a:xfrm>
            <a:off x="4402709" y="2330537"/>
            <a:ext cx="339262" cy="434308"/>
            <a:chOff x="5082463" y="2402313"/>
            <a:chExt cx="265650" cy="340100"/>
          </a:xfrm>
        </p:grpSpPr>
        <p:sp>
          <p:nvSpPr>
            <p:cNvPr id="2993" name="Google Shape;2993;p63"/>
            <p:cNvSpPr/>
            <p:nvPr/>
          </p:nvSpPr>
          <p:spPr>
            <a:xfrm>
              <a:off x="5239838" y="2445313"/>
              <a:ext cx="66050" cy="62575"/>
            </a:xfrm>
            <a:custGeom>
              <a:avLst/>
              <a:gdLst/>
              <a:ahLst/>
              <a:cxnLst/>
              <a:rect l="l" t="t" r="r" b="b"/>
              <a:pathLst>
                <a:path w="2642" h="2503" extrusionOk="0">
                  <a:moveTo>
                    <a:pt x="553" y="0"/>
                  </a:moveTo>
                  <a:cubicBezTo>
                    <a:pt x="1" y="0"/>
                    <a:pt x="1" y="799"/>
                    <a:pt x="553" y="799"/>
                  </a:cubicBezTo>
                  <a:cubicBezTo>
                    <a:pt x="1260" y="799"/>
                    <a:pt x="1843" y="1382"/>
                    <a:pt x="1843" y="2088"/>
                  </a:cubicBezTo>
                  <a:cubicBezTo>
                    <a:pt x="1843" y="2365"/>
                    <a:pt x="2043" y="2503"/>
                    <a:pt x="2242" y="2503"/>
                  </a:cubicBezTo>
                  <a:cubicBezTo>
                    <a:pt x="2442" y="2503"/>
                    <a:pt x="2641" y="2365"/>
                    <a:pt x="2641" y="2088"/>
                  </a:cubicBezTo>
                  <a:cubicBezTo>
                    <a:pt x="2641" y="921"/>
                    <a:pt x="1690" y="0"/>
                    <a:pt x="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3"/>
            <p:cNvSpPr/>
            <p:nvPr/>
          </p:nvSpPr>
          <p:spPr>
            <a:xfrm>
              <a:off x="5239838" y="2402313"/>
              <a:ext cx="108275" cy="105575"/>
            </a:xfrm>
            <a:custGeom>
              <a:avLst/>
              <a:gdLst/>
              <a:ahLst/>
              <a:cxnLst/>
              <a:rect l="l" t="t" r="r" b="b"/>
              <a:pathLst>
                <a:path w="4331" h="4223" extrusionOk="0">
                  <a:moveTo>
                    <a:pt x="553" y="1"/>
                  </a:moveTo>
                  <a:cubicBezTo>
                    <a:pt x="1" y="1"/>
                    <a:pt x="1" y="799"/>
                    <a:pt x="553" y="799"/>
                  </a:cubicBezTo>
                  <a:cubicBezTo>
                    <a:pt x="2212" y="799"/>
                    <a:pt x="3532" y="2150"/>
                    <a:pt x="3532" y="3808"/>
                  </a:cubicBezTo>
                  <a:cubicBezTo>
                    <a:pt x="3532" y="4085"/>
                    <a:pt x="3731" y="4223"/>
                    <a:pt x="3931" y="4223"/>
                  </a:cubicBezTo>
                  <a:cubicBezTo>
                    <a:pt x="4131" y="4223"/>
                    <a:pt x="4330" y="4085"/>
                    <a:pt x="4330" y="3808"/>
                  </a:cubicBezTo>
                  <a:cubicBezTo>
                    <a:pt x="4330" y="1720"/>
                    <a:pt x="2641" y="1"/>
                    <a:pt x="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3"/>
            <p:cNvSpPr/>
            <p:nvPr/>
          </p:nvSpPr>
          <p:spPr>
            <a:xfrm>
              <a:off x="5082463" y="2434763"/>
              <a:ext cx="235700" cy="307650"/>
            </a:xfrm>
            <a:custGeom>
              <a:avLst/>
              <a:gdLst/>
              <a:ahLst/>
              <a:cxnLst/>
              <a:rect l="l" t="t" r="r" b="b"/>
              <a:pathLst>
                <a:path w="9428" h="12306" extrusionOk="0">
                  <a:moveTo>
                    <a:pt x="2335" y="0"/>
                  </a:moveTo>
                  <a:cubicBezTo>
                    <a:pt x="2235" y="0"/>
                    <a:pt x="2135" y="38"/>
                    <a:pt x="2058" y="115"/>
                  </a:cubicBezTo>
                  <a:cubicBezTo>
                    <a:pt x="707" y="1466"/>
                    <a:pt x="216" y="3493"/>
                    <a:pt x="861" y="5305"/>
                  </a:cubicBezTo>
                  <a:cubicBezTo>
                    <a:pt x="1308" y="4903"/>
                    <a:pt x="1834" y="4724"/>
                    <a:pt x="2349" y="4724"/>
                  </a:cubicBezTo>
                  <a:cubicBezTo>
                    <a:pt x="3565" y="4724"/>
                    <a:pt x="4715" y="5723"/>
                    <a:pt x="4607" y="7147"/>
                  </a:cubicBezTo>
                  <a:cubicBezTo>
                    <a:pt x="4528" y="8431"/>
                    <a:pt x="3457" y="9245"/>
                    <a:pt x="2352" y="9245"/>
                  </a:cubicBezTo>
                  <a:cubicBezTo>
                    <a:pt x="1740" y="9245"/>
                    <a:pt x="1117" y="8995"/>
                    <a:pt x="646" y="8437"/>
                  </a:cubicBezTo>
                  <a:lnTo>
                    <a:pt x="62" y="11845"/>
                  </a:lnTo>
                  <a:cubicBezTo>
                    <a:pt x="1" y="12091"/>
                    <a:pt x="185" y="12305"/>
                    <a:pt x="462" y="12305"/>
                  </a:cubicBezTo>
                  <a:lnTo>
                    <a:pt x="4300" y="12305"/>
                  </a:lnTo>
                  <a:cubicBezTo>
                    <a:pt x="4545" y="12305"/>
                    <a:pt x="4730" y="12091"/>
                    <a:pt x="4668" y="11845"/>
                  </a:cubicBezTo>
                  <a:lnTo>
                    <a:pt x="4085" y="8529"/>
                  </a:lnTo>
                  <a:lnTo>
                    <a:pt x="4085" y="8529"/>
                  </a:lnTo>
                  <a:cubicBezTo>
                    <a:pt x="4602" y="8695"/>
                    <a:pt x="5134" y="8777"/>
                    <a:pt x="5662" y="8777"/>
                  </a:cubicBezTo>
                  <a:cubicBezTo>
                    <a:pt x="6983" y="8777"/>
                    <a:pt x="8278" y="8266"/>
                    <a:pt x="9243" y="7300"/>
                  </a:cubicBezTo>
                  <a:cubicBezTo>
                    <a:pt x="9428" y="7147"/>
                    <a:pt x="9428" y="6871"/>
                    <a:pt x="9243" y="6717"/>
                  </a:cubicBezTo>
                  <a:lnTo>
                    <a:pt x="6204" y="3708"/>
                  </a:lnTo>
                  <a:lnTo>
                    <a:pt x="6910" y="3032"/>
                  </a:lnTo>
                  <a:cubicBezTo>
                    <a:pt x="7193" y="2725"/>
                    <a:pt x="6914" y="2328"/>
                    <a:pt x="6602" y="2328"/>
                  </a:cubicBezTo>
                  <a:cubicBezTo>
                    <a:pt x="6508" y="2328"/>
                    <a:pt x="6412" y="2364"/>
                    <a:pt x="6326" y="2449"/>
                  </a:cubicBezTo>
                  <a:lnTo>
                    <a:pt x="5651" y="3155"/>
                  </a:lnTo>
                  <a:lnTo>
                    <a:pt x="2611" y="115"/>
                  </a:lnTo>
                  <a:cubicBezTo>
                    <a:pt x="2534" y="38"/>
                    <a:pt x="2434" y="0"/>
                    <a:pt x="2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3"/>
            <p:cNvSpPr/>
            <p:nvPr/>
          </p:nvSpPr>
          <p:spPr>
            <a:xfrm>
              <a:off x="5105513" y="2572738"/>
              <a:ext cx="72950" cy="72950"/>
            </a:xfrm>
            <a:custGeom>
              <a:avLst/>
              <a:gdLst/>
              <a:ahLst/>
              <a:cxnLst/>
              <a:rect l="l" t="t" r="r" b="b"/>
              <a:pathLst>
                <a:path w="2918" h="2918" extrusionOk="0">
                  <a:moveTo>
                    <a:pt x="1443" y="0"/>
                  </a:moveTo>
                  <a:cubicBezTo>
                    <a:pt x="645" y="0"/>
                    <a:pt x="0" y="645"/>
                    <a:pt x="0" y="1474"/>
                  </a:cubicBezTo>
                  <a:cubicBezTo>
                    <a:pt x="0" y="2273"/>
                    <a:pt x="645" y="2918"/>
                    <a:pt x="1443" y="2918"/>
                  </a:cubicBezTo>
                  <a:cubicBezTo>
                    <a:pt x="2272" y="2918"/>
                    <a:pt x="2917" y="2273"/>
                    <a:pt x="2917" y="1474"/>
                  </a:cubicBezTo>
                  <a:cubicBezTo>
                    <a:pt x="2917" y="645"/>
                    <a:pt x="2272" y="0"/>
                    <a:pt x="1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7" name="Google Shape;2997;p63"/>
          <p:cNvGrpSpPr/>
          <p:nvPr/>
        </p:nvGrpSpPr>
        <p:grpSpPr>
          <a:xfrm>
            <a:off x="8596375" y="4146100"/>
            <a:ext cx="368400" cy="368400"/>
            <a:chOff x="8596375" y="4146100"/>
            <a:chExt cx="368400" cy="368400"/>
          </a:xfrm>
        </p:grpSpPr>
        <p:sp>
          <p:nvSpPr>
            <p:cNvPr id="2998" name="Google Shape;2998;p63"/>
            <p:cNvSpPr/>
            <p:nvPr/>
          </p:nvSpPr>
          <p:spPr>
            <a:xfrm>
              <a:off x="8596375" y="4146100"/>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9" name="Google Shape;2999;p63"/>
            <p:cNvGrpSpPr/>
            <p:nvPr/>
          </p:nvGrpSpPr>
          <p:grpSpPr>
            <a:xfrm>
              <a:off x="8664357" y="4248997"/>
              <a:ext cx="232288" cy="162334"/>
              <a:chOff x="1680638" y="3081963"/>
              <a:chExt cx="346750" cy="242325"/>
            </a:xfrm>
          </p:grpSpPr>
          <p:sp>
            <p:nvSpPr>
              <p:cNvPr id="3000" name="Google Shape;3000;p63"/>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3"/>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3"/>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3"/>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3007"/>
        <p:cNvGrpSpPr/>
        <p:nvPr/>
      </p:nvGrpSpPr>
      <p:grpSpPr>
        <a:xfrm>
          <a:off x="0" y="0"/>
          <a:ext cx="0" cy="0"/>
          <a:chOff x="0" y="0"/>
          <a:chExt cx="0" cy="0"/>
        </a:xfrm>
      </p:grpSpPr>
      <p:sp>
        <p:nvSpPr>
          <p:cNvPr id="3008" name="Google Shape;3008;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Las infografías siempre son útiles</a:t>
            </a:r>
            <a:endParaRPr/>
          </a:p>
        </p:txBody>
      </p:sp>
      <p:sp>
        <p:nvSpPr>
          <p:cNvPr id="3009" name="Google Shape;3009;p64"/>
          <p:cNvSpPr txBox="1"/>
          <p:nvPr/>
        </p:nvSpPr>
        <p:spPr>
          <a:xfrm>
            <a:off x="716625" y="2845461"/>
            <a:ext cx="18576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Es el planeta más cercano al Sol</a:t>
            </a:r>
            <a:endParaRPr>
              <a:solidFill>
                <a:schemeClr val="dk1"/>
              </a:solidFill>
              <a:latin typeface="Metrophobic"/>
              <a:ea typeface="Metrophobic"/>
              <a:cs typeface="Metrophobic"/>
              <a:sym typeface="Metrophobic"/>
            </a:endParaRPr>
          </a:p>
        </p:txBody>
      </p:sp>
      <p:sp>
        <p:nvSpPr>
          <p:cNvPr id="3010" name="Google Shape;3010;p64"/>
          <p:cNvSpPr txBox="1"/>
          <p:nvPr/>
        </p:nvSpPr>
        <p:spPr>
          <a:xfrm>
            <a:off x="2667677" y="2845461"/>
            <a:ext cx="18576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Venus tiene un nombre precioso</a:t>
            </a:r>
            <a:endParaRPr>
              <a:solidFill>
                <a:schemeClr val="dk1"/>
              </a:solidFill>
              <a:latin typeface="Metrophobic"/>
              <a:ea typeface="Metrophobic"/>
              <a:cs typeface="Metrophobic"/>
              <a:sym typeface="Metrophobic"/>
            </a:endParaRPr>
          </a:p>
        </p:txBody>
      </p:sp>
      <p:sp>
        <p:nvSpPr>
          <p:cNvPr id="3011" name="Google Shape;3011;p64"/>
          <p:cNvSpPr txBox="1"/>
          <p:nvPr/>
        </p:nvSpPr>
        <p:spPr>
          <a:xfrm>
            <a:off x="4618729" y="2845375"/>
            <a:ext cx="18576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Es el tercer planeta más cercano al Sol</a:t>
            </a:r>
            <a:endParaRPr>
              <a:solidFill>
                <a:schemeClr val="dk1"/>
              </a:solidFill>
              <a:latin typeface="Metrophobic"/>
              <a:ea typeface="Metrophobic"/>
              <a:cs typeface="Metrophobic"/>
              <a:sym typeface="Metrophobic"/>
            </a:endParaRPr>
          </a:p>
        </p:txBody>
      </p:sp>
      <p:sp>
        <p:nvSpPr>
          <p:cNvPr id="3012" name="Google Shape;3012;p64"/>
          <p:cNvSpPr txBox="1"/>
          <p:nvPr/>
        </p:nvSpPr>
        <p:spPr>
          <a:xfrm>
            <a:off x="6569781" y="2845375"/>
            <a:ext cx="18576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etrophobic"/>
                <a:ea typeface="Metrophobic"/>
                <a:cs typeface="Metrophobic"/>
                <a:sym typeface="Metrophobic"/>
              </a:rPr>
              <a:t>Marte es en realidad un lugar frío</a:t>
            </a:r>
            <a:endParaRPr>
              <a:solidFill>
                <a:schemeClr val="dk1"/>
              </a:solidFill>
              <a:latin typeface="Metrophobic"/>
              <a:ea typeface="Metrophobic"/>
              <a:cs typeface="Metrophobic"/>
              <a:sym typeface="Metrophobic"/>
            </a:endParaRPr>
          </a:p>
        </p:txBody>
      </p:sp>
      <p:sp>
        <p:nvSpPr>
          <p:cNvPr id="3013" name="Google Shape;3013;p64"/>
          <p:cNvSpPr txBox="1"/>
          <p:nvPr/>
        </p:nvSpPr>
        <p:spPr>
          <a:xfrm>
            <a:off x="716625" y="2286383"/>
            <a:ext cx="1857600" cy="558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Mercurio</a:t>
            </a:r>
            <a:endParaRPr sz="2200" b="1">
              <a:solidFill>
                <a:schemeClr val="dk1"/>
              </a:solidFill>
              <a:latin typeface="IBM Plex Mono"/>
              <a:ea typeface="IBM Plex Mono"/>
              <a:cs typeface="IBM Plex Mono"/>
              <a:sym typeface="IBM Plex Mono"/>
            </a:endParaRPr>
          </a:p>
        </p:txBody>
      </p:sp>
      <p:sp>
        <p:nvSpPr>
          <p:cNvPr id="3014" name="Google Shape;3014;p64"/>
          <p:cNvSpPr txBox="1"/>
          <p:nvPr/>
        </p:nvSpPr>
        <p:spPr>
          <a:xfrm>
            <a:off x="4618725" y="2286383"/>
            <a:ext cx="1857600" cy="558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Tierra</a:t>
            </a:r>
            <a:endParaRPr sz="2200" b="1">
              <a:solidFill>
                <a:schemeClr val="dk1"/>
              </a:solidFill>
              <a:latin typeface="IBM Plex Mono"/>
              <a:ea typeface="IBM Plex Mono"/>
              <a:cs typeface="IBM Plex Mono"/>
              <a:sym typeface="IBM Plex Mono"/>
            </a:endParaRPr>
          </a:p>
        </p:txBody>
      </p:sp>
      <p:sp>
        <p:nvSpPr>
          <p:cNvPr id="3015" name="Google Shape;3015;p64"/>
          <p:cNvSpPr txBox="1"/>
          <p:nvPr/>
        </p:nvSpPr>
        <p:spPr>
          <a:xfrm>
            <a:off x="2667675" y="2286383"/>
            <a:ext cx="1857600" cy="558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Venus</a:t>
            </a:r>
            <a:endParaRPr sz="2200" b="1">
              <a:solidFill>
                <a:schemeClr val="dk1"/>
              </a:solidFill>
              <a:latin typeface="IBM Plex Mono"/>
              <a:ea typeface="IBM Plex Mono"/>
              <a:cs typeface="IBM Plex Mono"/>
              <a:sym typeface="IBM Plex Mono"/>
            </a:endParaRPr>
          </a:p>
        </p:txBody>
      </p:sp>
      <p:sp>
        <p:nvSpPr>
          <p:cNvPr id="3016" name="Google Shape;3016;p64"/>
          <p:cNvSpPr txBox="1"/>
          <p:nvPr/>
        </p:nvSpPr>
        <p:spPr>
          <a:xfrm>
            <a:off x="6569775" y="2286383"/>
            <a:ext cx="1857600" cy="558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Marte</a:t>
            </a:r>
            <a:endParaRPr sz="2200" b="1">
              <a:solidFill>
                <a:schemeClr val="dk1"/>
              </a:solidFill>
              <a:latin typeface="IBM Plex Mono"/>
              <a:ea typeface="IBM Plex Mono"/>
              <a:cs typeface="IBM Plex Mono"/>
              <a:sym typeface="IBM Plex Mono"/>
            </a:endParaRPr>
          </a:p>
        </p:txBody>
      </p:sp>
      <p:sp>
        <p:nvSpPr>
          <p:cNvPr id="3017" name="Google Shape;3017;p64"/>
          <p:cNvSpPr/>
          <p:nvPr/>
        </p:nvSpPr>
        <p:spPr>
          <a:xfrm>
            <a:off x="1317525" y="3692612"/>
            <a:ext cx="655800" cy="658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4"/>
          <p:cNvSpPr/>
          <p:nvPr/>
        </p:nvSpPr>
        <p:spPr>
          <a:xfrm>
            <a:off x="3268575" y="3692612"/>
            <a:ext cx="655800" cy="658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4"/>
          <p:cNvSpPr/>
          <p:nvPr/>
        </p:nvSpPr>
        <p:spPr>
          <a:xfrm>
            <a:off x="7170675" y="3692612"/>
            <a:ext cx="655800" cy="658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4"/>
          <p:cNvSpPr/>
          <p:nvPr/>
        </p:nvSpPr>
        <p:spPr>
          <a:xfrm>
            <a:off x="5219625" y="3692612"/>
            <a:ext cx="655800" cy="658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4"/>
          <p:cNvSpPr txBox="1"/>
          <p:nvPr/>
        </p:nvSpPr>
        <p:spPr>
          <a:xfrm>
            <a:off x="720225" y="1270638"/>
            <a:ext cx="7704000" cy="558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Día internacional de las telecomunicaciones</a:t>
            </a:r>
            <a:endParaRPr sz="2200" b="1">
              <a:solidFill>
                <a:schemeClr val="dk1"/>
              </a:solidFill>
              <a:latin typeface="IBM Plex Mono"/>
              <a:ea typeface="IBM Plex Mono"/>
              <a:cs typeface="IBM Plex Mono"/>
              <a:sym typeface="IBM Plex Mono"/>
            </a:endParaRPr>
          </a:p>
        </p:txBody>
      </p:sp>
      <p:cxnSp>
        <p:nvCxnSpPr>
          <p:cNvPr id="3022" name="Google Shape;3022;p64"/>
          <p:cNvCxnSpPr>
            <a:stCxn id="3021" idx="2"/>
            <a:endCxn id="3013" idx="0"/>
          </p:cNvCxnSpPr>
          <p:nvPr/>
        </p:nvCxnSpPr>
        <p:spPr>
          <a:xfrm rot="5400000">
            <a:off x="2880375" y="594588"/>
            <a:ext cx="456900" cy="2926800"/>
          </a:xfrm>
          <a:prstGeom prst="bentConnector3">
            <a:avLst>
              <a:gd name="adj1" fmla="val 49994"/>
            </a:avLst>
          </a:prstGeom>
          <a:noFill/>
          <a:ln w="19050" cap="sq" cmpd="sng">
            <a:solidFill>
              <a:schemeClr val="accent2"/>
            </a:solidFill>
            <a:prstDash val="solid"/>
            <a:miter lim="8000"/>
            <a:headEnd type="none" w="med" len="med"/>
            <a:tailEnd type="none" w="med" len="med"/>
          </a:ln>
        </p:spPr>
      </p:cxnSp>
      <p:cxnSp>
        <p:nvCxnSpPr>
          <p:cNvPr id="3023" name="Google Shape;3023;p64"/>
          <p:cNvCxnSpPr>
            <a:stCxn id="3021" idx="2"/>
            <a:endCxn id="3015" idx="0"/>
          </p:cNvCxnSpPr>
          <p:nvPr/>
        </p:nvCxnSpPr>
        <p:spPr>
          <a:xfrm rot="5400000">
            <a:off x="3855825" y="1570038"/>
            <a:ext cx="456900" cy="975900"/>
          </a:xfrm>
          <a:prstGeom prst="bentConnector3">
            <a:avLst>
              <a:gd name="adj1" fmla="val 49994"/>
            </a:avLst>
          </a:prstGeom>
          <a:noFill/>
          <a:ln w="19050" cap="sq" cmpd="sng">
            <a:solidFill>
              <a:schemeClr val="accent2"/>
            </a:solidFill>
            <a:prstDash val="solid"/>
            <a:miter lim="8000"/>
            <a:headEnd type="none" w="med" len="med"/>
            <a:tailEnd type="none" w="med" len="med"/>
          </a:ln>
        </p:spPr>
      </p:cxnSp>
      <p:cxnSp>
        <p:nvCxnSpPr>
          <p:cNvPr id="3024" name="Google Shape;3024;p64"/>
          <p:cNvCxnSpPr>
            <a:stCxn id="3021" idx="2"/>
            <a:endCxn id="3014" idx="0"/>
          </p:cNvCxnSpPr>
          <p:nvPr/>
        </p:nvCxnSpPr>
        <p:spPr>
          <a:xfrm rot="-5400000" flipH="1">
            <a:off x="4831425" y="1570338"/>
            <a:ext cx="456900" cy="975300"/>
          </a:xfrm>
          <a:prstGeom prst="bentConnector3">
            <a:avLst>
              <a:gd name="adj1" fmla="val 49994"/>
            </a:avLst>
          </a:prstGeom>
          <a:noFill/>
          <a:ln w="19050" cap="sq" cmpd="sng">
            <a:solidFill>
              <a:schemeClr val="accent2"/>
            </a:solidFill>
            <a:prstDash val="solid"/>
            <a:miter lim="8000"/>
            <a:headEnd type="none" w="med" len="med"/>
            <a:tailEnd type="none" w="med" len="med"/>
          </a:ln>
        </p:spPr>
      </p:cxnSp>
      <p:cxnSp>
        <p:nvCxnSpPr>
          <p:cNvPr id="3025" name="Google Shape;3025;p64"/>
          <p:cNvCxnSpPr>
            <a:stCxn id="3021" idx="2"/>
            <a:endCxn id="3016" idx="0"/>
          </p:cNvCxnSpPr>
          <p:nvPr/>
        </p:nvCxnSpPr>
        <p:spPr>
          <a:xfrm rot="-5400000" flipH="1">
            <a:off x="5807025" y="594738"/>
            <a:ext cx="456900" cy="2926500"/>
          </a:xfrm>
          <a:prstGeom prst="bentConnector3">
            <a:avLst>
              <a:gd name="adj1" fmla="val 49994"/>
            </a:avLst>
          </a:prstGeom>
          <a:noFill/>
          <a:ln w="19050" cap="sq" cmpd="sng">
            <a:solidFill>
              <a:schemeClr val="accent2"/>
            </a:solidFill>
            <a:prstDash val="solid"/>
            <a:miter lim="8000"/>
            <a:headEnd type="none" w="med" len="med"/>
            <a:tailEnd type="none" w="med" len="med"/>
          </a:ln>
        </p:spPr>
      </p:cxnSp>
      <p:cxnSp>
        <p:nvCxnSpPr>
          <p:cNvPr id="3026" name="Google Shape;3026;p64"/>
          <p:cNvCxnSpPr>
            <a:stCxn id="3009" idx="2"/>
            <a:endCxn id="3017" idx="0"/>
          </p:cNvCxnSpPr>
          <p:nvPr/>
        </p:nvCxnSpPr>
        <p:spPr>
          <a:xfrm>
            <a:off x="1645425" y="3418161"/>
            <a:ext cx="0" cy="274500"/>
          </a:xfrm>
          <a:prstGeom prst="straightConnector1">
            <a:avLst/>
          </a:prstGeom>
          <a:noFill/>
          <a:ln w="19050" cap="sq" cmpd="sng">
            <a:solidFill>
              <a:schemeClr val="accent2"/>
            </a:solidFill>
            <a:prstDash val="solid"/>
            <a:miter lim="8000"/>
            <a:headEnd type="none" w="med" len="med"/>
            <a:tailEnd type="none" w="med" len="med"/>
          </a:ln>
        </p:spPr>
      </p:cxnSp>
      <p:cxnSp>
        <p:nvCxnSpPr>
          <p:cNvPr id="3027" name="Google Shape;3027;p64"/>
          <p:cNvCxnSpPr>
            <a:stCxn id="3010" idx="2"/>
            <a:endCxn id="3018" idx="0"/>
          </p:cNvCxnSpPr>
          <p:nvPr/>
        </p:nvCxnSpPr>
        <p:spPr>
          <a:xfrm>
            <a:off x="3596477" y="3418161"/>
            <a:ext cx="0" cy="274500"/>
          </a:xfrm>
          <a:prstGeom prst="straightConnector1">
            <a:avLst/>
          </a:prstGeom>
          <a:noFill/>
          <a:ln w="19050" cap="sq" cmpd="sng">
            <a:solidFill>
              <a:schemeClr val="accent2"/>
            </a:solidFill>
            <a:prstDash val="solid"/>
            <a:miter lim="8000"/>
            <a:headEnd type="none" w="med" len="med"/>
            <a:tailEnd type="none" w="med" len="med"/>
          </a:ln>
        </p:spPr>
      </p:cxnSp>
      <p:cxnSp>
        <p:nvCxnSpPr>
          <p:cNvPr id="3028" name="Google Shape;3028;p64"/>
          <p:cNvCxnSpPr>
            <a:stCxn id="3011" idx="2"/>
            <a:endCxn id="3020" idx="0"/>
          </p:cNvCxnSpPr>
          <p:nvPr/>
        </p:nvCxnSpPr>
        <p:spPr>
          <a:xfrm>
            <a:off x="5547529" y="3418075"/>
            <a:ext cx="0" cy="274500"/>
          </a:xfrm>
          <a:prstGeom prst="straightConnector1">
            <a:avLst/>
          </a:prstGeom>
          <a:noFill/>
          <a:ln w="19050" cap="sq" cmpd="sng">
            <a:solidFill>
              <a:schemeClr val="accent2"/>
            </a:solidFill>
            <a:prstDash val="solid"/>
            <a:miter lim="8000"/>
            <a:headEnd type="none" w="med" len="med"/>
            <a:tailEnd type="none" w="med" len="med"/>
          </a:ln>
        </p:spPr>
      </p:cxnSp>
      <p:cxnSp>
        <p:nvCxnSpPr>
          <p:cNvPr id="3029" name="Google Shape;3029;p64"/>
          <p:cNvCxnSpPr>
            <a:stCxn id="3012" idx="2"/>
            <a:endCxn id="3019" idx="0"/>
          </p:cNvCxnSpPr>
          <p:nvPr/>
        </p:nvCxnSpPr>
        <p:spPr>
          <a:xfrm>
            <a:off x="7498581" y="3418075"/>
            <a:ext cx="0" cy="274500"/>
          </a:xfrm>
          <a:prstGeom prst="straightConnector1">
            <a:avLst/>
          </a:prstGeom>
          <a:noFill/>
          <a:ln w="19050" cap="sq" cmpd="sng">
            <a:solidFill>
              <a:schemeClr val="accent2"/>
            </a:solidFill>
            <a:prstDash val="solid"/>
            <a:miter lim="8000"/>
            <a:headEnd type="none" w="med" len="med"/>
            <a:tailEnd type="none" w="med" len="med"/>
          </a:ln>
        </p:spPr>
      </p:cxnSp>
      <p:sp>
        <p:nvSpPr>
          <p:cNvPr id="3030" name="Google Shape;3030;p64"/>
          <p:cNvSpPr/>
          <p:nvPr/>
        </p:nvSpPr>
        <p:spPr>
          <a:xfrm>
            <a:off x="9121725" y="3993201"/>
            <a:ext cx="655800" cy="658500"/>
          </a:xfrm>
          <a:prstGeom prst="ellipse">
            <a:avLst/>
          </a:prstGeom>
          <a:noFill/>
          <a:ln w="19050" cap="sq" cmpd="sng">
            <a:solidFill>
              <a:srgbClr val="FFFFFF"/>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1" name="Google Shape;3031;p64"/>
          <p:cNvGrpSpPr/>
          <p:nvPr/>
        </p:nvGrpSpPr>
        <p:grpSpPr>
          <a:xfrm>
            <a:off x="1472671" y="3865556"/>
            <a:ext cx="345514" cy="312614"/>
            <a:chOff x="997813" y="1722038"/>
            <a:chExt cx="351025" cy="317600"/>
          </a:xfrm>
        </p:grpSpPr>
        <p:sp>
          <p:nvSpPr>
            <p:cNvPr id="3032" name="Google Shape;3032;p64"/>
            <p:cNvSpPr/>
            <p:nvPr/>
          </p:nvSpPr>
          <p:spPr>
            <a:xfrm>
              <a:off x="1089938" y="1807388"/>
              <a:ext cx="65275" cy="62025"/>
            </a:xfrm>
            <a:custGeom>
              <a:avLst/>
              <a:gdLst/>
              <a:ahLst/>
              <a:cxnLst/>
              <a:rect l="l" t="t" r="r" b="b"/>
              <a:pathLst>
                <a:path w="2611" h="2481" extrusionOk="0">
                  <a:moveTo>
                    <a:pt x="2088" y="1"/>
                  </a:moveTo>
                  <a:cubicBezTo>
                    <a:pt x="921" y="1"/>
                    <a:pt x="0" y="922"/>
                    <a:pt x="0" y="2089"/>
                  </a:cubicBezTo>
                  <a:cubicBezTo>
                    <a:pt x="0" y="2350"/>
                    <a:pt x="200" y="2480"/>
                    <a:pt x="399" y="2480"/>
                  </a:cubicBezTo>
                  <a:cubicBezTo>
                    <a:pt x="599" y="2480"/>
                    <a:pt x="798" y="2350"/>
                    <a:pt x="798" y="2089"/>
                  </a:cubicBezTo>
                  <a:cubicBezTo>
                    <a:pt x="798" y="1352"/>
                    <a:pt x="1351" y="799"/>
                    <a:pt x="2088" y="799"/>
                  </a:cubicBezTo>
                  <a:cubicBezTo>
                    <a:pt x="2610" y="799"/>
                    <a:pt x="2610" y="1"/>
                    <a:pt x="20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4"/>
            <p:cNvSpPr/>
            <p:nvPr/>
          </p:nvSpPr>
          <p:spPr>
            <a:xfrm>
              <a:off x="1046938" y="1764413"/>
              <a:ext cx="108275" cy="105000"/>
            </a:xfrm>
            <a:custGeom>
              <a:avLst/>
              <a:gdLst/>
              <a:ahLst/>
              <a:cxnLst/>
              <a:rect l="l" t="t" r="r" b="b"/>
              <a:pathLst>
                <a:path w="4331" h="4200" extrusionOk="0">
                  <a:moveTo>
                    <a:pt x="3808" y="0"/>
                  </a:moveTo>
                  <a:cubicBezTo>
                    <a:pt x="1720" y="0"/>
                    <a:pt x="1" y="1720"/>
                    <a:pt x="1" y="3808"/>
                  </a:cubicBezTo>
                  <a:cubicBezTo>
                    <a:pt x="1" y="4069"/>
                    <a:pt x="200" y="4199"/>
                    <a:pt x="400" y="4199"/>
                  </a:cubicBezTo>
                  <a:cubicBezTo>
                    <a:pt x="599" y="4199"/>
                    <a:pt x="799" y="4069"/>
                    <a:pt x="799" y="3808"/>
                  </a:cubicBezTo>
                  <a:cubicBezTo>
                    <a:pt x="799" y="2150"/>
                    <a:pt x="2150" y="799"/>
                    <a:pt x="3808" y="799"/>
                  </a:cubicBezTo>
                  <a:cubicBezTo>
                    <a:pt x="4330" y="799"/>
                    <a:pt x="4330" y="0"/>
                    <a:pt x="3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4"/>
            <p:cNvSpPr/>
            <p:nvPr/>
          </p:nvSpPr>
          <p:spPr>
            <a:xfrm>
              <a:off x="1003963" y="1722188"/>
              <a:ext cx="151250" cy="147225"/>
            </a:xfrm>
            <a:custGeom>
              <a:avLst/>
              <a:gdLst/>
              <a:ahLst/>
              <a:cxnLst/>
              <a:rect l="l" t="t" r="r" b="b"/>
              <a:pathLst>
                <a:path w="6050" h="5889" extrusionOk="0">
                  <a:moveTo>
                    <a:pt x="5527" y="0"/>
                  </a:moveTo>
                  <a:cubicBezTo>
                    <a:pt x="2487" y="0"/>
                    <a:pt x="0" y="2457"/>
                    <a:pt x="0" y="5497"/>
                  </a:cubicBezTo>
                  <a:cubicBezTo>
                    <a:pt x="0" y="5758"/>
                    <a:pt x="200" y="5888"/>
                    <a:pt x="399" y="5888"/>
                  </a:cubicBezTo>
                  <a:cubicBezTo>
                    <a:pt x="599" y="5888"/>
                    <a:pt x="798" y="5758"/>
                    <a:pt x="798" y="5497"/>
                  </a:cubicBezTo>
                  <a:cubicBezTo>
                    <a:pt x="798" y="2887"/>
                    <a:pt x="2917" y="799"/>
                    <a:pt x="5527" y="799"/>
                  </a:cubicBezTo>
                  <a:cubicBezTo>
                    <a:pt x="6049" y="799"/>
                    <a:pt x="6049" y="0"/>
                    <a:pt x="55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4"/>
            <p:cNvSpPr/>
            <p:nvPr/>
          </p:nvSpPr>
          <p:spPr>
            <a:xfrm>
              <a:off x="997813" y="1722038"/>
              <a:ext cx="351025" cy="317600"/>
            </a:xfrm>
            <a:custGeom>
              <a:avLst/>
              <a:gdLst/>
              <a:ahLst/>
              <a:cxnLst/>
              <a:rect l="l" t="t" r="r" b="b"/>
              <a:pathLst>
                <a:path w="14041" h="12704" extrusionOk="0">
                  <a:moveTo>
                    <a:pt x="9079" y="5349"/>
                  </a:moveTo>
                  <a:cubicBezTo>
                    <a:pt x="9396" y="5349"/>
                    <a:pt x="9528" y="6118"/>
                    <a:pt x="9112" y="6118"/>
                  </a:cubicBezTo>
                  <a:cubicBezTo>
                    <a:pt x="9104" y="6118"/>
                    <a:pt x="9097" y="6117"/>
                    <a:pt x="9089" y="6117"/>
                  </a:cubicBezTo>
                  <a:cubicBezTo>
                    <a:pt x="8721" y="6055"/>
                    <a:pt x="8629" y="5564"/>
                    <a:pt x="8967" y="5380"/>
                  </a:cubicBezTo>
                  <a:cubicBezTo>
                    <a:pt x="9006" y="5359"/>
                    <a:pt x="9044" y="5349"/>
                    <a:pt x="9079" y="5349"/>
                  </a:cubicBezTo>
                  <a:close/>
                  <a:moveTo>
                    <a:pt x="9392" y="1"/>
                  </a:moveTo>
                  <a:cubicBezTo>
                    <a:pt x="8941" y="1"/>
                    <a:pt x="8494" y="251"/>
                    <a:pt x="8291" y="713"/>
                  </a:cubicBezTo>
                  <a:lnTo>
                    <a:pt x="7308" y="2893"/>
                  </a:lnTo>
                  <a:cubicBezTo>
                    <a:pt x="7093" y="3353"/>
                    <a:pt x="7186" y="3875"/>
                    <a:pt x="7554" y="4244"/>
                  </a:cubicBezTo>
                  <a:cubicBezTo>
                    <a:pt x="7738" y="4459"/>
                    <a:pt x="7738" y="4797"/>
                    <a:pt x="7554" y="5011"/>
                  </a:cubicBezTo>
                  <a:lnTo>
                    <a:pt x="4883" y="7591"/>
                  </a:lnTo>
                  <a:lnTo>
                    <a:pt x="4514" y="7192"/>
                  </a:lnTo>
                  <a:cubicBezTo>
                    <a:pt x="4279" y="6976"/>
                    <a:pt x="3983" y="6861"/>
                    <a:pt x="3687" y="6861"/>
                  </a:cubicBezTo>
                  <a:cubicBezTo>
                    <a:pt x="3518" y="6861"/>
                    <a:pt x="3350" y="6899"/>
                    <a:pt x="3194" y="6977"/>
                  </a:cubicBezTo>
                  <a:lnTo>
                    <a:pt x="952" y="7898"/>
                  </a:lnTo>
                  <a:cubicBezTo>
                    <a:pt x="185" y="8236"/>
                    <a:pt x="0" y="9249"/>
                    <a:pt x="584" y="9863"/>
                  </a:cubicBezTo>
                  <a:lnTo>
                    <a:pt x="2887" y="12104"/>
                  </a:lnTo>
                  <a:cubicBezTo>
                    <a:pt x="3286" y="12504"/>
                    <a:pt x="3800" y="12703"/>
                    <a:pt x="4311" y="12703"/>
                  </a:cubicBezTo>
                  <a:cubicBezTo>
                    <a:pt x="4821" y="12703"/>
                    <a:pt x="5328" y="12504"/>
                    <a:pt x="5712" y="12104"/>
                  </a:cubicBezTo>
                  <a:lnTo>
                    <a:pt x="12375" y="5441"/>
                  </a:lnTo>
                  <a:cubicBezTo>
                    <a:pt x="13081" y="4735"/>
                    <a:pt x="13173" y="3660"/>
                    <a:pt x="12590" y="2862"/>
                  </a:cubicBezTo>
                  <a:lnTo>
                    <a:pt x="13726" y="1726"/>
                  </a:lnTo>
                  <a:cubicBezTo>
                    <a:pt x="14041" y="1460"/>
                    <a:pt x="13783" y="1041"/>
                    <a:pt x="13464" y="1041"/>
                  </a:cubicBezTo>
                  <a:cubicBezTo>
                    <a:pt x="13378" y="1041"/>
                    <a:pt x="13288" y="1071"/>
                    <a:pt x="13204" y="1143"/>
                  </a:cubicBezTo>
                  <a:cubicBezTo>
                    <a:pt x="13173" y="1173"/>
                    <a:pt x="13388" y="958"/>
                    <a:pt x="10072" y="4275"/>
                  </a:cubicBezTo>
                  <a:cubicBezTo>
                    <a:pt x="9989" y="4357"/>
                    <a:pt x="9896" y="4392"/>
                    <a:pt x="9805" y="4392"/>
                  </a:cubicBezTo>
                  <a:cubicBezTo>
                    <a:pt x="9491" y="4392"/>
                    <a:pt x="9210" y="3977"/>
                    <a:pt x="9519" y="3691"/>
                  </a:cubicBezTo>
                  <a:lnTo>
                    <a:pt x="11515" y="1695"/>
                  </a:lnTo>
                  <a:lnTo>
                    <a:pt x="10225" y="344"/>
                  </a:lnTo>
                  <a:cubicBezTo>
                    <a:pt x="9993" y="111"/>
                    <a:pt x="9691" y="1"/>
                    <a:pt x="9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6" name="Google Shape;3036;p64"/>
          <p:cNvGrpSpPr/>
          <p:nvPr/>
        </p:nvGrpSpPr>
        <p:grpSpPr>
          <a:xfrm>
            <a:off x="3429475" y="3871105"/>
            <a:ext cx="333998" cy="301516"/>
            <a:chOff x="5084788" y="1722188"/>
            <a:chExt cx="339325" cy="306325"/>
          </a:xfrm>
        </p:grpSpPr>
        <p:sp>
          <p:nvSpPr>
            <p:cNvPr id="3037" name="Google Shape;3037;p64"/>
            <p:cNvSpPr/>
            <p:nvPr/>
          </p:nvSpPr>
          <p:spPr>
            <a:xfrm>
              <a:off x="5106263" y="1742913"/>
              <a:ext cx="174300" cy="105200"/>
            </a:xfrm>
            <a:custGeom>
              <a:avLst/>
              <a:gdLst/>
              <a:ahLst/>
              <a:cxnLst/>
              <a:rect l="l" t="t" r="r" b="b"/>
              <a:pathLst>
                <a:path w="6972" h="4208" extrusionOk="0">
                  <a:moveTo>
                    <a:pt x="799" y="0"/>
                  </a:moveTo>
                  <a:cubicBezTo>
                    <a:pt x="339" y="0"/>
                    <a:pt x="1" y="369"/>
                    <a:pt x="1" y="799"/>
                  </a:cubicBezTo>
                  <a:lnTo>
                    <a:pt x="1" y="3409"/>
                  </a:lnTo>
                  <a:cubicBezTo>
                    <a:pt x="1" y="3839"/>
                    <a:pt x="339" y="4207"/>
                    <a:pt x="799" y="4207"/>
                  </a:cubicBezTo>
                  <a:lnTo>
                    <a:pt x="4668" y="4207"/>
                  </a:lnTo>
                  <a:cubicBezTo>
                    <a:pt x="5098" y="4207"/>
                    <a:pt x="5467" y="3839"/>
                    <a:pt x="5467" y="3409"/>
                  </a:cubicBezTo>
                  <a:lnTo>
                    <a:pt x="5467" y="2549"/>
                  </a:lnTo>
                  <a:cubicBezTo>
                    <a:pt x="5497" y="2518"/>
                    <a:pt x="5405" y="2610"/>
                    <a:pt x="6480" y="1382"/>
                  </a:cubicBezTo>
                  <a:cubicBezTo>
                    <a:pt x="6971" y="952"/>
                    <a:pt x="6725" y="123"/>
                    <a:pt x="60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4"/>
            <p:cNvSpPr/>
            <p:nvPr/>
          </p:nvSpPr>
          <p:spPr>
            <a:xfrm>
              <a:off x="5227563" y="1902588"/>
              <a:ext cx="196550" cy="105175"/>
            </a:xfrm>
            <a:custGeom>
              <a:avLst/>
              <a:gdLst/>
              <a:ahLst/>
              <a:cxnLst/>
              <a:rect l="l" t="t" r="r" b="b"/>
              <a:pathLst>
                <a:path w="7862" h="4207" extrusionOk="0">
                  <a:moveTo>
                    <a:pt x="5800" y="1660"/>
                  </a:moveTo>
                  <a:cubicBezTo>
                    <a:pt x="6119" y="1660"/>
                    <a:pt x="6321" y="2067"/>
                    <a:pt x="6080" y="2334"/>
                  </a:cubicBezTo>
                  <a:lnTo>
                    <a:pt x="6080" y="2303"/>
                  </a:lnTo>
                  <a:cubicBezTo>
                    <a:pt x="6025" y="2369"/>
                    <a:pt x="5961" y="2397"/>
                    <a:pt x="5896" y="2397"/>
                  </a:cubicBezTo>
                  <a:cubicBezTo>
                    <a:pt x="5598" y="2397"/>
                    <a:pt x="5272" y="1815"/>
                    <a:pt x="5650" y="1689"/>
                  </a:cubicBezTo>
                  <a:cubicBezTo>
                    <a:pt x="5702" y="1669"/>
                    <a:pt x="5752" y="1660"/>
                    <a:pt x="5800" y="1660"/>
                  </a:cubicBezTo>
                  <a:close/>
                  <a:moveTo>
                    <a:pt x="4059" y="1711"/>
                  </a:moveTo>
                  <a:cubicBezTo>
                    <a:pt x="4173" y="1711"/>
                    <a:pt x="4287" y="1762"/>
                    <a:pt x="4361" y="1873"/>
                  </a:cubicBezTo>
                  <a:cubicBezTo>
                    <a:pt x="4483" y="2058"/>
                    <a:pt x="4453" y="2303"/>
                    <a:pt x="4269" y="2426"/>
                  </a:cubicBezTo>
                  <a:cubicBezTo>
                    <a:pt x="4196" y="2470"/>
                    <a:pt x="4122" y="2489"/>
                    <a:pt x="4051" y="2489"/>
                  </a:cubicBezTo>
                  <a:cubicBezTo>
                    <a:pt x="3824" y="2489"/>
                    <a:pt x="3638" y="2285"/>
                    <a:pt x="3685" y="2027"/>
                  </a:cubicBezTo>
                  <a:cubicBezTo>
                    <a:pt x="3722" y="1825"/>
                    <a:pt x="3890" y="1711"/>
                    <a:pt x="4059" y="1711"/>
                  </a:cubicBezTo>
                  <a:close/>
                  <a:moveTo>
                    <a:pt x="891" y="0"/>
                  </a:moveTo>
                  <a:cubicBezTo>
                    <a:pt x="246" y="123"/>
                    <a:pt x="0" y="952"/>
                    <a:pt x="492" y="1382"/>
                  </a:cubicBezTo>
                  <a:cubicBezTo>
                    <a:pt x="1566" y="2580"/>
                    <a:pt x="1474" y="2487"/>
                    <a:pt x="1505" y="2549"/>
                  </a:cubicBezTo>
                  <a:lnTo>
                    <a:pt x="1505" y="3409"/>
                  </a:lnTo>
                  <a:cubicBezTo>
                    <a:pt x="1505" y="3838"/>
                    <a:pt x="1873" y="4207"/>
                    <a:pt x="2303" y="4207"/>
                  </a:cubicBezTo>
                  <a:lnTo>
                    <a:pt x="7063" y="4207"/>
                  </a:lnTo>
                  <a:cubicBezTo>
                    <a:pt x="7493" y="4207"/>
                    <a:pt x="7861" y="3838"/>
                    <a:pt x="7861" y="3409"/>
                  </a:cubicBezTo>
                  <a:lnTo>
                    <a:pt x="7861" y="799"/>
                  </a:lnTo>
                  <a:cubicBezTo>
                    <a:pt x="7861" y="369"/>
                    <a:pt x="7493" y="0"/>
                    <a:pt x="70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4"/>
            <p:cNvSpPr/>
            <p:nvPr/>
          </p:nvSpPr>
          <p:spPr>
            <a:xfrm>
              <a:off x="5265163" y="1812763"/>
              <a:ext cx="158175" cy="66825"/>
            </a:xfrm>
            <a:custGeom>
              <a:avLst/>
              <a:gdLst/>
              <a:ahLst/>
              <a:cxnLst/>
              <a:rect l="l" t="t" r="r" b="b"/>
              <a:pathLst>
                <a:path w="6327" h="2673" extrusionOk="0">
                  <a:moveTo>
                    <a:pt x="5160" y="1"/>
                  </a:moveTo>
                  <a:lnTo>
                    <a:pt x="5190" y="31"/>
                  </a:lnTo>
                  <a:cubicBezTo>
                    <a:pt x="4653" y="630"/>
                    <a:pt x="3908" y="930"/>
                    <a:pt x="3164" y="930"/>
                  </a:cubicBezTo>
                  <a:cubicBezTo>
                    <a:pt x="2419" y="930"/>
                    <a:pt x="1674" y="630"/>
                    <a:pt x="1137" y="31"/>
                  </a:cubicBezTo>
                  <a:cubicBezTo>
                    <a:pt x="431" y="553"/>
                    <a:pt x="1" y="1382"/>
                    <a:pt x="1" y="2304"/>
                  </a:cubicBezTo>
                  <a:cubicBezTo>
                    <a:pt x="1" y="2488"/>
                    <a:pt x="155" y="2672"/>
                    <a:pt x="369" y="2672"/>
                  </a:cubicBezTo>
                  <a:lnTo>
                    <a:pt x="5927" y="2672"/>
                  </a:lnTo>
                  <a:cubicBezTo>
                    <a:pt x="6142" y="2672"/>
                    <a:pt x="6326" y="2488"/>
                    <a:pt x="6326" y="2304"/>
                  </a:cubicBezTo>
                  <a:cubicBezTo>
                    <a:pt x="6296" y="1382"/>
                    <a:pt x="5897" y="553"/>
                    <a:pt x="51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4"/>
            <p:cNvSpPr/>
            <p:nvPr/>
          </p:nvSpPr>
          <p:spPr>
            <a:xfrm>
              <a:off x="5084788" y="1962463"/>
              <a:ext cx="157375" cy="66050"/>
            </a:xfrm>
            <a:custGeom>
              <a:avLst/>
              <a:gdLst/>
              <a:ahLst/>
              <a:cxnLst/>
              <a:rect l="l" t="t" r="r" b="b"/>
              <a:pathLst>
                <a:path w="6295" h="2642" extrusionOk="0">
                  <a:moveTo>
                    <a:pt x="1136" y="0"/>
                  </a:moveTo>
                  <a:cubicBezTo>
                    <a:pt x="430" y="522"/>
                    <a:pt x="0" y="1351"/>
                    <a:pt x="0" y="2273"/>
                  </a:cubicBezTo>
                  <a:cubicBezTo>
                    <a:pt x="0" y="2487"/>
                    <a:pt x="154" y="2641"/>
                    <a:pt x="369" y="2641"/>
                  </a:cubicBezTo>
                  <a:lnTo>
                    <a:pt x="5926" y="2641"/>
                  </a:lnTo>
                  <a:cubicBezTo>
                    <a:pt x="6141" y="2641"/>
                    <a:pt x="6295" y="2487"/>
                    <a:pt x="6295" y="2273"/>
                  </a:cubicBezTo>
                  <a:cubicBezTo>
                    <a:pt x="6295" y="1382"/>
                    <a:pt x="5865" y="522"/>
                    <a:pt x="5159" y="0"/>
                  </a:cubicBezTo>
                  <a:cubicBezTo>
                    <a:pt x="4621" y="599"/>
                    <a:pt x="3884" y="898"/>
                    <a:pt x="3147" y="898"/>
                  </a:cubicBezTo>
                  <a:cubicBezTo>
                    <a:pt x="2411" y="898"/>
                    <a:pt x="1674" y="599"/>
                    <a:pt x="1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4"/>
            <p:cNvSpPr/>
            <p:nvPr/>
          </p:nvSpPr>
          <p:spPr>
            <a:xfrm>
              <a:off x="5116263" y="1871113"/>
              <a:ext cx="94425" cy="93675"/>
            </a:xfrm>
            <a:custGeom>
              <a:avLst/>
              <a:gdLst/>
              <a:ahLst/>
              <a:cxnLst/>
              <a:rect l="l" t="t" r="r" b="b"/>
              <a:pathLst>
                <a:path w="3777" h="3747" extrusionOk="0">
                  <a:moveTo>
                    <a:pt x="1904" y="0"/>
                  </a:moveTo>
                  <a:cubicBezTo>
                    <a:pt x="860" y="0"/>
                    <a:pt x="0" y="829"/>
                    <a:pt x="0" y="1873"/>
                  </a:cubicBezTo>
                  <a:cubicBezTo>
                    <a:pt x="0" y="2917"/>
                    <a:pt x="860" y="3746"/>
                    <a:pt x="1904" y="3746"/>
                  </a:cubicBezTo>
                  <a:cubicBezTo>
                    <a:pt x="2948" y="3746"/>
                    <a:pt x="3777" y="2917"/>
                    <a:pt x="3777" y="1873"/>
                  </a:cubicBezTo>
                  <a:cubicBezTo>
                    <a:pt x="3777" y="829"/>
                    <a:pt x="2948" y="0"/>
                    <a:pt x="19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4"/>
            <p:cNvSpPr/>
            <p:nvPr/>
          </p:nvSpPr>
          <p:spPr>
            <a:xfrm>
              <a:off x="5297413" y="1722188"/>
              <a:ext cx="93675" cy="94450"/>
            </a:xfrm>
            <a:custGeom>
              <a:avLst/>
              <a:gdLst/>
              <a:ahLst/>
              <a:cxnLst/>
              <a:rect l="l" t="t" r="r" b="b"/>
              <a:pathLst>
                <a:path w="3747" h="3778" extrusionOk="0">
                  <a:moveTo>
                    <a:pt x="1874" y="0"/>
                  </a:moveTo>
                  <a:cubicBezTo>
                    <a:pt x="830" y="0"/>
                    <a:pt x="1" y="829"/>
                    <a:pt x="1" y="1873"/>
                  </a:cubicBezTo>
                  <a:cubicBezTo>
                    <a:pt x="1" y="2917"/>
                    <a:pt x="830" y="3777"/>
                    <a:pt x="1874" y="3777"/>
                  </a:cubicBezTo>
                  <a:cubicBezTo>
                    <a:pt x="2918" y="3777"/>
                    <a:pt x="3747" y="2917"/>
                    <a:pt x="3747" y="1873"/>
                  </a:cubicBezTo>
                  <a:cubicBezTo>
                    <a:pt x="3747" y="829"/>
                    <a:pt x="2918" y="0"/>
                    <a:pt x="18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3" name="Google Shape;3043;p64"/>
          <p:cNvGrpSpPr/>
          <p:nvPr/>
        </p:nvGrpSpPr>
        <p:grpSpPr>
          <a:xfrm>
            <a:off x="5380536" y="3896795"/>
            <a:ext cx="333998" cy="250135"/>
            <a:chOff x="6445063" y="1722188"/>
            <a:chExt cx="339325" cy="254125"/>
          </a:xfrm>
        </p:grpSpPr>
        <p:sp>
          <p:nvSpPr>
            <p:cNvPr id="3044" name="Google Shape;3044;p64"/>
            <p:cNvSpPr/>
            <p:nvPr/>
          </p:nvSpPr>
          <p:spPr>
            <a:xfrm>
              <a:off x="6445063" y="1722188"/>
              <a:ext cx="339325" cy="191175"/>
            </a:xfrm>
            <a:custGeom>
              <a:avLst/>
              <a:gdLst/>
              <a:ahLst/>
              <a:cxnLst/>
              <a:rect l="l" t="t" r="r" b="b"/>
              <a:pathLst>
                <a:path w="13573" h="7647" extrusionOk="0">
                  <a:moveTo>
                    <a:pt x="6767" y="2119"/>
                  </a:moveTo>
                  <a:cubicBezTo>
                    <a:pt x="7577" y="2119"/>
                    <a:pt x="8383" y="2426"/>
                    <a:pt x="8997" y="3040"/>
                  </a:cubicBezTo>
                  <a:cubicBezTo>
                    <a:pt x="9283" y="3326"/>
                    <a:pt x="9014" y="3741"/>
                    <a:pt x="8708" y="3741"/>
                  </a:cubicBezTo>
                  <a:cubicBezTo>
                    <a:pt x="8619" y="3741"/>
                    <a:pt x="8527" y="3706"/>
                    <a:pt x="8444" y="3624"/>
                  </a:cubicBezTo>
                  <a:cubicBezTo>
                    <a:pt x="7968" y="3148"/>
                    <a:pt x="7362" y="2910"/>
                    <a:pt x="6759" y="2910"/>
                  </a:cubicBezTo>
                  <a:cubicBezTo>
                    <a:pt x="6157" y="2910"/>
                    <a:pt x="5558" y="3148"/>
                    <a:pt x="5097" y="3624"/>
                  </a:cubicBezTo>
                  <a:cubicBezTo>
                    <a:pt x="5008" y="3706"/>
                    <a:pt x="4910" y="3741"/>
                    <a:pt x="4818" y="3741"/>
                  </a:cubicBezTo>
                  <a:cubicBezTo>
                    <a:pt x="4496" y="3741"/>
                    <a:pt x="4228" y="3326"/>
                    <a:pt x="4514" y="3040"/>
                  </a:cubicBezTo>
                  <a:cubicBezTo>
                    <a:pt x="5143" y="2426"/>
                    <a:pt x="5957" y="2119"/>
                    <a:pt x="6767" y="2119"/>
                  </a:cubicBezTo>
                  <a:close/>
                  <a:moveTo>
                    <a:pt x="6782" y="3823"/>
                  </a:moveTo>
                  <a:cubicBezTo>
                    <a:pt x="7155" y="3823"/>
                    <a:pt x="7523" y="3961"/>
                    <a:pt x="7799" y="4238"/>
                  </a:cubicBezTo>
                  <a:cubicBezTo>
                    <a:pt x="7953" y="4391"/>
                    <a:pt x="7953" y="4668"/>
                    <a:pt x="7799" y="4821"/>
                  </a:cubicBezTo>
                  <a:cubicBezTo>
                    <a:pt x="7723" y="4898"/>
                    <a:pt x="7615" y="4936"/>
                    <a:pt x="7508" y="4936"/>
                  </a:cubicBezTo>
                  <a:cubicBezTo>
                    <a:pt x="7400" y="4936"/>
                    <a:pt x="7293" y="4898"/>
                    <a:pt x="7216" y="4821"/>
                  </a:cubicBezTo>
                  <a:cubicBezTo>
                    <a:pt x="7093" y="4683"/>
                    <a:pt x="6924" y="4614"/>
                    <a:pt x="6755" y="4614"/>
                  </a:cubicBezTo>
                  <a:cubicBezTo>
                    <a:pt x="6587" y="4614"/>
                    <a:pt x="6418" y="4683"/>
                    <a:pt x="6295" y="4821"/>
                  </a:cubicBezTo>
                  <a:cubicBezTo>
                    <a:pt x="6214" y="4895"/>
                    <a:pt x="6125" y="4926"/>
                    <a:pt x="6039" y="4926"/>
                  </a:cubicBezTo>
                  <a:cubicBezTo>
                    <a:pt x="5729" y="4926"/>
                    <a:pt x="5454" y="4526"/>
                    <a:pt x="5742" y="4238"/>
                  </a:cubicBezTo>
                  <a:cubicBezTo>
                    <a:pt x="6034" y="3961"/>
                    <a:pt x="6410" y="3823"/>
                    <a:pt x="6782" y="3823"/>
                  </a:cubicBezTo>
                  <a:close/>
                  <a:moveTo>
                    <a:pt x="6785" y="5543"/>
                  </a:moveTo>
                  <a:cubicBezTo>
                    <a:pt x="6946" y="5543"/>
                    <a:pt x="7103" y="5646"/>
                    <a:pt x="7155" y="5835"/>
                  </a:cubicBezTo>
                  <a:cubicBezTo>
                    <a:pt x="7185" y="6049"/>
                    <a:pt x="7062" y="6234"/>
                    <a:pt x="6878" y="6295"/>
                  </a:cubicBezTo>
                  <a:cubicBezTo>
                    <a:pt x="6842" y="6305"/>
                    <a:pt x="6807" y="6310"/>
                    <a:pt x="6773" y="6310"/>
                  </a:cubicBezTo>
                  <a:cubicBezTo>
                    <a:pt x="6487" y="6310"/>
                    <a:pt x="6284" y="5989"/>
                    <a:pt x="6448" y="5742"/>
                  </a:cubicBezTo>
                  <a:cubicBezTo>
                    <a:pt x="6530" y="5607"/>
                    <a:pt x="6659" y="5543"/>
                    <a:pt x="6785" y="5543"/>
                  </a:cubicBezTo>
                  <a:close/>
                  <a:moveTo>
                    <a:pt x="369" y="0"/>
                  </a:moveTo>
                  <a:cubicBezTo>
                    <a:pt x="154" y="0"/>
                    <a:pt x="0" y="185"/>
                    <a:pt x="0" y="400"/>
                  </a:cubicBezTo>
                  <a:lnTo>
                    <a:pt x="0" y="7247"/>
                  </a:lnTo>
                  <a:cubicBezTo>
                    <a:pt x="0" y="7462"/>
                    <a:pt x="154" y="7646"/>
                    <a:pt x="369" y="7646"/>
                  </a:cubicBezTo>
                  <a:lnTo>
                    <a:pt x="13173" y="7646"/>
                  </a:lnTo>
                  <a:cubicBezTo>
                    <a:pt x="13388" y="7646"/>
                    <a:pt x="13572" y="7462"/>
                    <a:pt x="13572" y="7247"/>
                  </a:cubicBezTo>
                  <a:lnTo>
                    <a:pt x="13572" y="400"/>
                  </a:lnTo>
                  <a:cubicBezTo>
                    <a:pt x="13572" y="185"/>
                    <a:pt x="13388" y="0"/>
                    <a:pt x="13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4"/>
            <p:cNvSpPr/>
            <p:nvPr/>
          </p:nvSpPr>
          <p:spPr>
            <a:xfrm>
              <a:off x="6471163" y="1933288"/>
              <a:ext cx="285575" cy="43025"/>
            </a:xfrm>
            <a:custGeom>
              <a:avLst/>
              <a:gdLst/>
              <a:ahLst/>
              <a:cxnLst/>
              <a:rect l="l" t="t" r="r" b="b"/>
              <a:pathLst>
                <a:path w="11423" h="1721" extrusionOk="0">
                  <a:moveTo>
                    <a:pt x="1628" y="0"/>
                  </a:moveTo>
                  <a:cubicBezTo>
                    <a:pt x="1566" y="369"/>
                    <a:pt x="1320" y="707"/>
                    <a:pt x="983" y="891"/>
                  </a:cubicBezTo>
                  <a:lnTo>
                    <a:pt x="430" y="891"/>
                  </a:lnTo>
                  <a:cubicBezTo>
                    <a:pt x="215" y="891"/>
                    <a:pt x="31" y="1075"/>
                    <a:pt x="31" y="1290"/>
                  </a:cubicBezTo>
                  <a:cubicBezTo>
                    <a:pt x="0" y="1505"/>
                    <a:pt x="184" y="1720"/>
                    <a:pt x="399" y="1720"/>
                  </a:cubicBezTo>
                  <a:lnTo>
                    <a:pt x="11024" y="1720"/>
                  </a:lnTo>
                  <a:cubicBezTo>
                    <a:pt x="11239" y="1720"/>
                    <a:pt x="11423" y="1505"/>
                    <a:pt x="11423" y="1290"/>
                  </a:cubicBezTo>
                  <a:cubicBezTo>
                    <a:pt x="11392" y="1075"/>
                    <a:pt x="11239" y="922"/>
                    <a:pt x="11024" y="891"/>
                  </a:cubicBezTo>
                  <a:lnTo>
                    <a:pt x="10471" y="891"/>
                  </a:lnTo>
                  <a:cubicBezTo>
                    <a:pt x="10133" y="707"/>
                    <a:pt x="9887" y="369"/>
                    <a:pt x="9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6" name="Google Shape;3046;p64"/>
          <p:cNvGrpSpPr/>
          <p:nvPr/>
        </p:nvGrpSpPr>
        <p:grpSpPr>
          <a:xfrm>
            <a:off x="7330823" y="3860376"/>
            <a:ext cx="335499" cy="322973"/>
            <a:chOff x="7123663" y="1721863"/>
            <a:chExt cx="340850" cy="328125"/>
          </a:xfrm>
        </p:grpSpPr>
        <p:sp>
          <p:nvSpPr>
            <p:cNvPr id="3047" name="Google Shape;3047;p64"/>
            <p:cNvSpPr/>
            <p:nvPr/>
          </p:nvSpPr>
          <p:spPr>
            <a:xfrm>
              <a:off x="7349338" y="1721863"/>
              <a:ext cx="115175" cy="63150"/>
            </a:xfrm>
            <a:custGeom>
              <a:avLst/>
              <a:gdLst/>
              <a:ahLst/>
              <a:cxnLst/>
              <a:rect l="l" t="t" r="r" b="b"/>
              <a:pathLst>
                <a:path w="4607" h="2526" extrusionOk="0">
                  <a:moveTo>
                    <a:pt x="3551" y="1"/>
                  </a:moveTo>
                  <a:cubicBezTo>
                    <a:pt x="3253" y="1"/>
                    <a:pt x="2979" y="346"/>
                    <a:pt x="3225" y="658"/>
                  </a:cubicBezTo>
                  <a:lnTo>
                    <a:pt x="3378" y="873"/>
                  </a:lnTo>
                  <a:lnTo>
                    <a:pt x="553" y="873"/>
                  </a:lnTo>
                  <a:cubicBezTo>
                    <a:pt x="1" y="873"/>
                    <a:pt x="1" y="1672"/>
                    <a:pt x="553" y="1672"/>
                  </a:cubicBezTo>
                  <a:lnTo>
                    <a:pt x="3378" y="1672"/>
                  </a:lnTo>
                  <a:lnTo>
                    <a:pt x="3225" y="1856"/>
                  </a:lnTo>
                  <a:cubicBezTo>
                    <a:pt x="2975" y="2174"/>
                    <a:pt x="3263" y="2525"/>
                    <a:pt x="3566" y="2525"/>
                  </a:cubicBezTo>
                  <a:cubicBezTo>
                    <a:pt x="3673" y="2525"/>
                    <a:pt x="3782" y="2482"/>
                    <a:pt x="3870" y="2378"/>
                  </a:cubicBezTo>
                  <a:lnTo>
                    <a:pt x="4515" y="1487"/>
                  </a:lnTo>
                  <a:cubicBezTo>
                    <a:pt x="4607" y="1364"/>
                    <a:pt x="4607" y="1150"/>
                    <a:pt x="4515" y="1027"/>
                  </a:cubicBezTo>
                  <a:lnTo>
                    <a:pt x="3870" y="167"/>
                  </a:lnTo>
                  <a:cubicBezTo>
                    <a:pt x="3777" y="50"/>
                    <a:pt x="3662" y="1"/>
                    <a:pt x="35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4"/>
            <p:cNvSpPr/>
            <p:nvPr/>
          </p:nvSpPr>
          <p:spPr>
            <a:xfrm>
              <a:off x="7306363" y="1800488"/>
              <a:ext cx="103650" cy="181950"/>
            </a:xfrm>
            <a:custGeom>
              <a:avLst/>
              <a:gdLst/>
              <a:ahLst/>
              <a:cxnLst/>
              <a:rect l="l" t="t" r="r" b="b"/>
              <a:pathLst>
                <a:path w="4146" h="7278" extrusionOk="0">
                  <a:moveTo>
                    <a:pt x="4146" y="0"/>
                  </a:moveTo>
                  <a:lnTo>
                    <a:pt x="0" y="3624"/>
                  </a:lnTo>
                  <a:lnTo>
                    <a:pt x="4146" y="7278"/>
                  </a:lnTo>
                  <a:lnTo>
                    <a:pt x="41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4"/>
            <p:cNvSpPr/>
            <p:nvPr/>
          </p:nvSpPr>
          <p:spPr>
            <a:xfrm>
              <a:off x="7137463" y="1785888"/>
              <a:ext cx="258725" cy="113650"/>
            </a:xfrm>
            <a:custGeom>
              <a:avLst/>
              <a:gdLst/>
              <a:ahLst/>
              <a:cxnLst/>
              <a:rect l="l" t="t" r="r" b="b"/>
              <a:pathLst>
                <a:path w="10349" h="4546" extrusionOk="0">
                  <a:moveTo>
                    <a:pt x="1" y="1"/>
                  </a:moveTo>
                  <a:lnTo>
                    <a:pt x="5190" y="4545"/>
                  </a:lnTo>
                  <a:lnTo>
                    <a:pt x="103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4"/>
            <p:cNvSpPr/>
            <p:nvPr/>
          </p:nvSpPr>
          <p:spPr>
            <a:xfrm>
              <a:off x="7123663" y="1800488"/>
              <a:ext cx="104425" cy="181950"/>
            </a:xfrm>
            <a:custGeom>
              <a:avLst/>
              <a:gdLst/>
              <a:ahLst/>
              <a:cxnLst/>
              <a:rect l="l" t="t" r="r" b="b"/>
              <a:pathLst>
                <a:path w="4177" h="7278" extrusionOk="0">
                  <a:moveTo>
                    <a:pt x="0" y="0"/>
                  </a:moveTo>
                  <a:lnTo>
                    <a:pt x="0" y="7278"/>
                  </a:lnTo>
                  <a:lnTo>
                    <a:pt x="4176" y="3624"/>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4"/>
            <p:cNvSpPr/>
            <p:nvPr/>
          </p:nvSpPr>
          <p:spPr>
            <a:xfrm>
              <a:off x="7137463" y="1904888"/>
              <a:ext cx="258725" cy="92150"/>
            </a:xfrm>
            <a:custGeom>
              <a:avLst/>
              <a:gdLst/>
              <a:ahLst/>
              <a:cxnLst/>
              <a:rect l="l" t="t" r="r" b="b"/>
              <a:pathLst>
                <a:path w="10349" h="3686" extrusionOk="0">
                  <a:moveTo>
                    <a:pt x="4238" y="0"/>
                  </a:moveTo>
                  <a:lnTo>
                    <a:pt x="1" y="3685"/>
                  </a:lnTo>
                  <a:lnTo>
                    <a:pt x="10349" y="3685"/>
                  </a:lnTo>
                  <a:lnTo>
                    <a:pt x="6173" y="0"/>
                  </a:lnTo>
                  <a:lnTo>
                    <a:pt x="5467" y="614"/>
                  </a:lnTo>
                  <a:cubicBezTo>
                    <a:pt x="5390" y="676"/>
                    <a:pt x="5298" y="707"/>
                    <a:pt x="5206" y="707"/>
                  </a:cubicBezTo>
                  <a:cubicBezTo>
                    <a:pt x="5113" y="707"/>
                    <a:pt x="5021" y="676"/>
                    <a:pt x="4945" y="614"/>
                  </a:cubicBezTo>
                  <a:lnTo>
                    <a:pt x="42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4"/>
            <p:cNvSpPr/>
            <p:nvPr/>
          </p:nvSpPr>
          <p:spPr>
            <a:xfrm>
              <a:off x="7178163" y="1838863"/>
              <a:ext cx="284825" cy="211125"/>
            </a:xfrm>
            <a:custGeom>
              <a:avLst/>
              <a:gdLst/>
              <a:ahLst/>
              <a:cxnLst/>
              <a:rect l="l" t="t" r="r" b="b"/>
              <a:pathLst>
                <a:path w="11393" h="8445" extrusionOk="0">
                  <a:moveTo>
                    <a:pt x="10072" y="1"/>
                  </a:moveTo>
                  <a:lnTo>
                    <a:pt x="10072" y="6695"/>
                  </a:lnTo>
                  <a:cubicBezTo>
                    <a:pt x="10072" y="6909"/>
                    <a:pt x="9918" y="7094"/>
                    <a:pt x="9703" y="7094"/>
                  </a:cubicBezTo>
                  <a:lnTo>
                    <a:pt x="0" y="7094"/>
                  </a:lnTo>
                  <a:lnTo>
                    <a:pt x="0" y="8046"/>
                  </a:lnTo>
                  <a:cubicBezTo>
                    <a:pt x="0" y="8261"/>
                    <a:pt x="154" y="8445"/>
                    <a:pt x="369" y="8445"/>
                  </a:cubicBezTo>
                  <a:lnTo>
                    <a:pt x="11024" y="8445"/>
                  </a:lnTo>
                  <a:cubicBezTo>
                    <a:pt x="11239" y="8445"/>
                    <a:pt x="11392" y="8261"/>
                    <a:pt x="11392" y="8046"/>
                  </a:cubicBezTo>
                  <a:lnTo>
                    <a:pt x="11392" y="400"/>
                  </a:lnTo>
                  <a:cubicBezTo>
                    <a:pt x="11392" y="185"/>
                    <a:pt x="11239" y="31"/>
                    <a:pt x="11024" y="31"/>
                  </a:cubicBezTo>
                  <a:lnTo>
                    <a:pt x="110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64"/>
          <p:cNvGrpSpPr/>
          <p:nvPr/>
        </p:nvGrpSpPr>
        <p:grpSpPr>
          <a:xfrm>
            <a:off x="7834922" y="112713"/>
            <a:ext cx="368400" cy="368400"/>
            <a:chOff x="7834922" y="112713"/>
            <a:chExt cx="368400" cy="368400"/>
          </a:xfrm>
        </p:grpSpPr>
        <p:sp>
          <p:nvSpPr>
            <p:cNvPr id="3054" name="Google Shape;3054;p64"/>
            <p:cNvSpPr/>
            <p:nvPr/>
          </p:nvSpPr>
          <p:spPr>
            <a:xfrm>
              <a:off x="7834922" y="11271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5" name="Google Shape;3055;p64"/>
            <p:cNvGrpSpPr/>
            <p:nvPr/>
          </p:nvGrpSpPr>
          <p:grpSpPr>
            <a:xfrm>
              <a:off x="7917242" y="217991"/>
              <a:ext cx="204138" cy="157924"/>
              <a:chOff x="4404638" y="2403088"/>
              <a:chExt cx="339325" cy="262550"/>
            </a:xfrm>
          </p:grpSpPr>
          <p:sp>
            <p:nvSpPr>
              <p:cNvPr id="3056" name="Google Shape;3056;p64"/>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4"/>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4"/>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9" name="Google Shape;3059;p64"/>
          <p:cNvGrpSpPr/>
          <p:nvPr/>
        </p:nvGrpSpPr>
        <p:grpSpPr>
          <a:xfrm>
            <a:off x="8515272" y="1779588"/>
            <a:ext cx="368400" cy="368400"/>
            <a:chOff x="8515272" y="1779588"/>
            <a:chExt cx="368400" cy="368400"/>
          </a:xfrm>
        </p:grpSpPr>
        <p:sp>
          <p:nvSpPr>
            <p:cNvPr id="3060" name="Google Shape;3060;p64"/>
            <p:cNvSpPr/>
            <p:nvPr/>
          </p:nvSpPr>
          <p:spPr>
            <a:xfrm>
              <a:off x="8515272" y="1779588"/>
              <a:ext cx="368400" cy="368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1" name="Google Shape;3061;p64"/>
            <p:cNvGrpSpPr/>
            <p:nvPr/>
          </p:nvGrpSpPr>
          <p:grpSpPr>
            <a:xfrm>
              <a:off x="8627358" y="1847729"/>
              <a:ext cx="144228" cy="232138"/>
              <a:chOff x="6444288" y="2402288"/>
              <a:chExt cx="196550" cy="316350"/>
            </a:xfrm>
          </p:grpSpPr>
          <p:sp>
            <p:nvSpPr>
              <p:cNvPr id="3062" name="Google Shape;3062;p64"/>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4"/>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4"/>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068"/>
        <p:cNvGrpSpPr/>
        <p:nvPr/>
      </p:nvGrpSpPr>
      <p:grpSpPr>
        <a:xfrm>
          <a:off x="0" y="0"/>
          <a:ext cx="0" cy="0"/>
          <a:chOff x="0" y="0"/>
          <a:chExt cx="0" cy="0"/>
        </a:xfrm>
      </p:grpSpPr>
      <p:sp>
        <p:nvSpPr>
          <p:cNvPr id="3069" name="Google Shape;3069;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Evolución de las telecomunicaciones</a:t>
            </a:r>
            <a:endParaRPr/>
          </a:p>
        </p:txBody>
      </p:sp>
      <p:sp>
        <p:nvSpPr>
          <p:cNvPr id="3070" name="Google Shape;3070;p65"/>
          <p:cNvSpPr txBox="1"/>
          <p:nvPr/>
        </p:nvSpPr>
        <p:spPr>
          <a:xfrm>
            <a:off x="1028125" y="1903600"/>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1925</a:t>
            </a:r>
            <a:endParaRPr sz="2200" b="1">
              <a:solidFill>
                <a:schemeClr val="dk1"/>
              </a:solidFill>
              <a:latin typeface="IBM Plex Mono"/>
              <a:ea typeface="IBM Plex Mono"/>
              <a:cs typeface="IBM Plex Mono"/>
              <a:sym typeface="IBM Plex Mono"/>
            </a:endParaRPr>
          </a:p>
        </p:txBody>
      </p:sp>
      <p:sp>
        <p:nvSpPr>
          <p:cNvPr id="3071" name="Google Shape;3071;p65"/>
          <p:cNvSpPr txBox="1"/>
          <p:nvPr/>
        </p:nvSpPr>
        <p:spPr>
          <a:xfrm>
            <a:off x="1028125" y="2238153"/>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Invención de la televisión</a:t>
            </a:r>
            <a:endParaRPr>
              <a:solidFill>
                <a:schemeClr val="dk1"/>
              </a:solidFill>
              <a:latin typeface="Metrophobic"/>
              <a:ea typeface="Metrophobic"/>
              <a:cs typeface="Metrophobic"/>
              <a:sym typeface="Metrophobic"/>
            </a:endParaRPr>
          </a:p>
        </p:txBody>
      </p:sp>
      <p:sp>
        <p:nvSpPr>
          <p:cNvPr id="3072" name="Google Shape;3072;p65"/>
          <p:cNvSpPr txBox="1"/>
          <p:nvPr/>
        </p:nvSpPr>
        <p:spPr>
          <a:xfrm>
            <a:off x="3650400" y="2238152"/>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Lanzamiento de primer satélite</a:t>
            </a:r>
            <a:endParaRPr>
              <a:solidFill>
                <a:schemeClr val="dk1"/>
              </a:solidFill>
              <a:latin typeface="Metrophobic"/>
              <a:ea typeface="Metrophobic"/>
              <a:cs typeface="Metrophobic"/>
              <a:sym typeface="Metrophobic"/>
            </a:endParaRPr>
          </a:p>
        </p:txBody>
      </p:sp>
      <p:sp>
        <p:nvSpPr>
          <p:cNvPr id="3073" name="Google Shape;3073;p65"/>
          <p:cNvSpPr txBox="1"/>
          <p:nvPr/>
        </p:nvSpPr>
        <p:spPr>
          <a:xfrm>
            <a:off x="3650413" y="1903600"/>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1962</a:t>
            </a:r>
            <a:endParaRPr sz="2200" b="1">
              <a:solidFill>
                <a:schemeClr val="dk1"/>
              </a:solidFill>
              <a:latin typeface="IBM Plex Mono"/>
              <a:ea typeface="IBM Plex Mono"/>
              <a:cs typeface="IBM Plex Mono"/>
              <a:sym typeface="IBM Plex Mono"/>
            </a:endParaRPr>
          </a:p>
        </p:txBody>
      </p:sp>
      <p:sp>
        <p:nvSpPr>
          <p:cNvPr id="3074" name="Google Shape;3074;p65"/>
          <p:cNvSpPr txBox="1"/>
          <p:nvPr/>
        </p:nvSpPr>
        <p:spPr>
          <a:xfrm>
            <a:off x="6272701" y="2238102"/>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Primer móvil Motorola Dynatac</a:t>
            </a:r>
            <a:endParaRPr>
              <a:solidFill>
                <a:schemeClr val="dk1"/>
              </a:solidFill>
              <a:latin typeface="Metrophobic"/>
              <a:ea typeface="Metrophobic"/>
              <a:cs typeface="Metrophobic"/>
              <a:sym typeface="Metrophobic"/>
            </a:endParaRPr>
          </a:p>
        </p:txBody>
      </p:sp>
      <p:sp>
        <p:nvSpPr>
          <p:cNvPr id="3075" name="Google Shape;3075;p65"/>
          <p:cNvSpPr txBox="1"/>
          <p:nvPr/>
        </p:nvSpPr>
        <p:spPr>
          <a:xfrm>
            <a:off x="6272700" y="1903600"/>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1996</a:t>
            </a:r>
            <a:endParaRPr sz="2200" b="1">
              <a:solidFill>
                <a:schemeClr val="dk1"/>
              </a:solidFill>
              <a:latin typeface="IBM Plex Mono"/>
              <a:ea typeface="IBM Plex Mono"/>
              <a:cs typeface="IBM Plex Mono"/>
              <a:sym typeface="IBM Plex Mono"/>
            </a:endParaRPr>
          </a:p>
        </p:txBody>
      </p:sp>
      <p:sp>
        <p:nvSpPr>
          <p:cNvPr id="3076" name="Google Shape;3076;p65"/>
          <p:cNvSpPr txBox="1"/>
          <p:nvPr/>
        </p:nvSpPr>
        <p:spPr>
          <a:xfrm>
            <a:off x="1028100" y="3696725"/>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1998</a:t>
            </a:r>
            <a:endParaRPr sz="2200" b="1">
              <a:solidFill>
                <a:schemeClr val="dk1"/>
              </a:solidFill>
              <a:latin typeface="IBM Plex Mono"/>
              <a:ea typeface="IBM Plex Mono"/>
              <a:cs typeface="IBM Plex Mono"/>
              <a:sym typeface="IBM Plex Mono"/>
            </a:endParaRPr>
          </a:p>
        </p:txBody>
      </p:sp>
      <p:sp>
        <p:nvSpPr>
          <p:cNvPr id="3077" name="Google Shape;3077;p65"/>
          <p:cNvSpPr txBox="1"/>
          <p:nvPr/>
        </p:nvSpPr>
        <p:spPr>
          <a:xfrm>
            <a:off x="1028100" y="4031244"/>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Primer explorador de internet</a:t>
            </a:r>
            <a:endParaRPr>
              <a:solidFill>
                <a:schemeClr val="dk1"/>
              </a:solidFill>
              <a:latin typeface="Metrophobic"/>
              <a:ea typeface="Metrophobic"/>
              <a:cs typeface="Metrophobic"/>
              <a:sym typeface="Metrophobic"/>
            </a:endParaRPr>
          </a:p>
        </p:txBody>
      </p:sp>
      <p:sp>
        <p:nvSpPr>
          <p:cNvPr id="3078" name="Google Shape;3078;p65"/>
          <p:cNvSpPr txBox="1"/>
          <p:nvPr/>
        </p:nvSpPr>
        <p:spPr>
          <a:xfrm>
            <a:off x="3650400" y="4031226"/>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Conexiones inalámbricas (WiFi)</a:t>
            </a:r>
            <a:endParaRPr>
              <a:solidFill>
                <a:schemeClr val="dk1"/>
              </a:solidFill>
              <a:latin typeface="Metrophobic"/>
              <a:ea typeface="Metrophobic"/>
              <a:cs typeface="Metrophobic"/>
              <a:sym typeface="Metrophobic"/>
            </a:endParaRPr>
          </a:p>
        </p:txBody>
      </p:sp>
      <p:sp>
        <p:nvSpPr>
          <p:cNvPr id="3079" name="Google Shape;3079;p65"/>
          <p:cNvSpPr txBox="1"/>
          <p:nvPr/>
        </p:nvSpPr>
        <p:spPr>
          <a:xfrm>
            <a:off x="3650400" y="3696725"/>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2000</a:t>
            </a:r>
            <a:endParaRPr sz="2200" b="1">
              <a:solidFill>
                <a:schemeClr val="dk1"/>
              </a:solidFill>
              <a:latin typeface="IBM Plex Mono"/>
              <a:ea typeface="IBM Plex Mono"/>
              <a:cs typeface="IBM Plex Mono"/>
              <a:sym typeface="IBM Plex Mono"/>
            </a:endParaRPr>
          </a:p>
        </p:txBody>
      </p:sp>
      <p:sp>
        <p:nvSpPr>
          <p:cNvPr id="3080" name="Google Shape;3080;p65"/>
          <p:cNvSpPr txBox="1"/>
          <p:nvPr/>
        </p:nvSpPr>
        <p:spPr>
          <a:xfrm>
            <a:off x="6272701" y="4031225"/>
            <a:ext cx="18432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etrophobic"/>
                <a:ea typeface="Metrophobic"/>
                <a:cs typeface="Metrophobic"/>
                <a:sym typeface="Metrophobic"/>
              </a:rPr>
              <a:t>Primera generación de tablets</a:t>
            </a:r>
            <a:endParaRPr>
              <a:solidFill>
                <a:schemeClr val="dk1"/>
              </a:solidFill>
              <a:latin typeface="Metrophobic"/>
              <a:ea typeface="Metrophobic"/>
              <a:cs typeface="Metrophobic"/>
              <a:sym typeface="Metrophobic"/>
            </a:endParaRPr>
          </a:p>
        </p:txBody>
      </p:sp>
      <p:sp>
        <p:nvSpPr>
          <p:cNvPr id="3081" name="Google Shape;3081;p65"/>
          <p:cNvSpPr txBox="1"/>
          <p:nvPr/>
        </p:nvSpPr>
        <p:spPr>
          <a:xfrm>
            <a:off x="6272700" y="3696725"/>
            <a:ext cx="1843200" cy="41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IBM Plex Mono"/>
                <a:ea typeface="IBM Plex Mono"/>
                <a:cs typeface="IBM Plex Mono"/>
                <a:sym typeface="IBM Plex Mono"/>
              </a:rPr>
              <a:t>2020</a:t>
            </a:r>
            <a:endParaRPr sz="2200" b="1">
              <a:solidFill>
                <a:schemeClr val="dk1"/>
              </a:solidFill>
              <a:latin typeface="IBM Plex Mono"/>
              <a:ea typeface="IBM Plex Mono"/>
              <a:cs typeface="IBM Plex Mono"/>
              <a:sym typeface="IBM Plex Mono"/>
            </a:endParaRPr>
          </a:p>
        </p:txBody>
      </p:sp>
      <p:sp>
        <p:nvSpPr>
          <p:cNvPr id="3082" name="Google Shape;3082;p65"/>
          <p:cNvSpPr/>
          <p:nvPr/>
        </p:nvSpPr>
        <p:spPr>
          <a:xfrm>
            <a:off x="1614150" y="115749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5"/>
          <p:cNvSpPr/>
          <p:nvPr/>
        </p:nvSpPr>
        <p:spPr>
          <a:xfrm>
            <a:off x="4236450" y="115749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5"/>
          <p:cNvSpPr/>
          <p:nvPr/>
        </p:nvSpPr>
        <p:spPr>
          <a:xfrm>
            <a:off x="6858750" y="1157498"/>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5"/>
          <p:cNvSpPr/>
          <p:nvPr/>
        </p:nvSpPr>
        <p:spPr>
          <a:xfrm>
            <a:off x="1614150" y="2949482"/>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5"/>
          <p:cNvSpPr/>
          <p:nvPr/>
        </p:nvSpPr>
        <p:spPr>
          <a:xfrm>
            <a:off x="4236450" y="2949482"/>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5"/>
          <p:cNvSpPr/>
          <p:nvPr/>
        </p:nvSpPr>
        <p:spPr>
          <a:xfrm>
            <a:off x="6858750" y="2949482"/>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88" name="Google Shape;3088;p65"/>
          <p:cNvCxnSpPr>
            <a:stCxn id="3082" idx="6"/>
            <a:endCxn id="3083" idx="2"/>
          </p:cNvCxnSpPr>
          <p:nvPr/>
        </p:nvCxnSpPr>
        <p:spPr>
          <a:xfrm>
            <a:off x="2285250" y="1493048"/>
            <a:ext cx="1951200" cy="0"/>
          </a:xfrm>
          <a:prstGeom prst="straightConnector1">
            <a:avLst/>
          </a:prstGeom>
          <a:noFill/>
          <a:ln w="19050" cap="flat" cmpd="sng">
            <a:solidFill>
              <a:schemeClr val="accent2"/>
            </a:solidFill>
            <a:prstDash val="solid"/>
            <a:round/>
            <a:headEnd type="none" w="med" len="med"/>
            <a:tailEnd type="none" w="med" len="med"/>
          </a:ln>
        </p:spPr>
      </p:cxnSp>
      <p:cxnSp>
        <p:nvCxnSpPr>
          <p:cNvPr id="3089" name="Google Shape;3089;p65"/>
          <p:cNvCxnSpPr>
            <a:stCxn id="3083" idx="6"/>
            <a:endCxn id="3084" idx="2"/>
          </p:cNvCxnSpPr>
          <p:nvPr/>
        </p:nvCxnSpPr>
        <p:spPr>
          <a:xfrm>
            <a:off x="4907550" y="1493048"/>
            <a:ext cx="1951200" cy="0"/>
          </a:xfrm>
          <a:prstGeom prst="straightConnector1">
            <a:avLst/>
          </a:prstGeom>
          <a:noFill/>
          <a:ln w="19050" cap="flat" cmpd="sng">
            <a:solidFill>
              <a:schemeClr val="accent2"/>
            </a:solidFill>
            <a:prstDash val="solid"/>
            <a:round/>
            <a:headEnd type="none" w="med" len="med"/>
            <a:tailEnd type="none" w="med" len="med"/>
          </a:ln>
        </p:spPr>
      </p:cxnSp>
      <p:cxnSp>
        <p:nvCxnSpPr>
          <p:cNvPr id="3090" name="Google Shape;3090;p65"/>
          <p:cNvCxnSpPr>
            <a:stCxn id="3074" idx="2"/>
            <a:endCxn id="3085" idx="0"/>
          </p:cNvCxnSpPr>
          <p:nvPr/>
        </p:nvCxnSpPr>
        <p:spPr>
          <a:xfrm rot="5400000">
            <a:off x="4502701" y="257802"/>
            <a:ext cx="138600" cy="5244600"/>
          </a:xfrm>
          <a:prstGeom prst="bentConnector3">
            <a:avLst>
              <a:gd name="adj1" fmla="val 50029"/>
            </a:avLst>
          </a:prstGeom>
          <a:noFill/>
          <a:ln w="19050" cap="flat" cmpd="sng">
            <a:solidFill>
              <a:schemeClr val="accent2"/>
            </a:solidFill>
            <a:prstDash val="solid"/>
            <a:round/>
            <a:headEnd type="none" w="med" len="med"/>
            <a:tailEnd type="none" w="med" len="med"/>
          </a:ln>
        </p:spPr>
      </p:cxnSp>
      <p:cxnSp>
        <p:nvCxnSpPr>
          <p:cNvPr id="3091" name="Google Shape;3091;p65"/>
          <p:cNvCxnSpPr>
            <a:stCxn id="3085" idx="6"/>
            <a:endCxn id="3086" idx="2"/>
          </p:cNvCxnSpPr>
          <p:nvPr/>
        </p:nvCxnSpPr>
        <p:spPr>
          <a:xfrm>
            <a:off x="2285250" y="3285032"/>
            <a:ext cx="1951200" cy="0"/>
          </a:xfrm>
          <a:prstGeom prst="straightConnector1">
            <a:avLst/>
          </a:prstGeom>
          <a:noFill/>
          <a:ln w="19050" cap="flat" cmpd="sng">
            <a:solidFill>
              <a:schemeClr val="accent2"/>
            </a:solidFill>
            <a:prstDash val="solid"/>
            <a:round/>
            <a:headEnd type="none" w="med" len="med"/>
            <a:tailEnd type="none" w="med" len="med"/>
          </a:ln>
        </p:spPr>
      </p:cxnSp>
      <p:cxnSp>
        <p:nvCxnSpPr>
          <p:cNvPr id="3092" name="Google Shape;3092;p65"/>
          <p:cNvCxnSpPr>
            <a:stCxn id="3086" idx="6"/>
            <a:endCxn id="3087" idx="2"/>
          </p:cNvCxnSpPr>
          <p:nvPr/>
        </p:nvCxnSpPr>
        <p:spPr>
          <a:xfrm>
            <a:off x="4907550" y="3285032"/>
            <a:ext cx="1951200" cy="0"/>
          </a:xfrm>
          <a:prstGeom prst="straightConnector1">
            <a:avLst/>
          </a:prstGeom>
          <a:noFill/>
          <a:ln w="19050" cap="flat" cmpd="sng">
            <a:solidFill>
              <a:schemeClr val="accent2"/>
            </a:solidFill>
            <a:prstDash val="solid"/>
            <a:round/>
            <a:headEnd type="none" w="med" len="med"/>
            <a:tailEnd type="none" w="med" len="med"/>
          </a:ln>
        </p:spPr>
      </p:cxnSp>
      <p:grpSp>
        <p:nvGrpSpPr>
          <p:cNvPr id="3093" name="Google Shape;3093;p65"/>
          <p:cNvGrpSpPr/>
          <p:nvPr/>
        </p:nvGrpSpPr>
        <p:grpSpPr>
          <a:xfrm>
            <a:off x="7021543" y="1336745"/>
            <a:ext cx="345514" cy="312614"/>
            <a:chOff x="997813" y="1722038"/>
            <a:chExt cx="351025" cy="317600"/>
          </a:xfrm>
        </p:grpSpPr>
        <p:sp>
          <p:nvSpPr>
            <p:cNvPr id="3094" name="Google Shape;3094;p65"/>
            <p:cNvSpPr/>
            <p:nvPr/>
          </p:nvSpPr>
          <p:spPr>
            <a:xfrm>
              <a:off x="1089938" y="1807388"/>
              <a:ext cx="65275" cy="62025"/>
            </a:xfrm>
            <a:custGeom>
              <a:avLst/>
              <a:gdLst/>
              <a:ahLst/>
              <a:cxnLst/>
              <a:rect l="l" t="t" r="r" b="b"/>
              <a:pathLst>
                <a:path w="2611" h="2481" extrusionOk="0">
                  <a:moveTo>
                    <a:pt x="2088" y="1"/>
                  </a:moveTo>
                  <a:cubicBezTo>
                    <a:pt x="921" y="1"/>
                    <a:pt x="0" y="922"/>
                    <a:pt x="0" y="2089"/>
                  </a:cubicBezTo>
                  <a:cubicBezTo>
                    <a:pt x="0" y="2350"/>
                    <a:pt x="200" y="2480"/>
                    <a:pt x="399" y="2480"/>
                  </a:cubicBezTo>
                  <a:cubicBezTo>
                    <a:pt x="599" y="2480"/>
                    <a:pt x="798" y="2350"/>
                    <a:pt x="798" y="2089"/>
                  </a:cubicBezTo>
                  <a:cubicBezTo>
                    <a:pt x="798" y="1352"/>
                    <a:pt x="1351" y="799"/>
                    <a:pt x="2088" y="799"/>
                  </a:cubicBezTo>
                  <a:cubicBezTo>
                    <a:pt x="2610" y="799"/>
                    <a:pt x="2610" y="1"/>
                    <a:pt x="20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5"/>
            <p:cNvSpPr/>
            <p:nvPr/>
          </p:nvSpPr>
          <p:spPr>
            <a:xfrm>
              <a:off x="1046938" y="1764413"/>
              <a:ext cx="108275" cy="105000"/>
            </a:xfrm>
            <a:custGeom>
              <a:avLst/>
              <a:gdLst/>
              <a:ahLst/>
              <a:cxnLst/>
              <a:rect l="l" t="t" r="r" b="b"/>
              <a:pathLst>
                <a:path w="4331" h="4200" extrusionOk="0">
                  <a:moveTo>
                    <a:pt x="3808" y="0"/>
                  </a:moveTo>
                  <a:cubicBezTo>
                    <a:pt x="1720" y="0"/>
                    <a:pt x="1" y="1720"/>
                    <a:pt x="1" y="3808"/>
                  </a:cubicBezTo>
                  <a:cubicBezTo>
                    <a:pt x="1" y="4069"/>
                    <a:pt x="200" y="4199"/>
                    <a:pt x="400" y="4199"/>
                  </a:cubicBezTo>
                  <a:cubicBezTo>
                    <a:pt x="599" y="4199"/>
                    <a:pt x="799" y="4069"/>
                    <a:pt x="799" y="3808"/>
                  </a:cubicBezTo>
                  <a:cubicBezTo>
                    <a:pt x="799" y="2150"/>
                    <a:pt x="2150" y="799"/>
                    <a:pt x="3808" y="799"/>
                  </a:cubicBezTo>
                  <a:cubicBezTo>
                    <a:pt x="4330" y="799"/>
                    <a:pt x="4330" y="0"/>
                    <a:pt x="3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5"/>
            <p:cNvSpPr/>
            <p:nvPr/>
          </p:nvSpPr>
          <p:spPr>
            <a:xfrm>
              <a:off x="1003963" y="1722188"/>
              <a:ext cx="151250" cy="147225"/>
            </a:xfrm>
            <a:custGeom>
              <a:avLst/>
              <a:gdLst/>
              <a:ahLst/>
              <a:cxnLst/>
              <a:rect l="l" t="t" r="r" b="b"/>
              <a:pathLst>
                <a:path w="6050" h="5889" extrusionOk="0">
                  <a:moveTo>
                    <a:pt x="5527" y="0"/>
                  </a:moveTo>
                  <a:cubicBezTo>
                    <a:pt x="2487" y="0"/>
                    <a:pt x="0" y="2457"/>
                    <a:pt x="0" y="5497"/>
                  </a:cubicBezTo>
                  <a:cubicBezTo>
                    <a:pt x="0" y="5758"/>
                    <a:pt x="200" y="5888"/>
                    <a:pt x="399" y="5888"/>
                  </a:cubicBezTo>
                  <a:cubicBezTo>
                    <a:pt x="599" y="5888"/>
                    <a:pt x="798" y="5758"/>
                    <a:pt x="798" y="5497"/>
                  </a:cubicBezTo>
                  <a:cubicBezTo>
                    <a:pt x="798" y="2887"/>
                    <a:pt x="2917" y="799"/>
                    <a:pt x="5527" y="799"/>
                  </a:cubicBezTo>
                  <a:cubicBezTo>
                    <a:pt x="6049" y="799"/>
                    <a:pt x="6049" y="0"/>
                    <a:pt x="55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5"/>
            <p:cNvSpPr/>
            <p:nvPr/>
          </p:nvSpPr>
          <p:spPr>
            <a:xfrm>
              <a:off x="997813" y="1722038"/>
              <a:ext cx="351025" cy="317600"/>
            </a:xfrm>
            <a:custGeom>
              <a:avLst/>
              <a:gdLst/>
              <a:ahLst/>
              <a:cxnLst/>
              <a:rect l="l" t="t" r="r" b="b"/>
              <a:pathLst>
                <a:path w="14041" h="12704" extrusionOk="0">
                  <a:moveTo>
                    <a:pt x="9079" y="5349"/>
                  </a:moveTo>
                  <a:cubicBezTo>
                    <a:pt x="9396" y="5349"/>
                    <a:pt x="9528" y="6118"/>
                    <a:pt x="9112" y="6118"/>
                  </a:cubicBezTo>
                  <a:cubicBezTo>
                    <a:pt x="9104" y="6118"/>
                    <a:pt x="9097" y="6117"/>
                    <a:pt x="9089" y="6117"/>
                  </a:cubicBezTo>
                  <a:cubicBezTo>
                    <a:pt x="8721" y="6055"/>
                    <a:pt x="8629" y="5564"/>
                    <a:pt x="8967" y="5380"/>
                  </a:cubicBezTo>
                  <a:cubicBezTo>
                    <a:pt x="9006" y="5359"/>
                    <a:pt x="9044" y="5349"/>
                    <a:pt x="9079" y="5349"/>
                  </a:cubicBezTo>
                  <a:close/>
                  <a:moveTo>
                    <a:pt x="9392" y="1"/>
                  </a:moveTo>
                  <a:cubicBezTo>
                    <a:pt x="8941" y="1"/>
                    <a:pt x="8494" y="251"/>
                    <a:pt x="8291" y="713"/>
                  </a:cubicBezTo>
                  <a:lnTo>
                    <a:pt x="7308" y="2893"/>
                  </a:lnTo>
                  <a:cubicBezTo>
                    <a:pt x="7093" y="3353"/>
                    <a:pt x="7186" y="3875"/>
                    <a:pt x="7554" y="4244"/>
                  </a:cubicBezTo>
                  <a:cubicBezTo>
                    <a:pt x="7738" y="4459"/>
                    <a:pt x="7738" y="4797"/>
                    <a:pt x="7554" y="5011"/>
                  </a:cubicBezTo>
                  <a:lnTo>
                    <a:pt x="4883" y="7591"/>
                  </a:lnTo>
                  <a:lnTo>
                    <a:pt x="4514" y="7192"/>
                  </a:lnTo>
                  <a:cubicBezTo>
                    <a:pt x="4279" y="6976"/>
                    <a:pt x="3983" y="6861"/>
                    <a:pt x="3687" y="6861"/>
                  </a:cubicBezTo>
                  <a:cubicBezTo>
                    <a:pt x="3518" y="6861"/>
                    <a:pt x="3350" y="6899"/>
                    <a:pt x="3194" y="6977"/>
                  </a:cubicBezTo>
                  <a:lnTo>
                    <a:pt x="952" y="7898"/>
                  </a:lnTo>
                  <a:cubicBezTo>
                    <a:pt x="185" y="8236"/>
                    <a:pt x="0" y="9249"/>
                    <a:pt x="584" y="9863"/>
                  </a:cubicBezTo>
                  <a:lnTo>
                    <a:pt x="2887" y="12104"/>
                  </a:lnTo>
                  <a:cubicBezTo>
                    <a:pt x="3286" y="12504"/>
                    <a:pt x="3800" y="12703"/>
                    <a:pt x="4311" y="12703"/>
                  </a:cubicBezTo>
                  <a:cubicBezTo>
                    <a:pt x="4821" y="12703"/>
                    <a:pt x="5328" y="12504"/>
                    <a:pt x="5712" y="12104"/>
                  </a:cubicBezTo>
                  <a:lnTo>
                    <a:pt x="12375" y="5441"/>
                  </a:lnTo>
                  <a:cubicBezTo>
                    <a:pt x="13081" y="4735"/>
                    <a:pt x="13173" y="3660"/>
                    <a:pt x="12590" y="2862"/>
                  </a:cubicBezTo>
                  <a:lnTo>
                    <a:pt x="13726" y="1726"/>
                  </a:lnTo>
                  <a:cubicBezTo>
                    <a:pt x="14041" y="1460"/>
                    <a:pt x="13783" y="1041"/>
                    <a:pt x="13464" y="1041"/>
                  </a:cubicBezTo>
                  <a:cubicBezTo>
                    <a:pt x="13378" y="1041"/>
                    <a:pt x="13288" y="1071"/>
                    <a:pt x="13204" y="1143"/>
                  </a:cubicBezTo>
                  <a:cubicBezTo>
                    <a:pt x="13173" y="1173"/>
                    <a:pt x="13388" y="958"/>
                    <a:pt x="10072" y="4275"/>
                  </a:cubicBezTo>
                  <a:cubicBezTo>
                    <a:pt x="9989" y="4357"/>
                    <a:pt x="9896" y="4392"/>
                    <a:pt x="9805" y="4392"/>
                  </a:cubicBezTo>
                  <a:cubicBezTo>
                    <a:pt x="9491" y="4392"/>
                    <a:pt x="9210" y="3977"/>
                    <a:pt x="9519" y="3691"/>
                  </a:cubicBezTo>
                  <a:lnTo>
                    <a:pt x="11515" y="1695"/>
                  </a:lnTo>
                  <a:lnTo>
                    <a:pt x="10225" y="344"/>
                  </a:lnTo>
                  <a:cubicBezTo>
                    <a:pt x="9993" y="111"/>
                    <a:pt x="9691" y="1"/>
                    <a:pt x="9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8" name="Google Shape;3098;p65"/>
          <p:cNvGrpSpPr/>
          <p:nvPr/>
        </p:nvGrpSpPr>
        <p:grpSpPr>
          <a:xfrm>
            <a:off x="7024278" y="3117634"/>
            <a:ext cx="340051" cy="334760"/>
            <a:chOff x="7800713" y="1722188"/>
            <a:chExt cx="345475" cy="340100"/>
          </a:xfrm>
        </p:grpSpPr>
        <p:sp>
          <p:nvSpPr>
            <p:cNvPr id="3099" name="Google Shape;3099;p65"/>
            <p:cNvSpPr/>
            <p:nvPr/>
          </p:nvSpPr>
          <p:spPr>
            <a:xfrm>
              <a:off x="7909738" y="1870338"/>
              <a:ext cx="128975" cy="43775"/>
            </a:xfrm>
            <a:custGeom>
              <a:avLst/>
              <a:gdLst/>
              <a:ahLst/>
              <a:cxnLst/>
              <a:rect l="l" t="t" r="r" b="b"/>
              <a:pathLst>
                <a:path w="5159" h="1751" extrusionOk="0">
                  <a:moveTo>
                    <a:pt x="123" y="1"/>
                  </a:moveTo>
                  <a:cubicBezTo>
                    <a:pt x="62" y="1"/>
                    <a:pt x="0" y="62"/>
                    <a:pt x="0" y="123"/>
                  </a:cubicBezTo>
                  <a:lnTo>
                    <a:pt x="0" y="1628"/>
                  </a:lnTo>
                  <a:cubicBezTo>
                    <a:pt x="0" y="1689"/>
                    <a:pt x="62" y="1751"/>
                    <a:pt x="123" y="1751"/>
                  </a:cubicBezTo>
                  <a:lnTo>
                    <a:pt x="5005" y="1751"/>
                  </a:lnTo>
                  <a:cubicBezTo>
                    <a:pt x="5097" y="1751"/>
                    <a:pt x="5159" y="1689"/>
                    <a:pt x="5159" y="1628"/>
                  </a:cubicBezTo>
                  <a:lnTo>
                    <a:pt x="5159" y="123"/>
                  </a:lnTo>
                  <a:cubicBezTo>
                    <a:pt x="5159" y="62"/>
                    <a:pt x="5097" y="1"/>
                    <a:pt x="5005" y="1"/>
                  </a:cubicBezTo>
                  <a:lnTo>
                    <a:pt x="4238" y="1"/>
                  </a:lnTo>
                  <a:lnTo>
                    <a:pt x="4238" y="431"/>
                  </a:lnTo>
                  <a:cubicBezTo>
                    <a:pt x="4238" y="645"/>
                    <a:pt x="4084" y="830"/>
                    <a:pt x="3869" y="830"/>
                  </a:cubicBezTo>
                  <a:cubicBezTo>
                    <a:pt x="3851" y="832"/>
                    <a:pt x="3833" y="833"/>
                    <a:pt x="3816" y="833"/>
                  </a:cubicBezTo>
                  <a:cubicBezTo>
                    <a:pt x="3597" y="833"/>
                    <a:pt x="3439" y="660"/>
                    <a:pt x="3439" y="461"/>
                  </a:cubicBezTo>
                  <a:lnTo>
                    <a:pt x="34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5"/>
            <p:cNvSpPr/>
            <p:nvPr/>
          </p:nvSpPr>
          <p:spPr>
            <a:xfrm>
              <a:off x="7875963" y="1997763"/>
              <a:ext cx="196525" cy="64525"/>
            </a:xfrm>
            <a:custGeom>
              <a:avLst/>
              <a:gdLst/>
              <a:ahLst/>
              <a:cxnLst/>
              <a:rect l="l" t="t" r="r" b="b"/>
              <a:pathLst>
                <a:path w="7861" h="2581" extrusionOk="0">
                  <a:moveTo>
                    <a:pt x="3531" y="1"/>
                  </a:moveTo>
                  <a:lnTo>
                    <a:pt x="3531" y="1782"/>
                  </a:lnTo>
                  <a:lnTo>
                    <a:pt x="522" y="1782"/>
                  </a:lnTo>
                  <a:cubicBezTo>
                    <a:pt x="0" y="1782"/>
                    <a:pt x="0" y="2580"/>
                    <a:pt x="522" y="2580"/>
                  </a:cubicBezTo>
                  <a:lnTo>
                    <a:pt x="7308" y="2580"/>
                  </a:lnTo>
                  <a:cubicBezTo>
                    <a:pt x="7861" y="2580"/>
                    <a:pt x="7861" y="1782"/>
                    <a:pt x="7308" y="1782"/>
                  </a:cubicBezTo>
                  <a:lnTo>
                    <a:pt x="4330" y="1782"/>
                  </a:lnTo>
                  <a:lnTo>
                    <a:pt x="43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5"/>
            <p:cNvSpPr/>
            <p:nvPr/>
          </p:nvSpPr>
          <p:spPr>
            <a:xfrm>
              <a:off x="7909738" y="1934063"/>
              <a:ext cx="128975" cy="43775"/>
            </a:xfrm>
            <a:custGeom>
              <a:avLst/>
              <a:gdLst/>
              <a:ahLst/>
              <a:cxnLst/>
              <a:rect l="l" t="t" r="r" b="b"/>
              <a:pathLst>
                <a:path w="5159" h="1751" extrusionOk="0">
                  <a:moveTo>
                    <a:pt x="123" y="0"/>
                  </a:moveTo>
                  <a:cubicBezTo>
                    <a:pt x="62" y="0"/>
                    <a:pt x="0" y="62"/>
                    <a:pt x="0" y="123"/>
                  </a:cubicBezTo>
                  <a:lnTo>
                    <a:pt x="0" y="1628"/>
                  </a:lnTo>
                  <a:cubicBezTo>
                    <a:pt x="0" y="1689"/>
                    <a:pt x="62" y="1750"/>
                    <a:pt x="123" y="1750"/>
                  </a:cubicBezTo>
                  <a:lnTo>
                    <a:pt x="5005" y="1750"/>
                  </a:lnTo>
                  <a:cubicBezTo>
                    <a:pt x="5097" y="1750"/>
                    <a:pt x="5159" y="1689"/>
                    <a:pt x="5159" y="1628"/>
                  </a:cubicBezTo>
                  <a:lnTo>
                    <a:pt x="5159" y="123"/>
                  </a:lnTo>
                  <a:cubicBezTo>
                    <a:pt x="5159" y="62"/>
                    <a:pt x="5097" y="0"/>
                    <a:pt x="5005" y="0"/>
                  </a:cubicBezTo>
                  <a:lnTo>
                    <a:pt x="4238" y="0"/>
                  </a:lnTo>
                  <a:lnTo>
                    <a:pt x="4238" y="430"/>
                  </a:lnTo>
                  <a:cubicBezTo>
                    <a:pt x="4238" y="645"/>
                    <a:pt x="4084" y="829"/>
                    <a:pt x="3869" y="860"/>
                  </a:cubicBezTo>
                  <a:cubicBezTo>
                    <a:pt x="3623" y="860"/>
                    <a:pt x="3439" y="676"/>
                    <a:pt x="3439" y="461"/>
                  </a:cubicBezTo>
                  <a:lnTo>
                    <a:pt x="34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5"/>
            <p:cNvSpPr/>
            <p:nvPr/>
          </p:nvSpPr>
          <p:spPr>
            <a:xfrm>
              <a:off x="7800713" y="1722188"/>
              <a:ext cx="345475" cy="228025"/>
            </a:xfrm>
            <a:custGeom>
              <a:avLst/>
              <a:gdLst/>
              <a:ahLst/>
              <a:cxnLst/>
              <a:rect l="l" t="t" r="r" b="b"/>
              <a:pathLst>
                <a:path w="13819" h="9121" extrusionOk="0">
                  <a:moveTo>
                    <a:pt x="6969" y="0"/>
                  </a:moveTo>
                  <a:cubicBezTo>
                    <a:pt x="5298" y="0"/>
                    <a:pt x="3635" y="1193"/>
                    <a:pt x="3563" y="3255"/>
                  </a:cubicBezTo>
                  <a:cubicBezTo>
                    <a:pt x="3388" y="3224"/>
                    <a:pt x="3214" y="3209"/>
                    <a:pt x="3043" y="3209"/>
                  </a:cubicBezTo>
                  <a:cubicBezTo>
                    <a:pt x="1534" y="3209"/>
                    <a:pt x="234" y="4382"/>
                    <a:pt x="124" y="5927"/>
                  </a:cubicBezTo>
                  <a:cubicBezTo>
                    <a:pt x="1" y="7646"/>
                    <a:pt x="1383" y="9120"/>
                    <a:pt x="3102" y="9120"/>
                  </a:cubicBezTo>
                  <a:lnTo>
                    <a:pt x="3563" y="9120"/>
                  </a:lnTo>
                  <a:lnTo>
                    <a:pt x="3563" y="5927"/>
                  </a:lnTo>
                  <a:cubicBezTo>
                    <a:pt x="3563" y="5466"/>
                    <a:pt x="3931" y="5128"/>
                    <a:pt x="4361" y="5128"/>
                  </a:cubicBezTo>
                  <a:lnTo>
                    <a:pt x="9520" y="5128"/>
                  </a:lnTo>
                  <a:cubicBezTo>
                    <a:pt x="9950" y="5128"/>
                    <a:pt x="10318" y="5466"/>
                    <a:pt x="10318" y="5927"/>
                  </a:cubicBezTo>
                  <a:lnTo>
                    <a:pt x="10318" y="9089"/>
                  </a:lnTo>
                  <a:cubicBezTo>
                    <a:pt x="12283" y="8997"/>
                    <a:pt x="13819" y="7339"/>
                    <a:pt x="13726" y="5343"/>
                  </a:cubicBezTo>
                  <a:cubicBezTo>
                    <a:pt x="13637" y="3434"/>
                    <a:pt x="12041" y="1931"/>
                    <a:pt x="10148" y="1931"/>
                  </a:cubicBezTo>
                  <a:cubicBezTo>
                    <a:pt x="10093" y="1931"/>
                    <a:pt x="10037" y="1932"/>
                    <a:pt x="9980" y="1935"/>
                  </a:cubicBezTo>
                  <a:cubicBezTo>
                    <a:pt x="9354" y="606"/>
                    <a:pt x="8159" y="0"/>
                    <a:pt x="6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3" name="Google Shape;3103;p65"/>
          <p:cNvGrpSpPr/>
          <p:nvPr/>
        </p:nvGrpSpPr>
        <p:grpSpPr>
          <a:xfrm>
            <a:off x="4403873" y="1325382"/>
            <a:ext cx="336261" cy="335326"/>
            <a:chOff x="1003963" y="2401738"/>
            <a:chExt cx="341625" cy="340675"/>
          </a:xfrm>
        </p:grpSpPr>
        <p:sp>
          <p:nvSpPr>
            <p:cNvPr id="3104" name="Google Shape;3104;p65"/>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5"/>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5"/>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7" name="Google Shape;3107;p65"/>
          <p:cNvGrpSpPr/>
          <p:nvPr/>
        </p:nvGrpSpPr>
        <p:grpSpPr>
          <a:xfrm>
            <a:off x="4401605" y="3159115"/>
            <a:ext cx="340789" cy="251833"/>
            <a:chOff x="5761088" y="3081488"/>
            <a:chExt cx="346225" cy="255850"/>
          </a:xfrm>
        </p:grpSpPr>
        <p:sp>
          <p:nvSpPr>
            <p:cNvPr id="3108" name="Google Shape;3108;p65"/>
            <p:cNvSpPr/>
            <p:nvPr/>
          </p:nvSpPr>
          <p:spPr>
            <a:xfrm>
              <a:off x="5839388" y="3197213"/>
              <a:ext cx="188850" cy="63550"/>
            </a:xfrm>
            <a:custGeom>
              <a:avLst/>
              <a:gdLst/>
              <a:ahLst/>
              <a:cxnLst/>
              <a:rect l="l" t="t" r="r" b="b"/>
              <a:pathLst>
                <a:path w="7554" h="2542" extrusionOk="0">
                  <a:moveTo>
                    <a:pt x="3792" y="1"/>
                  </a:moveTo>
                  <a:cubicBezTo>
                    <a:pt x="2472" y="1"/>
                    <a:pt x="1152" y="507"/>
                    <a:pt x="154" y="1521"/>
                  </a:cubicBezTo>
                  <a:cubicBezTo>
                    <a:pt x="31" y="1643"/>
                    <a:pt x="0" y="1828"/>
                    <a:pt x="92" y="1981"/>
                  </a:cubicBezTo>
                  <a:cubicBezTo>
                    <a:pt x="290" y="2338"/>
                    <a:pt x="668" y="2541"/>
                    <a:pt x="1051" y="2541"/>
                  </a:cubicBezTo>
                  <a:cubicBezTo>
                    <a:pt x="1261" y="2541"/>
                    <a:pt x="1473" y="2480"/>
                    <a:pt x="1658" y="2350"/>
                  </a:cubicBezTo>
                  <a:cubicBezTo>
                    <a:pt x="2288" y="1874"/>
                    <a:pt x="3040" y="1636"/>
                    <a:pt x="3792" y="1636"/>
                  </a:cubicBezTo>
                  <a:cubicBezTo>
                    <a:pt x="4545" y="1636"/>
                    <a:pt x="5297" y="1874"/>
                    <a:pt x="5926" y="2350"/>
                  </a:cubicBezTo>
                  <a:cubicBezTo>
                    <a:pt x="6111" y="2480"/>
                    <a:pt x="6323" y="2541"/>
                    <a:pt x="6533" y="2541"/>
                  </a:cubicBezTo>
                  <a:cubicBezTo>
                    <a:pt x="6917" y="2541"/>
                    <a:pt x="7294" y="2338"/>
                    <a:pt x="7492" y="1981"/>
                  </a:cubicBezTo>
                  <a:cubicBezTo>
                    <a:pt x="7554" y="1828"/>
                    <a:pt x="7554" y="1643"/>
                    <a:pt x="7400" y="1521"/>
                  </a:cubicBezTo>
                  <a:lnTo>
                    <a:pt x="7431" y="1521"/>
                  </a:lnTo>
                  <a:cubicBezTo>
                    <a:pt x="6433" y="507"/>
                    <a:pt x="5113" y="1"/>
                    <a:pt x="37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5"/>
            <p:cNvSpPr/>
            <p:nvPr/>
          </p:nvSpPr>
          <p:spPr>
            <a:xfrm>
              <a:off x="5801763" y="3139263"/>
              <a:ext cx="265625" cy="83975"/>
            </a:xfrm>
            <a:custGeom>
              <a:avLst/>
              <a:gdLst/>
              <a:ahLst/>
              <a:cxnLst/>
              <a:rect l="l" t="t" r="r" b="b"/>
              <a:pathLst>
                <a:path w="10625" h="3359" extrusionOk="0">
                  <a:moveTo>
                    <a:pt x="5309" y="0"/>
                  </a:moveTo>
                  <a:cubicBezTo>
                    <a:pt x="3440" y="0"/>
                    <a:pt x="1566" y="707"/>
                    <a:pt x="123" y="2119"/>
                  </a:cubicBezTo>
                  <a:cubicBezTo>
                    <a:pt x="31" y="2211"/>
                    <a:pt x="0" y="2334"/>
                    <a:pt x="0" y="2457"/>
                  </a:cubicBezTo>
                  <a:cubicBezTo>
                    <a:pt x="31" y="2887"/>
                    <a:pt x="338" y="3225"/>
                    <a:pt x="768" y="3347"/>
                  </a:cubicBezTo>
                  <a:cubicBezTo>
                    <a:pt x="799" y="3355"/>
                    <a:pt x="831" y="3359"/>
                    <a:pt x="865" y="3359"/>
                  </a:cubicBezTo>
                  <a:cubicBezTo>
                    <a:pt x="966" y="3359"/>
                    <a:pt x="1075" y="3324"/>
                    <a:pt x="1167" y="3255"/>
                  </a:cubicBezTo>
                  <a:cubicBezTo>
                    <a:pt x="2303" y="2119"/>
                    <a:pt x="3800" y="1551"/>
                    <a:pt x="5297" y="1551"/>
                  </a:cubicBezTo>
                  <a:cubicBezTo>
                    <a:pt x="6794" y="1551"/>
                    <a:pt x="8291" y="2119"/>
                    <a:pt x="9427" y="3255"/>
                  </a:cubicBezTo>
                  <a:lnTo>
                    <a:pt x="9458" y="3255"/>
                  </a:lnTo>
                  <a:cubicBezTo>
                    <a:pt x="9527" y="3324"/>
                    <a:pt x="9631" y="3359"/>
                    <a:pt x="9730" y="3359"/>
                  </a:cubicBezTo>
                  <a:cubicBezTo>
                    <a:pt x="9763" y="3359"/>
                    <a:pt x="9796" y="3355"/>
                    <a:pt x="9826" y="3347"/>
                  </a:cubicBezTo>
                  <a:cubicBezTo>
                    <a:pt x="10256" y="3225"/>
                    <a:pt x="10563" y="2887"/>
                    <a:pt x="10594" y="2457"/>
                  </a:cubicBezTo>
                  <a:cubicBezTo>
                    <a:pt x="10625" y="2334"/>
                    <a:pt x="10563" y="2211"/>
                    <a:pt x="10471" y="2119"/>
                  </a:cubicBezTo>
                  <a:cubicBezTo>
                    <a:pt x="9043" y="707"/>
                    <a:pt x="7178" y="0"/>
                    <a:pt x="53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5"/>
            <p:cNvSpPr/>
            <p:nvPr/>
          </p:nvSpPr>
          <p:spPr>
            <a:xfrm>
              <a:off x="5761088" y="3081488"/>
              <a:ext cx="346225" cy="101975"/>
            </a:xfrm>
            <a:custGeom>
              <a:avLst/>
              <a:gdLst/>
              <a:ahLst/>
              <a:cxnLst/>
              <a:rect l="l" t="t" r="r" b="b"/>
              <a:pathLst>
                <a:path w="13849" h="4079" extrusionOk="0">
                  <a:moveTo>
                    <a:pt x="6909" y="1"/>
                  </a:moveTo>
                  <a:cubicBezTo>
                    <a:pt x="4614" y="1"/>
                    <a:pt x="2318" y="791"/>
                    <a:pt x="461" y="2373"/>
                  </a:cubicBezTo>
                  <a:cubicBezTo>
                    <a:pt x="0" y="2772"/>
                    <a:pt x="0" y="3509"/>
                    <a:pt x="430" y="3908"/>
                  </a:cubicBezTo>
                  <a:lnTo>
                    <a:pt x="522" y="3970"/>
                  </a:lnTo>
                  <a:cubicBezTo>
                    <a:pt x="595" y="4042"/>
                    <a:pt x="688" y="4073"/>
                    <a:pt x="779" y="4073"/>
                  </a:cubicBezTo>
                  <a:cubicBezTo>
                    <a:pt x="880" y="4073"/>
                    <a:pt x="979" y="4034"/>
                    <a:pt x="1044" y="3970"/>
                  </a:cubicBezTo>
                  <a:cubicBezTo>
                    <a:pt x="2656" y="2327"/>
                    <a:pt x="4783" y="1505"/>
                    <a:pt x="6909" y="1505"/>
                  </a:cubicBezTo>
                  <a:cubicBezTo>
                    <a:pt x="9035" y="1505"/>
                    <a:pt x="11162" y="2327"/>
                    <a:pt x="12774" y="3970"/>
                  </a:cubicBezTo>
                  <a:cubicBezTo>
                    <a:pt x="12860" y="4038"/>
                    <a:pt x="12966" y="4078"/>
                    <a:pt x="13069" y="4078"/>
                  </a:cubicBezTo>
                  <a:cubicBezTo>
                    <a:pt x="13149" y="4078"/>
                    <a:pt x="13228" y="4054"/>
                    <a:pt x="13296" y="4000"/>
                  </a:cubicBezTo>
                  <a:lnTo>
                    <a:pt x="13419" y="3908"/>
                  </a:lnTo>
                  <a:lnTo>
                    <a:pt x="13419" y="3877"/>
                  </a:lnTo>
                  <a:cubicBezTo>
                    <a:pt x="13848" y="3448"/>
                    <a:pt x="13818" y="2772"/>
                    <a:pt x="13357" y="2373"/>
                  </a:cubicBezTo>
                  <a:cubicBezTo>
                    <a:pt x="11499" y="791"/>
                    <a:pt x="9204" y="1"/>
                    <a:pt x="69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5"/>
            <p:cNvSpPr/>
            <p:nvPr/>
          </p:nvSpPr>
          <p:spPr>
            <a:xfrm>
              <a:off x="5907688" y="3284338"/>
              <a:ext cx="53000" cy="53000"/>
            </a:xfrm>
            <a:custGeom>
              <a:avLst/>
              <a:gdLst/>
              <a:ahLst/>
              <a:cxnLst/>
              <a:rect l="l" t="t" r="r" b="b"/>
              <a:pathLst>
                <a:path w="2120" h="2120" extrusionOk="0">
                  <a:moveTo>
                    <a:pt x="1045" y="1"/>
                  </a:moveTo>
                  <a:cubicBezTo>
                    <a:pt x="462" y="1"/>
                    <a:pt x="1" y="461"/>
                    <a:pt x="1" y="1045"/>
                  </a:cubicBezTo>
                  <a:cubicBezTo>
                    <a:pt x="1" y="1628"/>
                    <a:pt x="462" y="2120"/>
                    <a:pt x="1045" y="2120"/>
                  </a:cubicBezTo>
                  <a:cubicBezTo>
                    <a:pt x="1628" y="2120"/>
                    <a:pt x="2120" y="1628"/>
                    <a:pt x="2120" y="1045"/>
                  </a:cubicBezTo>
                  <a:cubicBezTo>
                    <a:pt x="2120" y="461"/>
                    <a:pt x="1628" y="1"/>
                    <a:pt x="10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112" name="Google Shape;3112;p65"/>
          <p:cNvCxnSpPr/>
          <p:nvPr/>
        </p:nvCxnSpPr>
        <p:spPr>
          <a:xfrm>
            <a:off x="1949700" y="1844673"/>
            <a:ext cx="0" cy="75000"/>
          </a:xfrm>
          <a:prstGeom prst="straightConnector1">
            <a:avLst/>
          </a:prstGeom>
          <a:noFill/>
          <a:ln w="19050" cap="flat" cmpd="sng">
            <a:solidFill>
              <a:schemeClr val="accent2"/>
            </a:solidFill>
            <a:prstDash val="solid"/>
            <a:round/>
            <a:headEnd type="none" w="med" len="med"/>
            <a:tailEnd type="none" w="med" len="med"/>
          </a:ln>
        </p:spPr>
      </p:cxnSp>
      <p:cxnSp>
        <p:nvCxnSpPr>
          <p:cNvPr id="3113" name="Google Shape;3113;p65"/>
          <p:cNvCxnSpPr>
            <a:stCxn id="3083" idx="4"/>
            <a:endCxn id="3073" idx="0"/>
          </p:cNvCxnSpPr>
          <p:nvPr/>
        </p:nvCxnSpPr>
        <p:spPr>
          <a:xfrm>
            <a:off x="4572000" y="1828598"/>
            <a:ext cx="0" cy="75000"/>
          </a:xfrm>
          <a:prstGeom prst="straightConnector1">
            <a:avLst/>
          </a:prstGeom>
          <a:noFill/>
          <a:ln w="19050" cap="flat" cmpd="sng">
            <a:solidFill>
              <a:schemeClr val="accent2"/>
            </a:solidFill>
            <a:prstDash val="solid"/>
            <a:round/>
            <a:headEnd type="none" w="med" len="med"/>
            <a:tailEnd type="none" w="med" len="med"/>
          </a:ln>
        </p:spPr>
      </p:cxnSp>
      <p:cxnSp>
        <p:nvCxnSpPr>
          <p:cNvPr id="3114" name="Google Shape;3114;p65"/>
          <p:cNvCxnSpPr>
            <a:stCxn id="3075" idx="0"/>
            <a:endCxn id="3084" idx="4"/>
          </p:cNvCxnSpPr>
          <p:nvPr/>
        </p:nvCxnSpPr>
        <p:spPr>
          <a:xfrm rot="10800000">
            <a:off x="7194300" y="1828600"/>
            <a:ext cx="0" cy="75000"/>
          </a:xfrm>
          <a:prstGeom prst="straightConnector1">
            <a:avLst/>
          </a:prstGeom>
          <a:noFill/>
          <a:ln w="19050" cap="flat" cmpd="sng">
            <a:solidFill>
              <a:schemeClr val="accent2"/>
            </a:solidFill>
            <a:prstDash val="solid"/>
            <a:round/>
            <a:headEnd type="none" w="med" len="med"/>
            <a:tailEnd type="none" w="med" len="med"/>
          </a:ln>
        </p:spPr>
      </p:cxnSp>
      <p:cxnSp>
        <p:nvCxnSpPr>
          <p:cNvPr id="3115" name="Google Shape;3115;p65"/>
          <p:cNvCxnSpPr>
            <a:stCxn id="3085" idx="4"/>
            <a:endCxn id="3076" idx="0"/>
          </p:cNvCxnSpPr>
          <p:nvPr/>
        </p:nvCxnSpPr>
        <p:spPr>
          <a:xfrm>
            <a:off x="1949700" y="3620582"/>
            <a:ext cx="0" cy="76200"/>
          </a:xfrm>
          <a:prstGeom prst="straightConnector1">
            <a:avLst/>
          </a:prstGeom>
          <a:noFill/>
          <a:ln w="19050" cap="flat" cmpd="sng">
            <a:solidFill>
              <a:schemeClr val="accent2"/>
            </a:solidFill>
            <a:prstDash val="solid"/>
            <a:round/>
            <a:headEnd type="none" w="med" len="med"/>
            <a:tailEnd type="none" w="med" len="med"/>
          </a:ln>
        </p:spPr>
      </p:cxnSp>
      <p:cxnSp>
        <p:nvCxnSpPr>
          <p:cNvPr id="3116" name="Google Shape;3116;p65"/>
          <p:cNvCxnSpPr>
            <a:stCxn id="3086" idx="4"/>
            <a:endCxn id="3079" idx="0"/>
          </p:cNvCxnSpPr>
          <p:nvPr/>
        </p:nvCxnSpPr>
        <p:spPr>
          <a:xfrm>
            <a:off x="4572000" y="3620582"/>
            <a:ext cx="0" cy="76200"/>
          </a:xfrm>
          <a:prstGeom prst="straightConnector1">
            <a:avLst/>
          </a:prstGeom>
          <a:noFill/>
          <a:ln w="19050" cap="flat" cmpd="sng">
            <a:solidFill>
              <a:schemeClr val="accent2"/>
            </a:solidFill>
            <a:prstDash val="solid"/>
            <a:round/>
            <a:headEnd type="none" w="med" len="med"/>
            <a:tailEnd type="none" w="med" len="med"/>
          </a:ln>
        </p:spPr>
      </p:cxnSp>
      <p:cxnSp>
        <p:nvCxnSpPr>
          <p:cNvPr id="3117" name="Google Shape;3117;p65"/>
          <p:cNvCxnSpPr>
            <a:stCxn id="3087" idx="4"/>
            <a:endCxn id="3081" idx="0"/>
          </p:cNvCxnSpPr>
          <p:nvPr/>
        </p:nvCxnSpPr>
        <p:spPr>
          <a:xfrm>
            <a:off x="7194300" y="3620582"/>
            <a:ext cx="0" cy="76200"/>
          </a:xfrm>
          <a:prstGeom prst="straightConnector1">
            <a:avLst/>
          </a:prstGeom>
          <a:noFill/>
          <a:ln w="19050" cap="flat" cmpd="sng">
            <a:solidFill>
              <a:schemeClr val="accent2"/>
            </a:solidFill>
            <a:prstDash val="solid"/>
            <a:round/>
            <a:headEnd type="none" w="med" len="med"/>
            <a:tailEnd type="none" w="med" len="med"/>
          </a:ln>
        </p:spPr>
      </p:cxnSp>
      <p:grpSp>
        <p:nvGrpSpPr>
          <p:cNvPr id="3118" name="Google Shape;3118;p65"/>
          <p:cNvGrpSpPr/>
          <p:nvPr/>
        </p:nvGrpSpPr>
        <p:grpSpPr>
          <a:xfrm>
            <a:off x="1780074" y="1334027"/>
            <a:ext cx="339253" cy="318042"/>
            <a:chOff x="5049725" y="2635825"/>
            <a:chExt cx="481825" cy="451700"/>
          </a:xfrm>
        </p:grpSpPr>
        <p:sp>
          <p:nvSpPr>
            <p:cNvPr id="3119" name="Google Shape;3119;p65"/>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20" name="Google Shape;3120;p65"/>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21" name="Google Shape;3121;p65"/>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122" name="Google Shape;3122;p65"/>
          <p:cNvGrpSpPr/>
          <p:nvPr/>
        </p:nvGrpSpPr>
        <p:grpSpPr>
          <a:xfrm>
            <a:off x="1780793" y="3115354"/>
            <a:ext cx="339306" cy="339253"/>
            <a:chOff x="2685825" y="840375"/>
            <a:chExt cx="481900" cy="481825"/>
          </a:xfrm>
        </p:grpSpPr>
        <p:sp>
          <p:nvSpPr>
            <p:cNvPr id="3123" name="Google Shape;3123;p65"/>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24" name="Google Shape;3124;p65"/>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125" name="Google Shape;3125;p65"/>
          <p:cNvGrpSpPr/>
          <p:nvPr/>
        </p:nvGrpSpPr>
        <p:grpSpPr>
          <a:xfrm>
            <a:off x="7834922" y="112713"/>
            <a:ext cx="368400" cy="368400"/>
            <a:chOff x="7834922" y="112713"/>
            <a:chExt cx="368400" cy="368400"/>
          </a:xfrm>
        </p:grpSpPr>
        <p:sp>
          <p:nvSpPr>
            <p:cNvPr id="3126" name="Google Shape;3126;p65"/>
            <p:cNvSpPr/>
            <p:nvPr/>
          </p:nvSpPr>
          <p:spPr>
            <a:xfrm>
              <a:off x="7834922" y="112713"/>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7" name="Google Shape;3127;p65"/>
            <p:cNvGrpSpPr/>
            <p:nvPr/>
          </p:nvGrpSpPr>
          <p:grpSpPr>
            <a:xfrm>
              <a:off x="7917242" y="217991"/>
              <a:ext cx="204138" cy="157924"/>
              <a:chOff x="4404638" y="2403088"/>
              <a:chExt cx="339325" cy="262550"/>
            </a:xfrm>
          </p:grpSpPr>
          <p:sp>
            <p:nvSpPr>
              <p:cNvPr id="3128" name="Google Shape;3128;p65"/>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5"/>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5"/>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31" name="Google Shape;3131;p65"/>
          <p:cNvGrpSpPr/>
          <p:nvPr/>
        </p:nvGrpSpPr>
        <p:grpSpPr>
          <a:xfrm>
            <a:off x="8515272" y="1779588"/>
            <a:ext cx="368400" cy="368400"/>
            <a:chOff x="8515272" y="1779588"/>
            <a:chExt cx="368400" cy="368400"/>
          </a:xfrm>
        </p:grpSpPr>
        <p:sp>
          <p:nvSpPr>
            <p:cNvPr id="3132" name="Google Shape;3132;p65"/>
            <p:cNvSpPr/>
            <p:nvPr/>
          </p:nvSpPr>
          <p:spPr>
            <a:xfrm>
              <a:off x="8515272" y="1779588"/>
              <a:ext cx="368400" cy="368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3" name="Google Shape;3133;p65"/>
            <p:cNvGrpSpPr/>
            <p:nvPr/>
          </p:nvGrpSpPr>
          <p:grpSpPr>
            <a:xfrm>
              <a:off x="8627358" y="1847729"/>
              <a:ext cx="144228" cy="232138"/>
              <a:chOff x="6444288" y="2402288"/>
              <a:chExt cx="196550" cy="316350"/>
            </a:xfrm>
          </p:grpSpPr>
          <p:sp>
            <p:nvSpPr>
              <p:cNvPr id="3134" name="Google Shape;3134;p65"/>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5"/>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5"/>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140"/>
        <p:cNvGrpSpPr/>
        <p:nvPr/>
      </p:nvGrpSpPr>
      <p:grpSpPr>
        <a:xfrm>
          <a:off x="0" y="0"/>
          <a:ext cx="0" cy="0"/>
          <a:chOff x="0" y="0"/>
          <a:chExt cx="0" cy="0"/>
        </a:xfrm>
      </p:grpSpPr>
      <p:sp>
        <p:nvSpPr>
          <p:cNvPr id="3141" name="Google Shape;3141;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Aspectos destacados del día</a:t>
            </a:r>
            <a:endParaRPr/>
          </a:p>
        </p:txBody>
      </p:sp>
      <p:graphicFrame>
        <p:nvGraphicFramePr>
          <p:cNvPr id="3142" name="Google Shape;3142;p66"/>
          <p:cNvGraphicFramePr/>
          <p:nvPr/>
        </p:nvGraphicFramePr>
        <p:xfrm>
          <a:off x="1013225" y="1324438"/>
          <a:ext cx="3000000" cy="3000000"/>
        </p:xfrm>
        <a:graphic>
          <a:graphicData uri="http://schemas.openxmlformats.org/drawingml/2006/table">
            <a:tbl>
              <a:tblPr>
                <a:noFill/>
                <a:tableStyleId>{0A962230-4F77-4ABE-9BE0-74B063F37B1E}</a:tableStyleId>
              </a:tblPr>
              <a:tblGrid>
                <a:gridCol w="2861575">
                  <a:extLst>
                    <a:ext uri="{9D8B030D-6E8A-4147-A177-3AD203B41FA5}">
                      <a16:colId xmlns:a16="http://schemas.microsoft.com/office/drawing/2014/main" val="20000"/>
                    </a:ext>
                  </a:extLst>
                </a:gridCol>
                <a:gridCol w="4255975">
                  <a:extLst>
                    <a:ext uri="{9D8B030D-6E8A-4147-A177-3AD203B41FA5}">
                      <a16:colId xmlns:a16="http://schemas.microsoft.com/office/drawing/2014/main" val="20001"/>
                    </a:ext>
                  </a:extLst>
                </a:gridCol>
              </a:tblGrid>
              <a:tr h="594575">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Día Internacional de las Telecomunicaciones</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spcBef>
                          <a:spcPts val="0"/>
                        </a:spcBef>
                        <a:spcAft>
                          <a:spcPts val="0"/>
                        </a:spcAft>
                        <a:buNone/>
                      </a:pPr>
                      <a:r>
                        <a:rPr lang="en" sz="2200" b="1">
                          <a:solidFill>
                            <a:schemeClr val="accent2"/>
                          </a:solidFill>
                          <a:latin typeface="IBM Plex Mono"/>
                          <a:ea typeface="IBM Plex Mono"/>
                          <a:cs typeface="IBM Plex Mono"/>
                          <a:sym typeface="IBM Plex Mono"/>
                        </a:rPr>
                        <a:t>17 de mayo</a:t>
                      </a:r>
                      <a:endParaRPr sz="2200" b="1">
                        <a:solidFill>
                          <a:schemeClr val="accent2"/>
                        </a:solidFill>
                        <a:latin typeface="IBM Plex Mono"/>
                        <a:ea typeface="IBM Plex Mono"/>
                        <a:cs typeface="IBM Plex Mono"/>
                        <a:sym typeface="IBM Plex Mono"/>
                      </a:endParaRPr>
                    </a:p>
                  </a:txBody>
                  <a:tcPr marL="91425" marR="91425" marT="45700" marB="45700"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0"/>
                  </a:ext>
                </a:extLst>
              </a:tr>
              <a:tr h="594575">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Importancia</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Celebrar los avances en tecnologías de comunicación y promover la inclusión digital</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1"/>
                  </a:ext>
                </a:extLst>
              </a:tr>
              <a:tr h="594575">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Historia</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Establecido por la Unión Internacional de Telecomunicaciones (UIT) en 1969</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2"/>
                  </a:ext>
                </a:extLst>
              </a:tr>
              <a:tr h="594575">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Objectivos</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Resaltar el papel crucial de las telecomunicaciones en la sociedad moderna</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3"/>
                  </a:ext>
                </a:extLst>
              </a:tr>
              <a:tr h="594575">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Impacto</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alpha val="0"/>
                        </a:schemeClr>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Resaltar el papel crucial de las telecomunicaciones en la sociedad moderna</a:t>
                      </a:r>
                      <a:endParaRPr>
                        <a:solidFill>
                          <a:schemeClr val="dk1"/>
                        </a:solidFill>
                        <a:latin typeface="Metrophobic"/>
                        <a:ea typeface="Metrophobic"/>
                        <a:cs typeface="Metrophobic"/>
                        <a:sym typeface="Metrophobic"/>
                      </a:endParaRPr>
                    </a:p>
                  </a:txBody>
                  <a:tcPr marL="91425" marR="91425" marT="45700" marB="45700" anchor="ctr">
                    <a:lnL w="19050" cap="flat" cmpd="sng">
                      <a:solidFill>
                        <a:schemeClr val="accent2"/>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3143" name="Google Shape;3143;p66"/>
          <p:cNvGrpSpPr/>
          <p:nvPr/>
        </p:nvGrpSpPr>
        <p:grpSpPr>
          <a:xfrm>
            <a:off x="8515272" y="1779588"/>
            <a:ext cx="368400" cy="368400"/>
            <a:chOff x="8515272" y="1779588"/>
            <a:chExt cx="368400" cy="368400"/>
          </a:xfrm>
        </p:grpSpPr>
        <p:sp>
          <p:nvSpPr>
            <p:cNvPr id="3144" name="Google Shape;3144;p66"/>
            <p:cNvSpPr/>
            <p:nvPr/>
          </p:nvSpPr>
          <p:spPr>
            <a:xfrm>
              <a:off x="8515272" y="1779588"/>
              <a:ext cx="368400" cy="368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45" name="Google Shape;3145;p66"/>
            <p:cNvGrpSpPr/>
            <p:nvPr/>
          </p:nvGrpSpPr>
          <p:grpSpPr>
            <a:xfrm>
              <a:off x="8627358" y="1847729"/>
              <a:ext cx="144228" cy="232138"/>
              <a:chOff x="6444288" y="2402288"/>
              <a:chExt cx="196550" cy="316350"/>
            </a:xfrm>
          </p:grpSpPr>
          <p:sp>
            <p:nvSpPr>
              <p:cNvPr id="3146" name="Google Shape;3146;p66"/>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6"/>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6"/>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152"/>
        <p:cNvGrpSpPr/>
        <p:nvPr/>
      </p:nvGrpSpPr>
      <p:grpSpPr>
        <a:xfrm>
          <a:off x="0" y="0"/>
          <a:ext cx="0" cy="0"/>
          <a:chOff x="0" y="0"/>
          <a:chExt cx="0" cy="0"/>
        </a:xfrm>
      </p:grpSpPr>
      <p:grpSp>
        <p:nvGrpSpPr>
          <p:cNvPr id="3153" name="Google Shape;3153;p67"/>
          <p:cNvGrpSpPr/>
          <p:nvPr/>
        </p:nvGrpSpPr>
        <p:grpSpPr>
          <a:xfrm rot="10800000">
            <a:off x="0" y="1532775"/>
            <a:ext cx="1291225" cy="1202725"/>
            <a:chOff x="6773575" y="2030675"/>
            <a:chExt cx="1291225" cy="1202725"/>
          </a:xfrm>
        </p:grpSpPr>
        <p:sp>
          <p:nvSpPr>
            <p:cNvPr id="3154" name="Google Shape;3154;p67"/>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7"/>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7"/>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7"/>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8" name="Google Shape;3158;p67"/>
          <p:cNvGrpSpPr/>
          <p:nvPr/>
        </p:nvGrpSpPr>
        <p:grpSpPr>
          <a:xfrm flipH="1">
            <a:off x="879405" y="1762711"/>
            <a:ext cx="1230825" cy="515475"/>
            <a:chOff x="3310225" y="3800875"/>
            <a:chExt cx="1230825" cy="515475"/>
          </a:xfrm>
        </p:grpSpPr>
        <p:sp>
          <p:nvSpPr>
            <p:cNvPr id="3159" name="Google Shape;3159;p67"/>
            <p:cNvSpPr/>
            <p:nvPr/>
          </p:nvSpPr>
          <p:spPr>
            <a:xfrm>
              <a:off x="3334175" y="3852425"/>
              <a:ext cx="1206875" cy="441025"/>
            </a:xfrm>
            <a:custGeom>
              <a:avLst/>
              <a:gdLst/>
              <a:ahLst/>
              <a:cxnLst/>
              <a:rect l="l" t="t" r="r" b="b"/>
              <a:pathLst>
                <a:path w="48275" h="17641" fill="none" extrusionOk="0">
                  <a:moveTo>
                    <a:pt x="48275" y="17640"/>
                  </a:moveTo>
                  <a:lnTo>
                    <a:pt x="2604" y="17640"/>
                  </a:lnTo>
                  <a:cubicBezTo>
                    <a:pt x="1167" y="17640"/>
                    <a:pt x="1" y="16474"/>
                    <a:pt x="1" y="15037"/>
                  </a:cubicBezTo>
                  <a:lnTo>
                    <a:pt x="1" y="1"/>
                  </a:lnTo>
                </a:path>
              </a:pathLst>
            </a:custGeom>
            <a:solidFill>
              <a:schemeClr val="accent2"/>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7"/>
            <p:cNvSpPr/>
            <p:nvPr/>
          </p:nvSpPr>
          <p:spPr>
            <a:xfrm>
              <a:off x="3856900" y="4270500"/>
              <a:ext cx="107275" cy="45850"/>
            </a:xfrm>
            <a:custGeom>
              <a:avLst/>
              <a:gdLst/>
              <a:ahLst/>
              <a:cxnLst/>
              <a:rect l="l" t="t" r="r" b="b"/>
              <a:pathLst>
                <a:path w="4291" h="1834" extrusionOk="0">
                  <a:moveTo>
                    <a:pt x="417" y="1"/>
                  </a:moveTo>
                  <a:cubicBezTo>
                    <a:pt x="188" y="1"/>
                    <a:pt x="1" y="167"/>
                    <a:pt x="22" y="396"/>
                  </a:cubicBezTo>
                  <a:lnTo>
                    <a:pt x="22" y="1438"/>
                  </a:lnTo>
                  <a:cubicBezTo>
                    <a:pt x="22" y="1646"/>
                    <a:pt x="188" y="1833"/>
                    <a:pt x="417" y="1833"/>
                  </a:cubicBezTo>
                  <a:lnTo>
                    <a:pt x="3895" y="1833"/>
                  </a:lnTo>
                  <a:cubicBezTo>
                    <a:pt x="4103" y="1833"/>
                    <a:pt x="4291" y="1646"/>
                    <a:pt x="4291" y="1438"/>
                  </a:cubicBezTo>
                  <a:lnTo>
                    <a:pt x="4291" y="396"/>
                  </a:lnTo>
                  <a:cubicBezTo>
                    <a:pt x="4291" y="167"/>
                    <a:pt x="4103" y="1"/>
                    <a:pt x="389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7"/>
            <p:cNvSpPr/>
            <p:nvPr/>
          </p:nvSpPr>
          <p:spPr>
            <a:xfrm>
              <a:off x="3310225" y="3800875"/>
              <a:ext cx="48450" cy="48450"/>
            </a:xfrm>
            <a:custGeom>
              <a:avLst/>
              <a:gdLst/>
              <a:ahLst/>
              <a:cxnLst/>
              <a:rect l="l" t="t" r="r" b="b"/>
              <a:pathLst>
                <a:path w="1938" h="1938" fill="none" extrusionOk="0">
                  <a:moveTo>
                    <a:pt x="1937" y="980"/>
                  </a:moveTo>
                  <a:cubicBezTo>
                    <a:pt x="1937" y="1521"/>
                    <a:pt x="1500" y="1938"/>
                    <a:pt x="959" y="1938"/>
                  </a:cubicBezTo>
                  <a:cubicBezTo>
                    <a:pt x="417" y="1938"/>
                    <a:pt x="1" y="1521"/>
                    <a:pt x="1" y="980"/>
                  </a:cubicBezTo>
                  <a:cubicBezTo>
                    <a:pt x="1" y="438"/>
                    <a:pt x="417" y="1"/>
                    <a:pt x="959" y="1"/>
                  </a:cubicBezTo>
                  <a:cubicBezTo>
                    <a:pt x="1500" y="1"/>
                    <a:pt x="1937" y="438"/>
                    <a:pt x="1937" y="980"/>
                  </a:cubicBezTo>
                  <a:close/>
                </a:path>
              </a:pathLst>
            </a:custGeom>
            <a:solidFill>
              <a:schemeClr val="accent2"/>
            </a:solid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2" name="Google Shape;3162;p67"/>
          <p:cNvSpPr txBox="1">
            <a:spLocks noGrp="1"/>
          </p:cNvSpPr>
          <p:nvPr>
            <p:ph type="title"/>
          </p:nvPr>
        </p:nvSpPr>
        <p:spPr>
          <a:xfrm>
            <a:off x="4598275" y="1729900"/>
            <a:ext cx="3832500" cy="1602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Nombre de la sección</a:t>
            </a:r>
            <a:endParaRPr/>
          </a:p>
        </p:txBody>
      </p:sp>
      <p:sp>
        <p:nvSpPr>
          <p:cNvPr id="3163" name="Google Shape;3163;p67"/>
          <p:cNvSpPr txBox="1">
            <a:spLocks noGrp="1"/>
          </p:cNvSpPr>
          <p:nvPr>
            <p:ph type="title" idx="2"/>
          </p:nvPr>
        </p:nvSpPr>
        <p:spPr>
          <a:xfrm>
            <a:off x="6884275" y="961450"/>
            <a:ext cx="1546500" cy="1006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03</a:t>
            </a:r>
            <a:endParaRPr/>
          </a:p>
        </p:txBody>
      </p:sp>
      <p:sp>
        <p:nvSpPr>
          <p:cNvPr id="3164" name="Google Shape;3164;p67"/>
          <p:cNvSpPr txBox="1">
            <a:spLocks noGrp="1"/>
          </p:cNvSpPr>
          <p:nvPr>
            <p:ph type="subTitle" idx="1"/>
          </p:nvPr>
        </p:nvSpPr>
        <p:spPr>
          <a:xfrm>
            <a:off x="4598275" y="3395725"/>
            <a:ext cx="3832500" cy="676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Describe en qué consiste esta sección si lo necesitas</a:t>
            </a:r>
            <a:endParaRPr/>
          </a:p>
        </p:txBody>
      </p:sp>
      <p:grpSp>
        <p:nvGrpSpPr>
          <p:cNvPr id="3165" name="Google Shape;3165;p67"/>
          <p:cNvGrpSpPr/>
          <p:nvPr/>
        </p:nvGrpSpPr>
        <p:grpSpPr>
          <a:xfrm rot="10800000">
            <a:off x="0" y="594575"/>
            <a:ext cx="504025" cy="1226150"/>
            <a:chOff x="7560775" y="2945450"/>
            <a:chExt cx="504025" cy="1226150"/>
          </a:xfrm>
        </p:grpSpPr>
        <p:sp>
          <p:nvSpPr>
            <p:cNvPr id="3166" name="Google Shape;3166;p67"/>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7"/>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7"/>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7"/>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7"/>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67"/>
          <p:cNvGrpSpPr/>
          <p:nvPr/>
        </p:nvGrpSpPr>
        <p:grpSpPr>
          <a:xfrm rot="10800000">
            <a:off x="1926925" y="931425"/>
            <a:ext cx="1001750" cy="400925"/>
            <a:chOff x="5136125" y="3433825"/>
            <a:chExt cx="1001750" cy="400925"/>
          </a:xfrm>
        </p:grpSpPr>
        <p:sp>
          <p:nvSpPr>
            <p:cNvPr id="3172" name="Google Shape;3172;p67"/>
            <p:cNvSpPr/>
            <p:nvPr/>
          </p:nvSpPr>
          <p:spPr>
            <a:xfrm>
              <a:off x="5162175" y="3485900"/>
              <a:ext cx="949675" cy="315000"/>
            </a:xfrm>
            <a:custGeom>
              <a:avLst/>
              <a:gdLst/>
              <a:ahLst/>
              <a:cxnLst/>
              <a:rect l="l" t="t" r="r" b="b"/>
              <a:pathLst>
                <a:path w="37987" h="12600" fill="none" extrusionOk="0">
                  <a:moveTo>
                    <a:pt x="37987" y="0"/>
                  </a:moveTo>
                  <a:lnTo>
                    <a:pt x="37987" y="9476"/>
                  </a:lnTo>
                  <a:cubicBezTo>
                    <a:pt x="37987" y="11204"/>
                    <a:pt x="36591" y="12600"/>
                    <a:pt x="34863" y="12600"/>
                  </a:cubicBezTo>
                  <a:lnTo>
                    <a:pt x="0" y="1260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7"/>
            <p:cNvSpPr/>
            <p:nvPr/>
          </p:nvSpPr>
          <p:spPr>
            <a:xfrm>
              <a:off x="6086325" y="3433825"/>
              <a:ext cx="51550" cy="52100"/>
            </a:xfrm>
            <a:custGeom>
              <a:avLst/>
              <a:gdLst/>
              <a:ahLst/>
              <a:cxnLst/>
              <a:rect l="l" t="t" r="r" b="b"/>
              <a:pathLst>
                <a:path w="2062" h="2084" fill="none" extrusionOk="0">
                  <a:moveTo>
                    <a:pt x="2062" y="1042"/>
                  </a:moveTo>
                  <a:cubicBezTo>
                    <a:pt x="2062" y="1625"/>
                    <a:pt x="1604" y="2083"/>
                    <a:pt x="1021" y="2083"/>
                  </a:cubicBezTo>
                  <a:cubicBezTo>
                    <a:pt x="458" y="2083"/>
                    <a:pt x="0" y="1625"/>
                    <a:pt x="0" y="1042"/>
                  </a:cubicBezTo>
                  <a:cubicBezTo>
                    <a:pt x="0" y="480"/>
                    <a:pt x="458" y="1"/>
                    <a:pt x="1021" y="1"/>
                  </a:cubicBezTo>
                  <a:cubicBezTo>
                    <a:pt x="1604" y="1"/>
                    <a:pt x="2062" y="480"/>
                    <a:pt x="2062" y="1042"/>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7"/>
            <p:cNvSpPr/>
            <p:nvPr/>
          </p:nvSpPr>
          <p:spPr>
            <a:xfrm>
              <a:off x="5136125" y="3775375"/>
              <a:ext cx="52100" cy="51575"/>
            </a:xfrm>
            <a:custGeom>
              <a:avLst/>
              <a:gdLst/>
              <a:ahLst/>
              <a:cxnLst/>
              <a:rect l="l" t="t" r="r" b="b"/>
              <a:pathLst>
                <a:path w="2084" h="2063" extrusionOk="0">
                  <a:moveTo>
                    <a:pt x="1042" y="0"/>
                  </a:moveTo>
                  <a:cubicBezTo>
                    <a:pt x="480" y="0"/>
                    <a:pt x="1" y="458"/>
                    <a:pt x="1" y="1021"/>
                  </a:cubicBezTo>
                  <a:cubicBezTo>
                    <a:pt x="1" y="1604"/>
                    <a:pt x="480" y="2062"/>
                    <a:pt x="1042" y="2062"/>
                  </a:cubicBezTo>
                  <a:cubicBezTo>
                    <a:pt x="1604" y="2062"/>
                    <a:pt x="2083" y="1604"/>
                    <a:pt x="2083" y="1021"/>
                  </a:cubicBezTo>
                  <a:cubicBezTo>
                    <a:pt x="2083" y="458"/>
                    <a:pt x="1604" y="0"/>
                    <a:pt x="10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7"/>
            <p:cNvSpPr/>
            <p:nvPr/>
          </p:nvSpPr>
          <p:spPr>
            <a:xfrm>
              <a:off x="5907725" y="3767050"/>
              <a:ext cx="67725" cy="67700"/>
            </a:xfrm>
            <a:custGeom>
              <a:avLst/>
              <a:gdLst/>
              <a:ahLst/>
              <a:cxnLst/>
              <a:rect l="l" t="t" r="r" b="b"/>
              <a:pathLst>
                <a:path w="2709" h="2708" extrusionOk="0">
                  <a:moveTo>
                    <a:pt x="1355" y="0"/>
                  </a:moveTo>
                  <a:cubicBezTo>
                    <a:pt x="626" y="0"/>
                    <a:pt x="1" y="604"/>
                    <a:pt x="1" y="1354"/>
                  </a:cubicBezTo>
                  <a:cubicBezTo>
                    <a:pt x="1" y="2104"/>
                    <a:pt x="626" y="2707"/>
                    <a:pt x="1355" y="2707"/>
                  </a:cubicBezTo>
                  <a:cubicBezTo>
                    <a:pt x="2104" y="2707"/>
                    <a:pt x="2708" y="2104"/>
                    <a:pt x="2708" y="1354"/>
                  </a:cubicBezTo>
                  <a:cubicBezTo>
                    <a:pt x="2708" y="604"/>
                    <a:pt x="2104" y="0"/>
                    <a:pt x="1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67"/>
          <p:cNvGrpSpPr/>
          <p:nvPr/>
        </p:nvGrpSpPr>
        <p:grpSpPr>
          <a:xfrm rot="10800000">
            <a:off x="560225" y="813750"/>
            <a:ext cx="1336525" cy="456650"/>
            <a:chOff x="6168050" y="3495775"/>
            <a:chExt cx="1336525" cy="456650"/>
          </a:xfrm>
        </p:grpSpPr>
        <p:sp>
          <p:nvSpPr>
            <p:cNvPr id="3177" name="Google Shape;3177;p67"/>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7"/>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7"/>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7"/>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1" name="Google Shape;3181;p67"/>
          <p:cNvGrpSpPr/>
          <p:nvPr/>
        </p:nvGrpSpPr>
        <p:grpSpPr>
          <a:xfrm rot="10800000">
            <a:off x="2419975" y="2075"/>
            <a:ext cx="615425" cy="838775"/>
            <a:chOff x="5029400" y="3925325"/>
            <a:chExt cx="615425" cy="838775"/>
          </a:xfrm>
        </p:grpSpPr>
        <p:sp>
          <p:nvSpPr>
            <p:cNvPr id="3182" name="Google Shape;3182;p67"/>
            <p:cNvSpPr/>
            <p:nvPr/>
          </p:nvSpPr>
          <p:spPr>
            <a:xfrm>
              <a:off x="5048150" y="4412125"/>
              <a:ext cx="567000" cy="141125"/>
            </a:xfrm>
            <a:custGeom>
              <a:avLst/>
              <a:gdLst/>
              <a:ahLst/>
              <a:cxnLst/>
              <a:rect l="l" t="t" r="r" b="b"/>
              <a:pathLst>
                <a:path w="22680" h="5645" fill="none" extrusionOk="0">
                  <a:moveTo>
                    <a:pt x="22680" y="5644"/>
                  </a:moveTo>
                  <a:lnTo>
                    <a:pt x="3124" y="5644"/>
                  </a:lnTo>
                  <a:cubicBezTo>
                    <a:pt x="1396" y="5644"/>
                    <a:pt x="0" y="4374"/>
                    <a:pt x="0" y="2812"/>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7"/>
            <p:cNvSpPr/>
            <p:nvPr/>
          </p:nvSpPr>
          <p:spPr>
            <a:xfrm>
              <a:off x="5496425" y="3925325"/>
              <a:ext cx="124450" cy="838775"/>
            </a:xfrm>
            <a:custGeom>
              <a:avLst/>
              <a:gdLst/>
              <a:ahLst/>
              <a:cxnLst/>
              <a:rect l="l" t="t" r="r" b="b"/>
              <a:pathLst>
                <a:path w="4978" h="33551" fill="none" extrusionOk="0">
                  <a:moveTo>
                    <a:pt x="4978" y="33551"/>
                  </a:moveTo>
                  <a:lnTo>
                    <a:pt x="4978" y="21659"/>
                  </a:lnTo>
                  <a:cubicBezTo>
                    <a:pt x="4978" y="19931"/>
                    <a:pt x="3853" y="18535"/>
                    <a:pt x="2479" y="18535"/>
                  </a:cubicBezTo>
                  <a:cubicBezTo>
                    <a:pt x="1104" y="18535"/>
                    <a:pt x="0" y="17119"/>
                    <a:pt x="0" y="15411"/>
                  </a:cubicBezTo>
                  <a:lnTo>
                    <a:pt x="0"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7"/>
            <p:cNvSpPr/>
            <p:nvPr/>
          </p:nvSpPr>
          <p:spPr>
            <a:xfrm>
              <a:off x="5596375" y="4527175"/>
              <a:ext cx="48450" cy="48450"/>
            </a:xfrm>
            <a:custGeom>
              <a:avLst/>
              <a:gdLst/>
              <a:ahLst/>
              <a:cxnLst/>
              <a:rect l="l" t="t" r="r" b="b"/>
              <a:pathLst>
                <a:path w="1938" h="1938" extrusionOk="0">
                  <a:moveTo>
                    <a:pt x="980" y="1"/>
                  </a:moveTo>
                  <a:cubicBezTo>
                    <a:pt x="438" y="1"/>
                    <a:pt x="1" y="438"/>
                    <a:pt x="1" y="980"/>
                  </a:cubicBezTo>
                  <a:cubicBezTo>
                    <a:pt x="1" y="1500"/>
                    <a:pt x="438" y="1938"/>
                    <a:pt x="980" y="1938"/>
                  </a:cubicBezTo>
                  <a:cubicBezTo>
                    <a:pt x="1500" y="1938"/>
                    <a:pt x="1938" y="1500"/>
                    <a:pt x="1938" y="980"/>
                  </a:cubicBezTo>
                  <a:cubicBezTo>
                    <a:pt x="1938" y="438"/>
                    <a:pt x="1500" y="1"/>
                    <a:pt x="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7"/>
            <p:cNvSpPr/>
            <p:nvPr/>
          </p:nvSpPr>
          <p:spPr>
            <a:xfrm>
              <a:off x="5029400" y="4363421"/>
              <a:ext cx="48450" cy="48425"/>
            </a:xfrm>
            <a:custGeom>
              <a:avLst/>
              <a:gdLst/>
              <a:ahLst/>
              <a:cxnLst/>
              <a:rect l="l" t="t" r="r" b="b"/>
              <a:pathLst>
                <a:path w="1938" h="1937" fill="none" extrusionOk="0">
                  <a:moveTo>
                    <a:pt x="1937" y="979"/>
                  </a:moveTo>
                  <a:cubicBezTo>
                    <a:pt x="1937" y="1500"/>
                    <a:pt x="1500" y="1937"/>
                    <a:pt x="979" y="1937"/>
                  </a:cubicBezTo>
                  <a:cubicBezTo>
                    <a:pt x="438" y="1937"/>
                    <a:pt x="1" y="1500"/>
                    <a:pt x="1" y="979"/>
                  </a:cubicBezTo>
                  <a:cubicBezTo>
                    <a:pt x="1" y="437"/>
                    <a:pt x="438" y="0"/>
                    <a:pt x="979" y="0"/>
                  </a:cubicBezTo>
                  <a:cubicBezTo>
                    <a:pt x="1500" y="0"/>
                    <a:pt x="1937" y="437"/>
                    <a:pt x="1937" y="979"/>
                  </a:cubicBezTo>
                  <a:close/>
                </a:path>
              </a:pathLst>
            </a:custGeom>
            <a:no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67"/>
          <p:cNvGrpSpPr/>
          <p:nvPr/>
        </p:nvGrpSpPr>
        <p:grpSpPr>
          <a:xfrm rot="10800000">
            <a:off x="1867050" y="0"/>
            <a:ext cx="1199075" cy="1453650"/>
            <a:chOff x="4998675" y="3312525"/>
            <a:chExt cx="1199075" cy="1453650"/>
          </a:xfrm>
        </p:grpSpPr>
        <p:sp>
          <p:nvSpPr>
            <p:cNvPr id="3187" name="Google Shape;3187;p67"/>
            <p:cNvSpPr/>
            <p:nvPr/>
          </p:nvSpPr>
          <p:spPr>
            <a:xfrm>
              <a:off x="5017425" y="3346875"/>
              <a:ext cx="1150650" cy="1419300"/>
            </a:xfrm>
            <a:custGeom>
              <a:avLst/>
              <a:gdLst/>
              <a:ahLst/>
              <a:cxnLst/>
              <a:rect l="l" t="t" r="r" b="b"/>
              <a:pathLst>
                <a:path w="46026" h="56772" fill="none" extrusionOk="0">
                  <a:moveTo>
                    <a:pt x="46026" y="56772"/>
                  </a:moveTo>
                  <a:lnTo>
                    <a:pt x="46026" y="13038"/>
                  </a:lnTo>
                  <a:cubicBezTo>
                    <a:pt x="46026" y="11309"/>
                    <a:pt x="44630" y="9914"/>
                    <a:pt x="42902" y="9914"/>
                  </a:cubicBezTo>
                  <a:lnTo>
                    <a:pt x="3124" y="9914"/>
                  </a:lnTo>
                  <a:cubicBezTo>
                    <a:pt x="1396" y="9914"/>
                    <a:pt x="1" y="8518"/>
                    <a:pt x="1" y="6790"/>
                  </a:cubicBezTo>
                  <a:lnTo>
                    <a:pt x="1"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7"/>
            <p:cNvSpPr/>
            <p:nvPr/>
          </p:nvSpPr>
          <p:spPr>
            <a:xfrm>
              <a:off x="4998675" y="3312525"/>
              <a:ext cx="37525" cy="37500"/>
            </a:xfrm>
            <a:custGeom>
              <a:avLst/>
              <a:gdLst/>
              <a:ahLst/>
              <a:cxnLst/>
              <a:rect l="l" t="t" r="r" b="b"/>
              <a:pathLst>
                <a:path w="1501" h="1500" extrusionOk="0">
                  <a:moveTo>
                    <a:pt x="751" y="0"/>
                  </a:moveTo>
                  <a:cubicBezTo>
                    <a:pt x="334" y="0"/>
                    <a:pt x="1" y="333"/>
                    <a:pt x="1" y="750"/>
                  </a:cubicBezTo>
                  <a:cubicBezTo>
                    <a:pt x="1" y="1166"/>
                    <a:pt x="334" y="1500"/>
                    <a:pt x="751" y="1500"/>
                  </a:cubicBezTo>
                  <a:cubicBezTo>
                    <a:pt x="1167" y="1500"/>
                    <a:pt x="1500" y="1166"/>
                    <a:pt x="1500" y="750"/>
                  </a:cubicBezTo>
                  <a:cubicBezTo>
                    <a:pt x="1500" y="333"/>
                    <a:pt x="1167" y="0"/>
                    <a:pt x="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7"/>
            <p:cNvSpPr/>
            <p:nvPr/>
          </p:nvSpPr>
          <p:spPr>
            <a:xfrm>
              <a:off x="6138375" y="3889400"/>
              <a:ext cx="59375" cy="59375"/>
            </a:xfrm>
            <a:custGeom>
              <a:avLst/>
              <a:gdLst/>
              <a:ahLst/>
              <a:cxnLst/>
              <a:rect l="l" t="t" r="r" b="b"/>
              <a:pathLst>
                <a:path w="2375" h="2375" extrusionOk="0">
                  <a:moveTo>
                    <a:pt x="1188" y="0"/>
                  </a:moveTo>
                  <a:cubicBezTo>
                    <a:pt x="521" y="0"/>
                    <a:pt x="1" y="542"/>
                    <a:pt x="1" y="1187"/>
                  </a:cubicBezTo>
                  <a:cubicBezTo>
                    <a:pt x="1" y="1854"/>
                    <a:pt x="521" y="2374"/>
                    <a:pt x="1188" y="2374"/>
                  </a:cubicBezTo>
                  <a:cubicBezTo>
                    <a:pt x="1833" y="2374"/>
                    <a:pt x="2375" y="1854"/>
                    <a:pt x="2375" y="1187"/>
                  </a:cubicBezTo>
                  <a:cubicBezTo>
                    <a:pt x="2375" y="542"/>
                    <a:pt x="1833" y="0"/>
                    <a:pt x="1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0" name="Google Shape;3190;p67"/>
          <p:cNvGrpSpPr/>
          <p:nvPr/>
        </p:nvGrpSpPr>
        <p:grpSpPr>
          <a:xfrm rot="10800000">
            <a:off x="2072700" y="1152700"/>
            <a:ext cx="636250" cy="487350"/>
            <a:chOff x="5355850" y="3126125"/>
            <a:chExt cx="636250" cy="487350"/>
          </a:xfrm>
        </p:grpSpPr>
        <p:sp>
          <p:nvSpPr>
            <p:cNvPr id="3191" name="Google Shape;3191;p67"/>
            <p:cNvSpPr/>
            <p:nvPr/>
          </p:nvSpPr>
          <p:spPr>
            <a:xfrm>
              <a:off x="5406350" y="3151625"/>
              <a:ext cx="535775" cy="236400"/>
            </a:xfrm>
            <a:custGeom>
              <a:avLst/>
              <a:gdLst/>
              <a:ahLst/>
              <a:cxnLst/>
              <a:rect l="l" t="t" r="r" b="b"/>
              <a:pathLst>
                <a:path w="21431" h="9456" fill="none" extrusionOk="0">
                  <a:moveTo>
                    <a:pt x="15412" y="1"/>
                  </a:moveTo>
                  <a:lnTo>
                    <a:pt x="3124" y="1"/>
                  </a:lnTo>
                  <a:cubicBezTo>
                    <a:pt x="1396" y="1"/>
                    <a:pt x="1" y="1396"/>
                    <a:pt x="1" y="3125"/>
                  </a:cubicBezTo>
                  <a:lnTo>
                    <a:pt x="1" y="6332"/>
                  </a:lnTo>
                  <a:cubicBezTo>
                    <a:pt x="1" y="8061"/>
                    <a:pt x="1396" y="9456"/>
                    <a:pt x="3124" y="9456"/>
                  </a:cubicBezTo>
                  <a:lnTo>
                    <a:pt x="21430" y="945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7"/>
            <p:cNvSpPr/>
            <p:nvPr/>
          </p:nvSpPr>
          <p:spPr>
            <a:xfrm>
              <a:off x="5406350" y="3312525"/>
              <a:ext cx="25" cy="282200"/>
            </a:xfrm>
            <a:custGeom>
              <a:avLst/>
              <a:gdLst/>
              <a:ahLst/>
              <a:cxnLst/>
              <a:rect l="l" t="t" r="r" b="b"/>
              <a:pathLst>
                <a:path w="1" h="11288" fill="none" extrusionOk="0">
                  <a:moveTo>
                    <a:pt x="1" y="11288"/>
                  </a:moveTo>
                  <a:lnTo>
                    <a:pt x="1" y="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7"/>
            <p:cNvSpPr/>
            <p:nvPr/>
          </p:nvSpPr>
          <p:spPr>
            <a:xfrm>
              <a:off x="5791625" y="3126125"/>
              <a:ext cx="50525" cy="50525"/>
            </a:xfrm>
            <a:custGeom>
              <a:avLst/>
              <a:gdLst/>
              <a:ahLst/>
              <a:cxnLst/>
              <a:rect l="l" t="t" r="r" b="b"/>
              <a:pathLst>
                <a:path w="2021" h="2021" fill="none" extrusionOk="0">
                  <a:moveTo>
                    <a:pt x="2021" y="1021"/>
                  </a:moveTo>
                  <a:cubicBezTo>
                    <a:pt x="2021" y="1562"/>
                    <a:pt x="1563" y="2021"/>
                    <a:pt x="1000" y="2021"/>
                  </a:cubicBezTo>
                  <a:cubicBezTo>
                    <a:pt x="459" y="2021"/>
                    <a:pt x="1" y="1562"/>
                    <a:pt x="1" y="1021"/>
                  </a:cubicBezTo>
                  <a:cubicBezTo>
                    <a:pt x="1" y="459"/>
                    <a:pt x="459" y="0"/>
                    <a:pt x="1000"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7"/>
            <p:cNvSpPr/>
            <p:nvPr/>
          </p:nvSpPr>
          <p:spPr>
            <a:xfrm>
              <a:off x="5355850" y="3296375"/>
              <a:ext cx="101025" cy="101025"/>
            </a:xfrm>
            <a:custGeom>
              <a:avLst/>
              <a:gdLst/>
              <a:ahLst/>
              <a:cxnLst/>
              <a:rect l="l" t="t" r="r" b="b"/>
              <a:pathLst>
                <a:path w="4041" h="4041" extrusionOk="0">
                  <a:moveTo>
                    <a:pt x="2021" y="1"/>
                  </a:moveTo>
                  <a:cubicBezTo>
                    <a:pt x="896" y="1"/>
                    <a:pt x="0" y="896"/>
                    <a:pt x="0" y="2021"/>
                  </a:cubicBezTo>
                  <a:cubicBezTo>
                    <a:pt x="0" y="3145"/>
                    <a:pt x="896" y="4041"/>
                    <a:pt x="2021" y="4041"/>
                  </a:cubicBezTo>
                  <a:cubicBezTo>
                    <a:pt x="3145" y="4041"/>
                    <a:pt x="4041" y="3145"/>
                    <a:pt x="4041" y="2021"/>
                  </a:cubicBezTo>
                  <a:cubicBezTo>
                    <a:pt x="4041" y="896"/>
                    <a:pt x="3145" y="1"/>
                    <a:pt x="20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7"/>
            <p:cNvSpPr/>
            <p:nvPr/>
          </p:nvSpPr>
          <p:spPr>
            <a:xfrm>
              <a:off x="5942100" y="3362500"/>
              <a:ext cx="50000" cy="50525"/>
            </a:xfrm>
            <a:custGeom>
              <a:avLst/>
              <a:gdLst/>
              <a:ahLst/>
              <a:cxnLst/>
              <a:rect l="l" t="t" r="r" b="b"/>
              <a:pathLst>
                <a:path w="2000" h="2021" fill="none" extrusionOk="0">
                  <a:moveTo>
                    <a:pt x="2000" y="1021"/>
                  </a:moveTo>
                  <a:cubicBezTo>
                    <a:pt x="2000" y="1562"/>
                    <a:pt x="1562" y="2021"/>
                    <a:pt x="1000" y="2021"/>
                  </a:cubicBezTo>
                  <a:cubicBezTo>
                    <a:pt x="438" y="2021"/>
                    <a:pt x="0" y="1562"/>
                    <a:pt x="0" y="1021"/>
                  </a:cubicBezTo>
                  <a:cubicBezTo>
                    <a:pt x="0" y="459"/>
                    <a:pt x="438" y="0"/>
                    <a:pt x="1000" y="0"/>
                  </a:cubicBezTo>
                  <a:cubicBezTo>
                    <a:pt x="1562" y="0"/>
                    <a:pt x="2000" y="459"/>
                    <a:pt x="200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7"/>
            <p:cNvSpPr/>
            <p:nvPr/>
          </p:nvSpPr>
          <p:spPr>
            <a:xfrm>
              <a:off x="5387600" y="3575975"/>
              <a:ext cx="37525" cy="37500"/>
            </a:xfrm>
            <a:custGeom>
              <a:avLst/>
              <a:gdLst/>
              <a:ahLst/>
              <a:cxnLst/>
              <a:rect l="l" t="t" r="r" b="b"/>
              <a:pathLst>
                <a:path w="1501" h="1500" extrusionOk="0">
                  <a:moveTo>
                    <a:pt x="751" y="0"/>
                  </a:moveTo>
                  <a:cubicBezTo>
                    <a:pt x="334" y="0"/>
                    <a:pt x="1" y="333"/>
                    <a:pt x="1" y="750"/>
                  </a:cubicBezTo>
                  <a:cubicBezTo>
                    <a:pt x="1" y="1166"/>
                    <a:pt x="334" y="1499"/>
                    <a:pt x="751" y="1499"/>
                  </a:cubicBezTo>
                  <a:cubicBezTo>
                    <a:pt x="1167" y="1499"/>
                    <a:pt x="1500" y="1166"/>
                    <a:pt x="1500" y="750"/>
                  </a:cubicBezTo>
                  <a:cubicBezTo>
                    <a:pt x="1500" y="333"/>
                    <a:pt x="1167" y="0"/>
                    <a:pt x="751" y="0"/>
                  </a:cubicBezTo>
                  <a:close/>
                </a:path>
              </a:pathLst>
            </a:custGeom>
            <a:solidFill>
              <a:srgbClr val="FFFFFF"/>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7" name="Google Shape;3197;p67"/>
          <p:cNvSpPr/>
          <p:nvPr/>
        </p:nvSpPr>
        <p:spPr>
          <a:xfrm rot="10800000">
            <a:off x="2215350" y="951200"/>
            <a:ext cx="65625" cy="28150"/>
          </a:xfrm>
          <a:custGeom>
            <a:avLst/>
            <a:gdLst/>
            <a:ahLst/>
            <a:cxnLst/>
            <a:rect l="l" t="t" r="r" b="b"/>
            <a:pathLst>
              <a:path w="2625" h="1126" extrusionOk="0">
                <a:moveTo>
                  <a:pt x="250" y="0"/>
                </a:moveTo>
                <a:cubicBezTo>
                  <a:pt x="104" y="0"/>
                  <a:pt x="0" y="105"/>
                  <a:pt x="0" y="250"/>
                </a:cubicBezTo>
                <a:lnTo>
                  <a:pt x="0" y="896"/>
                </a:lnTo>
                <a:cubicBezTo>
                  <a:pt x="0" y="1021"/>
                  <a:pt x="104" y="1125"/>
                  <a:pt x="250" y="1125"/>
                </a:cubicBezTo>
                <a:lnTo>
                  <a:pt x="2395" y="1125"/>
                </a:lnTo>
                <a:cubicBezTo>
                  <a:pt x="2520" y="1125"/>
                  <a:pt x="2624" y="1021"/>
                  <a:pt x="2624" y="896"/>
                </a:cubicBezTo>
                <a:lnTo>
                  <a:pt x="2624" y="250"/>
                </a:lnTo>
                <a:cubicBezTo>
                  <a:pt x="2624" y="105"/>
                  <a:pt x="2520" y="0"/>
                  <a:pt x="2395" y="0"/>
                </a:cubicBezTo>
                <a:close/>
              </a:path>
            </a:pathLst>
          </a:custGeom>
          <a:solidFill>
            <a:srgbClr val="ABC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8" name="Google Shape;3198;p67"/>
          <p:cNvGrpSpPr/>
          <p:nvPr/>
        </p:nvGrpSpPr>
        <p:grpSpPr>
          <a:xfrm rot="10800000">
            <a:off x="1503100" y="500"/>
            <a:ext cx="1034550" cy="1077775"/>
            <a:chOff x="5527150" y="3687900"/>
            <a:chExt cx="1034550" cy="1077775"/>
          </a:xfrm>
        </p:grpSpPr>
        <p:sp>
          <p:nvSpPr>
            <p:cNvPr id="3199" name="Google Shape;3199;p67"/>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7"/>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7"/>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7"/>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7"/>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7"/>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67"/>
          <p:cNvGrpSpPr/>
          <p:nvPr/>
        </p:nvGrpSpPr>
        <p:grpSpPr>
          <a:xfrm rot="10800000">
            <a:off x="2223675" y="2075"/>
            <a:ext cx="1300100" cy="889800"/>
            <a:chOff x="4541025" y="3874300"/>
            <a:chExt cx="1300100" cy="889800"/>
          </a:xfrm>
        </p:grpSpPr>
        <p:sp>
          <p:nvSpPr>
            <p:cNvPr id="3206" name="Google Shape;3206;p67"/>
            <p:cNvSpPr/>
            <p:nvPr/>
          </p:nvSpPr>
          <p:spPr>
            <a:xfrm>
              <a:off x="4592575" y="4337675"/>
              <a:ext cx="25" cy="426425"/>
            </a:xfrm>
            <a:custGeom>
              <a:avLst/>
              <a:gdLst/>
              <a:ahLst/>
              <a:cxnLst/>
              <a:rect l="l" t="t" r="r" b="b"/>
              <a:pathLst>
                <a:path w="1" h="17057" fill="none" extrusionOk="0">
                  <a:moveTo>
                    <a:pt x="1" y="0"/>
                  </a:moveTo>
                  <a:lnTo>
                    <a:pt x="1" y="17057"/>
                  </a:lnTo>
                </a:path>
              </a:pathLst>
            </a:custGeom>
            <a:noFill/>
            <a:ln w="14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7"/>
            <p:cNvSpPr/>
            <p:nvPr/>
          </p:nvSpPr>
          <p:spPr>
            <a:xfrm>
              <a:off x="4586850" y="3898250"/>
              <a:ext cx="1230825" cy="349375"/>
            </a:xfrm>
            <a:custGeom>
              <a:avLst/>
              <a:gdLst/>
              <a:ahLst/>
              <a:cxnLst/>
              <a:rect l="l" t="t" r="r" b="b"/>
              <a:pathLst>
                <a:path w="49233" h="13975" fill="none" extrusionOk="0">
                  <a:moveTo>
                    <a:pt x="49233" y="0"/>
                  </a:moveTo>
                  <a:lnTo>
                    <a:pt x="18973" y="0"/>
                  </a:lnTo>
                  <a:cubicBezTo>
                    <a:pt x="17244" y="0"/>
                    <a:pt x="15849" y="1396"/>
                    <a:pt x="15849" y="3124"/>
                  </a:cubicBezTo>
                  <a:lnTo>
                    <a:pt x="15849" y="4165"/>
                  </a:lnTo>
                  <a:cubicBezTo>
                    <a:pt x="15849" y="5894"/>
                    <a:pt x="14454" y="7289"/>
                    <a:pt x="12725" y="7289"/>
                  </a:cubicBezTo>
                  <a:lnTo>
                    <a:pt x="3124" y="7289"/>
                  </a:lnTo>
                  <a:cubicBezTo>
                    <a:pt x="1396" y="7289"/>
                    <a:pt x="1" y="8685"/>
                    <a:pt x="1" y="10413"/>
                  </a:cubicBezTo>
                  <a:lnTo>
                    <a:pt x="1" y="13974"/>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7"/>
            <p:cNvSpPr/>
            <p:nvPr/>
          </p:nvSpPr>
          <p:spPr>
            <a:xfrm>
              <a:off x="5442800" y="3875825"/>
              <a:ext cx="106750" cy="45875"/>
            </a:xfrm>
            <a:custGeom>
              <a:avLst/>
              <a:gdLst/>
              <a:ahLst/>
              <a:cxnLst/>
              <a:rect l="l" t="t" r="r" b="b"/>
              <a:pathLst>
                <a:path w="4270" h="1835" extrusionOk="0">
                  <a:moveTo>
                    <a:pt x="361" y="0"/>
                  </a:moveTo>
                  <a:cubicBezTo>
                    <a:pt x="150" y="0"/>
                    <a:pt x="0" y="180"/>
                    <a:pt x="0" y="397"/>
                  </a:cubicBezTo>
                  <a:lnTo>
                    <a:pt x="0" y="1439"/>
                  </a:lnTo>
                  <a:cubicBezTo>
                    <a:pt x="0" y="1668"/>
                    <a:pt x="188" y="1834"/>
                    <a:pt x="396" y="1834"/>
                  </a:cubicBezTo>
                  <a:lnTo>
                    <a:pt x="3874" y="1834"/>
                  </a:lnTo>
                  <a:cubicBezTo>
                    <a:pt x="4103" y="1834"/>
                    <a:pt x="4270" y="1647"/>
                    <a:pt x="4270" y="1439"/>
                  </a:cubicBezTo>
                  <a:lnTo>
                    <a:pt x="4270" y="397"/>
                  </a:lnTo>
                  <a:cubicBezTo>
                    <a:pt x="4270" y="168"/>
                    <a:pt x="4082" y="2"/>
                    <a:pt x="3874" y="2"/>
                  </a:cubicBezTo>
                  <a:lnTo>
                    <a:pt x="396" y="2"/>
                  </a:lnTo>
                  <a:cubicBezTo>
                    <a:pt x="384" y="1"/>
                    <a:pt x="373" y="0"/>
                    <a:pt x="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7"/>
            <p:cNvSpPr/>
            <p:nvPr/>
          </p:nvSpPr>
          <p:spPr>
            <a:xfrm>
              <a:off x="5792675" y="3874300"/>
              <a:ext cx="48450" cy="48450"/>
            </a:xfrm>
            <a:custGeom>
              <a:avLst/>
              <a:gdLst/>
              <a:ahLst/>
              <a:cxnLst/>
              <a:rect l="l" t="t" r="r" b="b"/>
              <a:pathLst>
                <a:path w="1938" h="1938" extrusionOk="0">
                  <a:moveTo>
                    <a:pt x="958" y="0"/>
                  </a:moveTo>
                  <a:cubicBezTo>
                    <a:pt x="438" y="0"/>
                    <a:pt x="0" y="438"/>
                    <a:pt x="0" y="979"/>
                  </a:cubicBezTo>
                  <a:cubicBezTo>
                    <a:pt x="0" y="1500"/>
                    <a:pt x="438" y="1937"/>
                    <a:pt x="958" y="1937"/>
                  </a:cubicBezTo>
                  <a:cubicBezTo>
                    <a:pt x="1500" y="1937"/>
                    <a:pt x="1937" y="1500"/>
                    <a:pt x="1937" y="979"/>
                  </a:cubicBezTo>
                  <a:cubicBezTo>
                    <a:pt x="1937" y="438"/>
                    <a:pt x="1500" y="0"/>
                    <a:pt x="9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7"/>
            <p:cNvSpPr/>
            <p:nvPr/>
          </p:nvSpPr>
          <p:spPr>
            <a:xfrm>
              <a:off x="4541025" y="4247600"/>
              <a:ext cx="91675" cy="91650"/>
            </a:xfrm>
            <a:custGeom>
              <a:avLst/>
              <a:gdLst/>
              <a:ahLst/>
              <a:cxnLst/>
              <a:rect l="l" t="t" r="r" b="b"/>
              <a:pathLst>
                <a:path w="3667" h="3666" fill="none" extrusionOk="0">
                  <a:moveTo>
                    <a:pt x="3666" y="1833"/>
                  </a:moveTo>
                  <a:cubicBezTo>
                    <a:pt x="3666" y="2854"/>
                    <a:pt x="2833" y="3666"/>
                    <a:pt x="1834" y="3666"/>
                  </a:cubicBezTo>
                  <a:cubicBezTo>
                    <a:pt x="813" y="3666"/>
                    <a:pt x="1" y="2854"/>
                    <a:pt x="1" y="1833"/>
                  </a:cubicBezTo>
                  <a:cubicBezTo>
                    <a:pt x="1" y="813"/>
                    <a:pt x="813" y="0"/>
                    <a:pt x="1834" y="0"/>
                  </a:cubicBezTo>
                  <a:cubicBezTo>
                    <a:pt x="2833" y="0"/>
                    <a:pt x="3666" y="813"/>
                    <a:pt x="3666" y="1833"/>
                  </a:cubicBezTo>
                  <a:close/>
                </a:path>
              </a:pathLst>
            </a:custGeom>
            <a:noFill/>
            <a:ln w="13025" cap="flat" cmpd="sng">
              <a:solidFill>
                <a:schemeClr val="accen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67"/>
          <p:cNvGrpSpPr/>
          <p:nvPr/>
        </p:nvGrpSpPr>
        <p:grpSpPr>
          <a:xfrm rot="10800000">
            <a:off x="208250" y="182725"/>
            <a:ext cx="1552075" cy="1656725"/>
            <a:chOff x="6304475" y="2926725"/>
            <a:chExt cx="1552075" cy="1656725"/>
          </a:xfrm>
        </p:grpSpPr>
        <p:sp>
          <p:nvSpPr>
            <p:cNvPr id="3212" name="Google Shape;3212;p67"/>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solidFill>
              <a:schemeClr val="accent1"/>
            </a:solid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7"/>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solidFill>
              <a:schemeClr val="accent1"/>
            </a:solid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7"/>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7"/>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7"/>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7"/>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7"/>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7"/>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0" name="Google Shape;3220;p67"/>
          <p:cNvGrpSpPr/>
          <p:nvPr/>
        </p:nvGrpSpPr>
        <p:grpSpPr>
          <a:xfrm rot="10800000">
            <a:off x="0" y="661725"/>
            <a:ext cx="1550000" cy="198400"/>
            <a:chOff x="6514800" y="3906050"/>
            <a:chExt cx="1550000" cy="198400"/>
          </a:xfrm>
        </p:grpSpPr>
        <p:sp>
          <p:nvSpPr>
            <p:cNvPr id="3221" name="Google Shape;3221;p67"/>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7"/>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7"/>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67"/>
          <p:cNvGrpSpPr/>
          <p:nvPr/>
        </p:nvGrpSpPr>
        <p:grpSpPr>
          <a:xfrm rot="10800000">
            <a:off x="282200" y="1276625"/>
            <a:ext cx="309275" cy="834600"/>
            <a:chOff x="7473325" y="2654950"/>
            <a:chExt cx="309275" cy="834600"/>
          </a:xfrm>
        </p:grpSpPr>
        <p:sp>
          <p:nvSpPr>
            <p:cNvPr id="3225" name="Google Shape;3225;p67"/>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7"/>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7"/>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7"/>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7"/>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0" name="Google Shape;3230;p67"/>
          <p:cNvGrpSpPr/>
          <p:nvPr/>
        </p:nvGrpSpPr>
        <p:grpSpPr>
          <a:xfrm rot="10800000" flipH="1">
            <a:off x="795021" y="4268000"/>
            <a:ext cx="556075" cy="1443800"/>
            <a:chOff x="1386400" y="363550"/>
            <a:chExt cx="556075" cy="1443800"/>
          </a:xfrm>
        </p:grpSpPr>
        <p:sp>
          <p:nvSpPr>
            <p:cNvPr id="3231" name="Google Shape;3231;p67"/>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7"/>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7"/>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7"/>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7"/>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7"/>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7"/>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8" name="Google Shape;3238;p67"/>
          <p:cNvGrpSpPr/>
          <p:nvPr/>
        </p:nvGrpSpPr>
        <p:grpSpPr>
          <a:xfrm rot="10800000" flipH="1">
            <a:off x="2849400" y="4987550"/>
            <a:ext cx="329575" cy="829925"/>
            <a:chOff x="3799100" y="257875"/>
            <a:chExt cx="329575" cy="829925"/>
          </a:xfrm>
        </p:grpSpPr>
        <p:sp>
          <p:nvSpPr>
            <p:cNvPr id="3239" name="Google Shape;3239;p67"/>
            <p:cNvSpPr/>
            <p:nvPr/>
          </p:nvSpPr>
          <p:spPr>
            <a:xfrm>
              <a:off x="3815225" y="512475"/>
              <a:ext cx="25" cy="185875"/>
            </a:xfrm>
            <a:custGeom>
              <a:avLst/>
              <a:gdLst/>
              <a:ahLst/>
              <a:cxnLst/>
              <a:rect l="l" t="t" r="r" b="b"/>
              <a:pathLst>
                <a:path w="1" h="7435" fill="none" extrusionOk="0">
                  <a:moveTo>
                    <a:pt x="1" y="0"/>
                  </a:moveTo>
                  <a:lnTo>
                    <a:pt x="1" y="743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7"/>
            <p:cNvSpPr/>
            <p:nvPr/>
          </p:nvSpPr>
          <p:spPr>
            <a:xfrm>
              <a:off x="4069300" y="1028425"/>
              <a:ext cx="59375" cy="59375"/>
            </a:xfrm>
            <a:custGeom>
              <a:avLst/>
              <a:gdLst/>
              <a:ahLst/>
              <a:cxnLst/>
              <a:rect l="l" t="t" r="r" b="b"/>
              <a:pathLst>
                <a:path w="2375" h="2375" extrusionOk="0">
                  <a:moveTo>
                    <a:pt x="1188" y="1"/>
                  </a:moveTo>
                  <a:cubicBezTo>
                    <a:pt x="521" y="1"/>
                    <a:pt x="1" y="542"/>
                    <a:pt x="1" y="1188"/>
                  </a:cubicBezTo>
                  <a:cubicBezTo>
                    <a:pt x="1" y="1854"/>
                    <a:pt x="521" y="2375"/>
                    <a:pt x="1188" y="2375"/>
                  </a:cubicBezTo>
                  <a:cubicBezTo>
                    <a:pt x="1833" y="2375"/>
                    <a:pt x="2375" y="1854"/>
                    <a:pt x="2375" y="1188"/>
                  </a:cubicBezTo>
                  <a:cubicBezTo>
                    <a:pt x="2375" y="542"/>
                    <a:pt x="1833" y="1"/>
                    <a:pt x="1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7"/>
            <p:cNvSpPr/>
            <p:nvPr/>
          </p:nvSpPr>
          <p:spPr>
            <a:xfrm>
              <a:off x="3821475" y="784775"/>
              <a:ext cx="277525" cy="273350"/>
            </a:xfrm>
            <a:custGeom>
              <a:avLst/>
              <a:gdLst/>
              <a:ahLst/>
              <a:cxnLst/>
              <a:rect l="l" t="t" r="r" b="b"/>
              <a:pathLst>
                <a:path w="11101" h="10934" fill="none" extrusionOk="0">
                  <a:moveTo>
                    <a:pt x="1" y="0"/>
                  </a:moveTo>
                  <a:lnTo>
                    <a:pt x="1" y="7810"/>
                  </a:lnTo>
                  <a:cubicBezTo>
                    <a:pt x="1" y="9517"/>
                    <a:pt x="1396" y="10934"/>
                    <a:pt x="3124" y="10934"/>
                  </a:cubicBezTo>
                  <a:lnTo>
                    <a:pt x="11101" y="10934"/>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7"/>
            <p:cNvSpPr/>
            <p:nvPr/>
          </p:nvSpPr>
          <p:spPr>
            <a:xfrm>
              <a:off x="3799100" y="408325"/>
              <a:ext cx="44275" cy="102600"/>
            </a:xfrm>
            <a:custGeom>
              <a:avLst/>
              <a:gdLst/>
              <a:ahLst/>
              <a:cxnLst/>
              <a:rect l="l" t="t" r="r" b="b"/>
              <a:pathLst>
                <a:path w="1771" h="4104" fill="none" extrusionOk="0">
                  <a:moveTo>
                    <a:pt x="375" y="1"/>
                  </a:moveTo>
                  <a:lnTo>
                    <a:pt x="1395" y="1"/>
                  </a:lnTo>
                  <a:cubicBezTo>
                    <a:pt x="1604" y="1"/>
                    <a:pt x="1770" y="168"/>
                    <a:pt x="1770" y="376"/>
                  </a:cubicBezTo>
                  <a:lnTo>
                    <a:pt x="1770" y="3729"/>
                  </a:lnTo>
                  <a:cubicBezTo>
                    <a:pt x="1770" y="3937"/>
                    <a:pt x="1604" y="4104"/>
                    <a:pt x="1395" y="4104"/>
                  </a:cubicBezTo>
                  <a:lnTo>
                    <a:pt x="375" y="4104"/>
                  </a:lnTo>
                  <a:cubicBezTo>
                    <a:pt x="167" y="4104"/>
                    <a:pt x="0" y="3937"/>
                    <a:pt x="0" y="3729"/>
                  </a:cubicBezTo>
                  <a:lnTo>
                    <a:pt x="0" y="376"/>
                  </a:lnTo>
                  <a:cubicBezTo>
                    <a:pt x="0" y="168"/>
                    <a:pt x="167" y="1"/>
                    <a:pt x="375" y="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7"/>
            <p:cNvSpPr/>
            <p:nvPr/>
          </p:nvSpPr>
          <p:spPr>
            <a:xfrm>
              <a:off x="3821475" y="257875"/>
              <a:ext cx="25" cy="142150"/>
            </a:xfrm>
            <a:custGeom>
              <a:avLst/>
              <a:gdLst/>
              <a:ahLst/>
              <a:cxnLst/>
              <a:rect l="l" t="t" r="r" b="b"/>
              <a:pathLst>
                <a:path w="1" h="5686" fill="none" extrusionOk="0">
                  <a:moveTo>
                    <a:pt x="1" y="5686"/>
                  </a:moveTo>
                  <a:lnTo>
                    <a:pt x="1"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 name="Google Shape;3244;p67"/>
          <p:cNvGrpSpPr/>
          <p:nvPr/>
        </p:nvGrpSpPr>
        <p:grpSpPr>
          <a:xfrm rot="10800000" flipH="1">
            <a:off x="1194925" y="4679850"/>
            <a:ext cx="1385975" cy="1132950"/>
            <a:chOff x="2297025" y="262550"/>
            <a:chExt cx="1385975" cy="1132950"/>
          </a:xfrm>
        </p:grpSpPr>
        <p:sp>
          <p:nvSpPr>
            <p:cNvPr id="3245" name="Google Shape;3245;p67"/>
            <p:cNvSpPr/>
            <p:nvPr/>
          </p:nvSpPr>
          <p:spPr>
            <a:xfrm>
              <a:off x="2297025" y="262550"/>
              <a:ext cx="122900" cy="160900"/>
            </a:xfrm>
            <a:custGeom>
              <a:avLst/>
              <a:gdLst/>
              <a:ahLst/>
              <a:cxnLst/>
              <a:rect l="l" t="t" r="r" b="b"/>
              <a:pathLst>
                <a:path w="4916" h="6436" fill="none" extrusionOk="0">
                  <a:moveTo>
                    <a:pt x="4915" y="6436"/>
                  </a:moveTo>
                  <a:lnTo>
                    <a:pt x="2458" y="6436"/>
                  </a:lnTo>
                  <a:cubicBezTo>
                    <a:pt x="1104" y="6436"/>
                    <a:pt x="0" y="5041"/>
                    <a:pt x="0" y="3312"/>
                  </a:cubicBezTo>
                  <a:lnTo>
                    <a:pt x="0" y="1"/>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7"/>
            <p:cNvSpPr/>
            <p:nvPr/>
          </p:nvSpPr>
          <p:spPr>
            <a:xfrm>
              <a:off x="2522975" y="422400"/>
              <a:ext cx="1139200" cy="940300"/>
            </a:xfrm>
            <a:custGeom>
              <a:avLst/>
              <a:gdLst/>
              <a:ahLst/>
              <a:cxnLst/>
              <a:rect l="l" t="t" r="r" b="b"/>
              <a:pathLst>
                <a:path w="45568" h="37612" fill="none" extrusionOk="0">
                  <a:moveTo>
                    <a:pt x="1" y="0"/>
                  </a:moveTo>
                  <a:lnTo>
                    <a:pt x="2958" y="0"/>
                  </a:lnTo>
                  <a:cubicBezTo>
                    <a:pt x="4583" y="0"/>
                    <a:pt x="5915" y="1396"/>
                    <a:pt x="5915" y="3124"/>
                  </a:cubicBezTo>
                  <a:lnTo>
                    <a:pt x="5915" y="9788"/>
                  </a:lnTo>
                  <a:cubicBezTo>
                    <a:pt x="5915" y="11517"/>
                    <a:pt x="7332" y="12912"/>
                    <a:pt x="9039" y="12912"/>
                  </a:cubicBezTo>
                  <a:lnTo>
                    <a:pt x="21431" y="12912"/>
                  </a:lnTo>
                  <a:cubicBezTo>
                    <a:pt x="23159" y="12912"/>
                    <a:pt x="24555" y="14308"/>
                    <a:pt x="24555" y="16036"/>
                  </a:cubicBezTo>
                  <a:lnTo>
                    <a:pt x="24555" y="21097"/>
                  </a:lnTo>
                  <a:cubicBezTo>
                    <a:pt x="24555" y="22825"/>
                    <a:pt x="25950" y="24221"/>
                    <a:pt x="27678" y="24221"/>
                  </a:cubicBezTo>
                  <a:lnTo>
                    <a:pt x="42444" y="24221"/>
                  </a:lnTo>
                  <a:cubicBezTo>
                    <a:pt x="44173" y="24221"/>
                    <a:pt x="45568" y="25616"/>
                    <a:pt x="45568" y="27345"/>
                  </a:cubicBezTo>
                  <a:lnTo>
                    <a:pt x="45568" y="37612"/>
                  </a:lnTo>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7"/>
            <p:cNvSpPr/>
            <p:nvPr/>
          </p:nvSpPr>
          <p:spPr>
            <a:xfrm>
              <a:off x="2419900" y="401050"/>
              <a:ext cx="103100" cy="44275"/>
            </a:xfrm>
            <a:custGeom>
              <a:avLst/>
              <a:gdLst/>
              <a:ahLst/>
              <a:cxnLst/>
              <a:rect l="l" t="t" r="r" b="b"/>
              <a:pathLst>
                <a:path w="4124" h="1771" fill="none" extrusionOk="0">
                  <a:moveTo>
                    <a:pt x="396" y="0"/>
                  </a:moveTo>
                  <a:lnTo>
                    <a:pt x="3728" y="0"/>
                  </a:lnTo>
                  <a:cubicBezTo>
                    <a:pt x="3936" y="0"/>
                    <a:pt x="4124" y="188"/>
                    <a:pt x="4124" y="396"/>
                  </a:cubicBezTo>
                  <a:lnTo>
                    <a:pt x="4124" y="1396"/>
                  </a:lnTo>
                  <a:cubicBezTo>
                    <a:pt x="4124" y="1604"/>
                    <a:pt x="3936" y="1771"/>
                    <a:pt x="3728" y="1771"/>
                  </a:cubicBezTo>
                  <a:lnTo>
                    <a:pt x="396" y="1771"/>
                  </a:lnTo>
                  <a:cubicBezTo>
                    <a:pt x="188" y="1771"/>
                    <a:pt x="0" y="1604"/>
                    <a:pt x="0" y="1396"/>
                  </a:cubicBezTo>
                  <a:lnTo>
                    <a:pt x="0" y="396"/>
                  </a:lnTo>
                  <a:cubicBezTo>
                    <a:pt x="0" y="188"/>
                    <a:pt x="188" y="0"/>
                    <a:pt x="396" y="0"/>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7"/>
            <p:cNvSpPr/>
            <p:nvPr/>
          </p:nvSpPr>
          <p:spPr>
            <a:xfrm>
              <a:off x="3384650" y="1008650"/>
              <a:ext cx="103125" cy="44275"/>
            </a:xfrm>
            <a:custGeom>
              <a:avLst/>
              <a:gdLst/>
              <a:ahLst/>
              <a:cxnLst/>
              <a:rect l="l" t="t" r="r" b="b"/>
              <a:pathLst>
                <a:path w="4125" h="1771" extrusionOk="0">
                  <a:moveTo>
                    <a:pt x="396" y="0"/>
                  </a:moveTo>
                  <a:cubicBezTo>
                    <a:pt x="188" y="0"/>
                    <a:pt x="1" y="167"/>
                    <a:pt x="1" y="375"/>
                  </a:cubicBezTo>
                  <a:lnTo>
                    <a:pt x="1" y="1395"/>
                  </a:lnTo>
                  <a:cubicBezTo>
                    <a:pt x="1" y="1604"/>
                    <a:pt x="188" y="1770"/>
                    <a:pt x="396" y="1770"/>
                  </a:cubicBezTo>
                  <a:lnTo>
                    <a:pt x="3729" y="1770"/>
                  </a:lnTo>
                  <a:cubicBezTo>
                    <a:pt x="3937" y="1770"/>
                    <a:pt x="4124" y="1604"/>
                    <a:pt x="4124" y="1395"/>
                  </a:cubicBezTo>
                  <a:lnTo>
                    <a:pt x="4124" y="375"/>
                  </a:lnTo>
                  <a:cubicBezTo>
                    <a:pt x="4124" y="167"/>
                    <a:pt x="3937" y="0"/>
                    <a:pt x="3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7"/>
            <p:cNvSpPr/>
            <p:nvPr/>
          </p:nvSpPr>
          <p:spPr>
            <a:xfrm>
              <a:off x="3099850" y="842025"/>
              <a:ext cx="71875" cy="71875"/>
            </a:xfrm>
            <a:custGeom>
              <a:avLst/>
              <a:gdLst/>
              <a:ahLst/>
              <a:cxnLst/>
              <a:rect l="l" t="t" r="r" b="b"/>
              <a:pathLst>
                <a:path w="2875" h="2875" extrusionOk="0">
                  <a:moveTo>
                    <a:pt x="1438" y="1"/>
                  </a:moveTo>
                  <a:cubicBezTo>
                    <a:pt x="647" y="1"/>
                    <a:pt x="1" y="646"/>
                    <a:pt x="1" y="1438"/>
                  </a:cubicBezTo>
                  <a:cubicBezTo>
                    <a:pt x="1" y="2229"/>
                    <a:pt x="647" y="2875"/>
                    <a:pt x="1438" y="2875"/>
                  </a:cubicBezTo>
                  <a:cubicBezTo>
                    <a:pt x="2229" y="2875"/>
                    <a:pt x="2875" y="2229"/>
                    <a:pt x="2875" y="1438"/>
                  </a:cubicBezTo>
                  <a:cubicBezTo>
                    <a:pt x="2875" y="646"/>
                    <a:pt x="2229"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7"/>
            <p:cNvSpPr/>
            <p:nvPr/>
          </p:nvSpPr>
          <p:spPr>
            <a:xfrm>
              <a:off x="3641850" y="1354875"/>
              <a:ext cx="41150" cy="40625"/>
            </a:xfrm>
            <a:custGeom>
              <a:avLst/>
              <a:gdLst/>
              <a:ahLst/>
              <a:cxnLst/>
              <a:rect l="l" t="t" r="r" b="b"/>
              <a:pathLst>
                <a:path w="1646" h="1625" fill="none" extrusionOk="0">
                  <a:moveTo>
                    <a:pt x="1646" y="813"/>
                  </a:moveTo>
                  <a:cubicBezTo>
                    <a:pt x="1646" y="1271"/>
                    <a:pt x="1271" y="1625"/>
                    <a:pt x="813" y="1625"/>
                  </a:cubicBezTo>
                  <a:cubicBezTo>
                    <a:pt x="376" y="1625"/>
                    <a:pt x="1" y="1271"/>
                    <a:pt x="1" y="813"/>
                  </a:cubicBezTo>
                  <a:cubicBezTo>
                    <a:pt x="1" y="354"/>
                    <a:pt x="376" y="0"/>
                    <a:pt x="813" y="0"/>
                  </a:cubicBezTo>
                  <a:cubicBezTo>
                    <a:pt x="1271" y="0"/>
                    <a:pt x="1646" y="354"/>
                    <a:pt x="1646" y="813"/>
                  </a:cubicBezTo>
                  <a:close/>
                </a:path>
              </a:pathLst>
            </a:custGeom>
            <a:noFill/>
            <a:ln w="13025" cap="flat" cmpd="sng">
              <a:solidFill>
                <a:schemeClr val="dk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1" name="Google Shape;3251;p67"/>
          <p:cNvGrpSpPr/>
          <p:nvPr/>
        </p:nvGrpSpPr>
        <p:grpSpPr>
          <a:xfrm rot="10800000" flipH="1">
            <a:off x="-388404" y="4428375"/>
            <a:ext cx="1504175" cy="188500"/>
            <a:chOff x="202975" y="1458475"/>
            <a:chExt cx="1504175" cy="188500"/>
          </a:xfrm>
        </p:grpSpPr>
        <p:sp>
          <p:nvSpPr>
            <p:cNvPr id="3252" name="Google Shape;3252;p67"/>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7"/>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67"/>
          <p:cNvGrpSpPr/>
          <p:nvPr/>
        </p:nvGrpSpPr>
        <p:grpSpPr>
          <a:xfrm rot="10800000" flipH="1">
            <a:off x="933225" y="4192525"/>
            <a:ext cx="942400" cy="1626525"/>
            <a:chOff x="1959125" y="256300"/>
            <a:chExt cx="942400" cy="1626525"/>
          </a:xfrm>
        </p:grpSpPr>
        <p:sp>
          <p:nvSpPr>
            <p:cNvPr id="3255" name="Google Shape;3255;p67"/>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7"/>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7"/>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7"/>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7"/>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0" name="Google Shape;3260;p67"/>
          <p:cNvGrpSpPr/>
          <p:nvPr/>
        </p:nvGrpSpPr>
        <p:grpSpPr>
          <a:xfrm rot="10800000" flipH="1">
            <a:off x="80196" y="2879450"/>
            <a:ext cx="1055875" cy="2708950"/>
            <a:chOff x="671575" y="486950"/>
            <a:chExt cx="1055875" cy="2708950"/>
          </a:xfrm>
        </p:grpSpPr>
        <p:sp>
          <p:nvSpPr>
            <p:cNvPr id="3261" name="Google Shape;3261;p67"/>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7"/>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7"/>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7"/>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7"/>
            <p:cNvSpPr/>
            <p:nvPr/>
          </p:nvSpPr>
          <p:spPr>
            <a:xfrm>
              <a:off x="671575" y="10085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7"/>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7"/>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7"/>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67"/>
          <p:cNvGrpSpPr/>
          <p:nvPr/>
        </p:nvGrpSpPr>
        <p:grpSpPr>
          <a:xfrm rot="10800000" flipH="1">
            <a:off x="313946" y="3059075"/>
            <a:ext cx="647725" cy="2014925"/>
            <a:chOff x="905325" y="1001350"/>
            <a:chExt cx="647725" cy="2014925"/>
          </a:xfrm>
        </p:grpSpPr>
        <p:sp>
          <p:nvSpPr>
            <p:cNvPr id="3270" name="Google Shape;3270;p67"/>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7"/>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7"/>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7"/>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7"/>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7"/>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7"/>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7"/>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7"/>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7"/>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7"/>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7"/>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7"/>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7"/>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4" name="Google Shape;3284;p67"/>
          <p:cNvGrpSpPr/>
          <p:nvPr/>
        </p:nvGrpSpPr>
        <p:grpSpPr>
          <a:xfrm rot="10800000" flipH="1">
            <a:off x="-147854" y="3084050"/>
            <a:ext cx="328550" cy="892950"/>
            <a:chOff x="443525" y="2098350"/>
            <a:chExt cx="328550" cy="892950"/>
          </a:xfrm>
        </p:grpSpPr>
        <p:sp>
          <p:nvSpPr>
            <p:cNvPr id="3285" name="Google Shape;3285;p67"/>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7"/>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7"/>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7"/>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7"/>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0" name="Google Shape;3290;p67"/>
          <p:cNvGrpSpPr/>
          <p:nvPr/>
        </p:nvGrpSpPr>
        <p:grpSpPr>
          <a:xfrm rot="10800000">
            <a:off x="-950379" y="2926025"/>
            <a:ext cx="1343825" cy="645625"/>
            <a:chOff x="202975" y="2389400"/>
            <a:chExt cx="1343825" cy="645625"/>
          </a:xfrm>
        </p:grpSpPr>
        <p:sp>
          <p:nvSpPr>
            <p:cNvPr id="3291" name="Google Shape;3291;p67"/>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7"/>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3" name="Google Shape;3293;p67"/>
          <p:cNvGrpSpPr/>
          <p:nvPr/>
        </p:nvGrpSpPr>
        <p:grpSpPr>
          <a:xfrm rot="10800000" flipH="1">
            <a:off x="1665075" y="4503875"/>
            <a:ext cx="508175" cy="1310475"/>
            <a:chOff x="2767175" y="261000"/>
            <a:chExt cx="508175" cy="1310475"/>
          </a:xfrm>
        </p:grpSpPr>
        <p:sp>
          <p:nvSpPr>
            <p:cNvPr id="3294" name="Google Shape;3294;p67"/>
            <p:cNvSpPr/>
            <p:nvPr/>
          </p:nvSpPr>
          <p:spPr>
            <a:xfrm>
              <a:off x="2767175" y="586400"/>
              <a:ext cx="100500" cy="43225"/>
            </a:xfrm>
            <a:custGeom>
              <a:avLst/>
              <a:gdLst/>
              <a:ahLst/>
              <a:cxnLst/>
              <a:rect l="l" t="t" r="r" b="b"/>
              <a:pathLst>
                <a:path w="4020" h="1729" extrusionOk="0">
                  <a:moveTo>
                    <a:pt x="375" y="0"/>
                  </a:moveTo>
                  <a:cubicBezTo>
                    <a:pt x="167" y="0"/>
                    <a:pt x="0" y="146"/>
                    <a:pt x="0" y="354"/>
                  </a:cubicBezTo>
                  <a:lnTo>
                    <a:pt x="0" y="1354"/>
                  </a:lnTo>
                  <a:cubicBezTo>
                    <a:pt x="0" y="1562"/>
                    <a:pt x="167" y="1729"/>
                    <a:pt x="375" y="1729"/>
                  </a:cubicBezTo>
                  <a:lnTo>
                    <a:pt x="3645" y="1729"/>
                  </a:lnTo>
                  <a:cubicBezTo>
                    <a:pt x="3853" y="1729"/>
                    <a:pt x="4020" y="1562"/>
                    <a:pt x="4020" y="1354"/>
                  </a:cubicBezTo>
                  <a:lnTo>
                    <a:pt x="4020" y="354"/>
                  </a:lnTo>
                  <a:cubicBezTo>
                    <a:pt x="4020" y="146"/>
                    <a:pt x="3853" y="0"/>
                    <a:pt x="3645" y="0"/>
                  </a:cubicBezTo>
                  <a:close/>
                </a:path>
              </a:pathLst>
            </a:custGeom>
            <a:solidFill>
              <a:srgbClr val="D735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7"/>
            <p:cNvSpPr/>
            <p:nvPr/>
          </p:nvSpPr>
          <p:spPr>
            <a:xfrm>
              <a:off x="2817675" y="261000"/>
              <a:ext cx="437375" cy="1277175"/>
            </a:xfrm>
            <a:custGeom>
              <a:avLst/>
              <a:gdLst/>
              <a:ahLst/>
              <a:cxnLst/>
              <a:rect l="l" t="t" r="r" b="b"/>
              <a:pathLst>
                <a:path w="17495" h="51087" fill="none" extrusionOk="0">
                  <a:moveTo>
                    <a:pt x="0" y="0"/>
                  </a:moveTo>
                  <a:lnTo>
                    <a:pt x="0" y="20160"/>
                  </a:lnTo>
                  <a:cubicBezTo>
                    <a:pt x="0" y="21888"/>
                    <a:pt x="1187" y="23304"/>
                    <a:pt x="2645" y="23304"/>
                  </a:cubicBezTo>
                  <a:cubicBezTo>
                    <a:pt x="4124" y="23304"/>
                    <a:pt x="5311" y="24700"/>
                    <a:pt x="5311" y="26428"/>
                  </a:cubicBezTo>
                  <a:lnTo>
                    <a:pt x="5311" y="47858"/>
                  </a:lnTo>
                  <a:cubicBezTo>
                    <a:pt x="5311" y="49587"/>
                    <a:pt x="6706" y="50982"/>
                    <a:pt x="8435" y="51003"/>
                  </a:cubicBezTo>
                  <a:lnTo>
                    <a:pt x="14370" y="51065"/>
                  </a:lnTo>
                  <a:cubicBezTo>
                    <a:pt x="16099" y="51086"/>
                    <a:pt x="17494" y="49691"/>
                    <a:pt x="17494" y="47962"/>
                  </a:cubicBezTo>
                  <a:lnTo>
                    <a:pt x="17494" y="43110"/>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7"/>
            <p:cNvSpPr/>
            <p:nvPr/>
          </p:nvSpPr>
          <p:spPr>
            <a:xfrm>
              <a:off x="3234700" y="1313750"/>
              <a:ext cx="40650" cy="41150"/>
            </a:xfrm>
            <a:custGeom>
              <a:avLst/>
              <a:gdLst/>
              <a:ahLst/>
              <a:cxnLst/>
              <a:rect l="l" t="t" r="r" b="b"/>
              <a:pathLst>
                <a:path w="1626" h="1646" extrusionOk="0">
                  <a:moveTo>
                    <a:pt x="1625" y="812"/>
                  </a:moveTo>
                  <a:cubicBezTo>
                    <a:pt x="1625" y="1270"/>
                    <a:pt x="1271" y="1645"/>
                    <a:pt x="813" y="1645"/>
                  </a:cubicBezTo>
                  <a:cubicBezTo>
                    <a:pt x="355" y="1645"/>
                    <a:pt x="1" y="1270"/>
                    <a:pt x="1" y="812"/>
                  </a:cubicBezTo>
                  <a:cubicBezTo>
                    <a:pt x="1" y="375"/>
                    <a:pt x="355" y="0"/>
                    <a:pt x="813" y="0"/>
                  </a:cubicBezTo>
                  <a:cubicBezTo>
                    <a:pt x="1271" y="0"/>
                    <a:pt x="1625" y="375"/>
                    <a:pt x="1625" y="812"/>
                  </a:cubicBezTo>
                  <a:close/>
                </a:path>
              </a:pathLst>
            </a:custGeom>
            <a:solidFill>
              <a:srgbClr val="EDEEF0"/>
            </a:solid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7"/>
            <p:cNvSpPr/>
            <p:nvPr/>
          </p:nvSpPr>
          <p:spPr>
            <a:xfrm>
              <a:off x="3070175" y="1505350"/>
              <a:ext cx="65625" cy="66125"/>
            </a:xfrm>
            <a:custGeom>
              <a:avLst/>
              <a:gdLst/>
              <a:ahLst/>
              <a:cxnLst/>
              <a:rect l="l" t="t" r="r" b="b"/>
              <a:pathLst>
                <a:path w="2625" h="2645" extrusionOk="0">
                  <a:moveTo>
                    <a:pt x="1313" y="0"/>
                  </a:moveTo>
                  <a:cubicBezTo>
                    <a:pt x="584" y="0"/>
                    <a:pt x="1" y="604"/>
                    <a:pt x="1" y="1312"/>
                  </a:cubicBezTo>
                  <a:cubicBezTo>
                    <a:pt x="1" y="2041"/>
                    <a:pt x="584" y="2645"/>
                    <a:pt x="1313" y="2645"/>
                  </a:cubicBezTo>
                  <a:cubicBezTo>
                    <a:pt x="2042" y="2645"/>
                    <a:pt x="2625" y="2041"/>
                    <a:pt x="2625" y="1312"/>
                  </a:cubicBezTo>
                  <a:cubicBezTo>
                    <a:pt x="2625" y="604"/>
                    <a:pt x="204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7"/>
            <p:cNvSpPr/>
            <p:nvPr/>
          </p:nvSpPr>
          <p:spPr>
            <a:xfrm>
              <a:off x="2792675" y="721775"/>
              <a:ext cx="49500" cy="49475"/>
            </a:xfrm>
            <a:custGeom>
              <a:avLst/>
              <a:gdLst/>
              <a:ahLst/>
              <a:cxnLst/>
              <a:rect l="l" t="t" r="r" b="b"/>
              <a:pathLst>
                <a:path w="1980" h="1979" extrusionOk="0">
                  <a:moveTo>
                    <a:pt x="1000" y="0"/>
                  </a:moveTo>
                  <a:cubicBezTo>
                    <a:pt x="438" y="0"/>
                    <a:pt x="1" y="437"/>
                    <a:pt x="1" y="979"/>
                  </a:cubicBezTo>
                  <a:cubicBezTo>
                    <a:pt x="1" y="1520"/>
                    <a:pt x="438" y="1979"/>
                    <a:pt x="1000" y="1979"/>
                  </a:cubicBezTo>
                  <a:cubicBezTo>
                    <a:pt x="1542" y="1979"/>
                    <a:pt x="1979" y="1520"/>
                    <a:pt x="1979" y="979"/>
                  </a:cubicBezTo>
                  <a:cubicBezTo>
                    <a:pt x="1979" y="437"/>
                    <a:pt x="1542" y="0"/>
                    <a:pt x="10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9" name="Google Shape;3299;p67"/>
          <p:cNvSpPr/>
          <p:nvPr/>
        </p:nvSpPr>
        <p:spPr>
          <a:xfrm rot="10800000" flipH="1">
            <a:off x="883132" y="3689013"/>
            <a:ext cx="508200" cy="508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00" name="Google Shape;3300;p67"/>
          <p:cNvGrpSpPr/>
          <p:nvPr/>
        </p:nvGrpSpPr>
        <p:grpSpPr>
          <a:xfrm rot="10800000" flipH="1">
            <a:off x="2310525" y="5289000"/>
            <a:ext cx="1621325" cy="528475"/>
            <a:chOff x="3260225" y="257875"/>
            <a:chExt cx="1621325" cy="528475"/>
          </a:xfrm>
        </p:grpSpPr>
        <p:sp>
          <p:nvSpPr>
            <p:cNvPr id="3301" name="Google Shape;3301;p67"/>
            <p:cNvSpPr/>
            <p:nvPr/>
          </p:nvSpPr>
          <p:spPr>
            <a:xfrm>
              <a:off x="3296675" y="746225"/>
              <a:ext cx="484225" cy="25"/>
            </a:xfrm>
            <a:custGeom>
              <a:avLst/>
              <a:gdLst/>
              <a:ahLst/>
              <a:cxnLst/>
              <a:rect l="l" t="t" r="r" b="b"/>
              <a:pathLst>
                <a:path w="19369" h="1" fill="none" extrusionOk="0">
                  <a:moveTo>
                    <a:pt x="19368" y="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7"/>
            <p:cNvSpPr/>
            <p:nvPr/>
          </p:nvSpPr>
          <p:spPr>
            <a:xfrm>
              <a:off x="3861575" y="459875"/>
              <a:ext cx="990300" cy="286375"/>
            </a:xfrm>
            <a:custGeom>
              <a:avLst/>
              <a:gdLst/>
              <a:ahLst/>
              <a:cxnLst/>
              <a:rect l="l" t="t" r="r" b="b"/>
              <a:pathLst>
                <a:path w="39612" h="11455" fill="none" extrusionOk="0">
                  <a:moveTo>
                    <a:pt x="0" y="11455"/>
                  </a:moveTo>
                  <a:lnTo>
                    <a:pt x="36487" y="11455"/>
                  </a:lnTo>
                  <a:cubicBezTo>
                    <a:pt x="38195" y="11455"/>
                    <a:pt x="39611" y="10060"/>
                    <a:pt x="39611" y="8331"/>
                  </a:cubicBezTo>
                  <a:lnTo>
                    <a:pt x="39611" y="1"/>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7"/>
            <p:cNvSpPr/>
            <p:nvPr/>
          </p:nvSpPr>
          <p:spPr>
            <a:xfrm>
              <a:off x="3260225" y="728000"/>
              <a:ext cx="36475" cy="36475"/>
            </a:xfrm>
            <a:custGeom>
              <a:avLst/>
              <a:gdLst/>
              <a:ahLst/>
              <a:cxnLst/>
              <a:rect l="l" t="t" r="r" b="b"/>
              <a:pathLst>
                <a:path w="1459" h="1459" extrusionOk="0">
                  <a:moveTo>
                    <a:pt x="729" y="1"/>
                  </a:moveTo>
                  <a:cubicBezTo>
                    <a:pt x="334" y="1"/>
                    <a:pt x="0" y="334"/>
                    <a:pt x="0" y="730"/>
                  </a:cubicBezTo>
                  <a:cubicBezTo>
                    <a:pt x="0" y="1126"/>
                    <a:pt x="334" y="1459"/>
                    <a:pt x="729" y="1459"/>
                  </a:cubicBezTo>
                  <a:cubicBezTo>
                    <a:pt x="1146" y="1459"/>
                    <a:pt x="1458" y="1126"/>
                    <a:pt x="1458" y="730"/>
                  </a:cubicBezTo>
                  <a:cubicBezTo>
                    <a:pt x="1458" y="334"/>
                    <a:pt x="1146"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7"/>
            <p:cNvSpPr/>
            <p:nvPr/>
          </p:nvSpPr>
          <p:spPr>
            <a:xfrm>
              <a:off x="4822150" y="400000"/>
              <a:ext cx="59400" cy="59375"/>
            </a:xfrm>
            <a:custGeom>
              <a:avLst/>
              <a:gdLst/>
              <a:ahLst/>
              <a:cxnLst/>
              <a:rect l="l" t="t" r="r" b="b"/>
              <a:pathLst>
                <a:path w="2376" h="2375" fill="none" extrusionOk="0">
                  <a:moveTo>
                    <a:pt x="2375" y="1188"/>
                  </a:moveTo>
                  <a:cubicBezTo>
                    <a:pt x="2375" y="1854"/>
                    <a:pt x="1834" y="2375"/>
                    <a:pt x="1188" y="2375"/>
                  </a:cubicBezTo>
                  <a:cubicBezTo>
                    <a:pt x="522" y="2375"/>
                    <a:pt x="1" y="1854"/>
                    <a:pt x="1" y="1188"/>
                  </a:cubicBezTo>
                  <a:cubicBezTo>
                    <a:pt x="1" y="542"/>
                    <a:pt x="522" y="1"/>
                    <a:pt x="1188" y="1"/>
                  </a:cubicBezTo>
                  <a:cubicBezTo>
                    <a:pt x="1834" y="1"/>
                    <a:pt x="2375" y="542"/>
                    <a:pt x="2375" y="1188"/>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7"/>
            <p:cNvSpPr/>
            <p:nvPr/>
          </p:nvSpPr>
          <p:spPr>
            <a:xfrm>
              <a:off x="4390550" y="724375"/>
              <a:ext cx="102575" cy="44275"/>
            </a:xfrm>
            <a:custGeom>
              <a:avLst/>
              <a:gdLst/>
              <a:ahLst/>
              <a:cxnLst/>
              <a:rect l="l" t="t" r="r" b="b"/>
              <a:pathLst>
                <a:path w="4103" h="1771" extrusionOk="0">
                  <a:moveTo>
                    <a:pt x="375" y="0"/>
                  </a:moveTo>
                  <a:cubicBezTo>
                    <a:pt x="167" y="0"/>
                    <a:pt x="0" y="167"/>
                    <a:pt x="0" y="375"/>
                  </a:cubicBezTo>
                  <a:lnTo>
                    <a:pt x="0" y="1375"/>
                  </a:lnTo>
                  <a:cubicBezTo>
                    <a:pt x="0" y="1583"/>
                    <a:pt x="167" y="1770"/>
                    <a:pt x="375" y="1770"/>
                  </a:cubicBezTo>
                  <a:lnTo>
                    <a:pt x="3728" y="1770"/>
                  </a:lnTo>
                  <a:cubicBezTo>
                    <a:pt x="3936" y="1770"/>
                    <a:pt x="4103" y="1583"/>
                    <a:pt x="4103" y="1375"/>
                  </a:cubicBezTo>
                  <a:lnTo>
                    <a:pt x="4103" y="375"/>
                  </a:lnTo>
                  <a:cubicBezTo>
                    <a:pt x="4103" y="167"/>
                    <a:pt x="3936" y="0"/>
                    <a:pt x="3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7"/>
            <p:cNvSpPr/>
            <p:nvPr/>
          </p:nvSpPr>
          <p:spPr>
            <a:xfrm>
              <a:off x="3780875" y="706150"/>
              <a:ext cx="80725" cy="80200"/>
            </a:xfrm>
            <a:custGeom>
              <a:avLst/>
              <a:gdLst/>
              <a:ahLst/>
              <a:cxnLst/>
              <a:rect l="l" t="t" r="r" b="b"/>
              <a:pathLst>
                <a:path w="3229" h="3208" fill="none" extrusionOk="0">
                  <a:moveTo>
                    <a:pt x="3228" y="1604"/>
                  </a:moveTo>
                  <a:cubicBezTo>
                    <a:pt x="3228" y="2499"/>
                    <a:pt x="2499" y="3207"/>
                    <a:pt x="1625" y="3207"/>
                  </a:cubicBezTo>
                  <a:cubicBezTo>
                    <a:pt x="729" y="3207"/>
                    <a:pt x="0" y="2499"/>
                    <a:pt x="0" y="1604"/>
                  </a:cubicBezTo>
                  <a:cubicBezTo>
                    <a:pt x="0" y="708"/>
                    <a:pt x="729" y="0"/>
                    <a:pt x="1625" y="0"/>
                  </a:cubicBezTo>
                  <a:cubicBezTo>
                    <a:pt x="2499" y="0"/>
                    <a:pt x="3228" y="708"/>
                    <a:pt x="3228" y="160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7"/>
            <p:cNvSpPr/>
            <p:nvPr/>
          </p:nvSpPr>
          <p:spPr>
            <a:xfrm>
              <a:off x="4851850" y="257875"/>
              <a:ext cx="25" cy="132775"/>
            </a:xfrm>
            <a:custGeom>
              <a:avLst/>
              <a:gdLst/>
              <a:ahLst/>
              <a:cxnLst/>
              <a:rect l="l" t="t" r="r" b="b"/>
              <a:pathLst>
                <a:path w="1" h="5311" fill="none" extrusionOk="0">
                  <a:moveTo>
                    <a:pt x="0" y="5311"/>
                  </a:moveTo>
                  <a:lnTo>
                    <a:pt x="0" y="0"/>
                  </a:lnTo>
                </a:path>
              </a:pathLst>
            </a:custGeom>
            <a:noFill/>
            <a:ln w="13025" cap="rnd" cmpd="sng">
              <a:solidFill>
                <a:srgbClr val="325A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67"/>
          <p:cNvGrpSpPr/>
          <p:nvPr/>
        </p:nvGrpSpPr>
        <p:grpSpPr>
          <a:xfrm>
            <a:off x="1002966" y="3809126"/>
            <a:ext cx="268525" cy="267993"/>
            <a:chOff x="3723738" y="3761813"/>
            <a:chExt cx="340725" cy="340050"/>
          </a:xfrm>
        </p:grpSpPr>
        <p:sp>
          <p:nvSpPr>
            <p:cNvPr id="3309" name="Google Shape;3309;p67"/>
            <p:cNvSpPr/>
            <p:nvPr/>
          </p:nvSpPr>
          <p:spPr>
            <a:xfrm>
              <a:off x="3808863" y="4025888"/>
              <a:ext cx="84650" cy="75975"/>
            </a:xfrm>
            <a:custGeom>
              <a:avLst/>
              <a:gdLst/>
              <a:ahLst/>
              <a:cxnLst/>
              <a:rect l="l" t="t" r="r" b="b"/>
              <a:pathLst>
                <a:path w="3386" h="3039" extrusionOk="0">
                  <a:moveTo>
                    <a:pt x="464" y="1"/>
                  </a:moveTo>
                  <a:lnTo>
                    <a:pt x="34" y="2580"/>
                  </a:lnTo>
                  <a:cubicBezTo>
                    <a:pt x="0" y="2871"/>
                    <a:pt x="224" y="3038"/>
                    <a:pt x="439" y="3038"/>
                  </a:cubicBezTo>
                  <a:cubicBezTo>
                    <a:pt x="610" y="3038"/>
                    <a:pt x="775" y="2933"/>
                    <a:pt x="802" y="2703"/>
                  </a:cubicBezTo>
                  <a:lnTo>
                    <a:pt x="925" y="2150"/>
                  </a:lnTo>
                  <a:cubicBezTo>
                    <a:pt x="1186" y="2165"/>
                    <a:pt x="1447" y="2173"/>
                    <a:pt x="1708" y="2173"/>
                  </a:cubicBezTo>
                  <a:cubicBezTo>
                    <a:pt x="1969" y="2173"/>
                    <a:pt x="2230" y="2165"/>
                    <a:pt x="2491" y="2150"/>
                  </a:cubicBezTo>
                  <a:lnTo>
                    <a:pt x="2583" y="2703"/>
                  </a:lnTo>
                  <a:cubicBezTo>
                    <a:pt x="2610" y="2929"/>
                    <a:pt x="2769" y="3028"/>
                    <a:pt x="2936" y="3028"/>
                  </a:cubicBezTo>
                  <a:cubicBezTo>
                    <a:pt x="3154" y="3028"/>
                    <a:pt x="3385" y="2858"/>
                    <a:pt x="3351" y="2580"/>
                  </a:cubicBezTo>
                  <a:lnTo>
                    <a:pt x="2951" y="1"/>
                  </a:lnTo>
                  <a:lnTo>
                    <a:pt x="2153" y="1"/>
                  </a:lnTo>
                  <a:lnTo>
                    <a:pt x="2368" y="1352"/>
                  </a:lnTo>
                  <a:cubicBezTo>
                    <a:pt x="2153" y="1367"/>
                    <a:pt x="1938" y="1375"/>
                    <a:pt x="1719" y="1375"/>
                  </a:cubicBezTo>
                  <a:cubicBezTo>
                    <a:pt x="1501" y="1375"/>
                    <a:pt x="1278" y="1367"/>
                    <a:pt x="1048" y="1352"/>
                  </a:cubicBezTo>
                  <a:lnTo>
                    <a:pt x="129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7"/>
            <p:cNvSpPr/>
            <p:nvPr/>
          </p:nvSpPr>
          <p:spPr>
            <a:xfrm>
              <a:off x="3786688" y="3867763"/>
              <a:ext cx="59900" cy="22275"/>
            </a:xfrm>
            <a:custGeom>
              <a:avLst/>
              <a:gdLst/>
              <a:ahLst/>
              <a:cxnLst/>
              <a:rect l="l" t="t" r="r" b="b"/>
              <a:pathLst>
                <a:path w="2396" h="891" extrusionOk="0">
                  <a:moveTo>
                    <a:pt x="0" y="0"/>
                  </a:moveTo>
                  <a:lnTo>
                    <a:pt x="0" y="891"/>
                  </a:lnTo>
                  <a:lnTo>
                    <a:pt x="2395" y="891"/>
                  </a:lnTo>
                  <a:lnTo>
                    <a:pt x="23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7"/>
            <p:cNvSpPr/>
            <p:nvPr/>
          </p:nvSpPr>
          <p:spPr>
            <a:xfrm>
              <a:off x="3782838" y="3972163"/>
              <a:ext cx="136675" cy="33800"/>
            </a:xfrm>
            <a:custGeom>
              <a:avLst/>
              <a:gdLst/>
              <a:ahLst/>
              <a:cxnLst/>
              <a:rect l="l" t="t" r="r" b="b"/>
              <a:pathLst>
                <a:path w="5467" h="1352" extrusionOk="0">
                  <a:moveTo>
                    <a:pt x="1" y="0"/>
                  </a:moveTo>
                  <a:lnTo>
                    <a:pt x="1" y="952"/>
                  </a:lnTo>
                  <a:cubicBezTo>
                    <a:pt x="1" y="1167"/>
                    <a:pt x="185" y="1321"/>
                    <a:pt x="400" y="1321"/>
                  </a:cubicBezTo>
                  <a:lnTo>
                    <a:pt x="5067" y="1351"/>
                  </a:lnTo>
                  <a:cubicBezTo>
                    <a:pt x="5282" y="1351"/>
                    <a:pt x="5466" y="1167"/>
                    <a:pt x="5466" y="952"/>
                  </a:cubicBezTo>
                  <a:lnTo>
                    <a:pt x="54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7"/>
            <p:cNvSpPr/>
            <p:nvPr/>
          </p:nvSpPr>
          <p:spPr>
            <a:xfrm>
              <a:off x="3723738" y="3761813"/>
              <a:ext cx="249500" cy="190400"/>
            </a:xfrm>
            <a:custGeom>
              <a:avLst/>
              <a:gdLst/>
              <a:ahLst/>
              <a:cxnLst/>
              <a:rect l="l" t="t" r="r" b="b"/>
              <a:pathLst>
                <a:path w="9980" h="7616" extrusionOk="0">
                  <a:moveTo>
                    <a:pt x="7543" y="2418"/>
                  </a:moveTo>
                  <a:cubicBezTo>
                    <a:pt x="7584" y="2418"/>
                    <a:pt x="7629" y="2430"/>
                    <a:pt x="7677" y="2457"/>
                  </a:cubicBezTo>
                  <a:cubicBezTo>
                    <a:pt x="8015" y="2611"/>
                    <a:pt x="7892" y="3133"/>
                    <a:pt x="7523" y="3164"/>
                  </a:cubicBezTo>
                  <a:cubicBezTo>
                    <a:pt x="7516" y="3164"/>
                    <a:pt x="7509" y="3164"/>
                    <a:pt x="7502" y="3164"/>
                  </a:cubicBezTo>
                  <a:cubicBezTo>
                    <a:pt x="7118" y="3164"/>
                    <a:pt x="7220" y="2418"/>
                    <a:pt x="7543" y="2418"/>
                  </a:cubicBezTo>
                  <a:close/>
                  <a:moveTo>
                    <a:pt x="7466" y="4525"/>
                  </a:moveTo>
                  <a:cubicBezTo>
                    <a:pt x="7634" y="4525"/>
                    <a:pt x="7798" y="4625"/>
                    <a:pt x="7830" y="4822"/>
                  </a:cubicBezTo>
                  <a:cubicBezTo>
                    <a:pt x="7861" y="4975"/>
                    <a:pt x="7830" y="5129"/>
                    <a:pt x="7708" y="5221"/>
                  </a:cubicBezTo>
                  <a:cubicBezTo>
                    <a:pt x="7637" y="5270"/>
                    <a:pt x="7560" y="5292"/>
                    <a:pt x="7485" y="5292"/>
                  </a:cubicBezTo>
                  <a:cubicBezTo>
                    <a:pt x="7233" y="5292"/>
                    <a:pt x="6999" y="5044"/>
                    <a:pt x="7093" y="4760"/>
                  </a:cubicBezTo>
                  <a:cubicBezTo>
                    <a:pt x="7165" y="4602"/>
                    <a:pt x="7317" y="4525"/>
                    <a:pt x="7466" y="4525"/>
                  </a:cubicBezTo>
                  <a:close/>
                  <a:moveTo>
                    <a:pt x="5312" y="3440"/>
                  </a:moveTo>
                  <a:cubicBezTo>
                    <a:pt x="5527" y="3440"/>
                    <a:pt x="5712" y="3624"/>
                    <a:pt x="5712" y="3839"/>
                  </a:cubicBezTo>
                  <a:lnTo>
                    <a:pt x="5712" y="5528"/>
                  </a:lnTo>
                  <a:cubicBezTo>
                    <a:pt x="5712" y="5743"/>
                    <a:pt x="5558" y="5927"/>
                    <a:pt x="5343" y="5927"/>
                  </a:cubicBezTo>
                  <a:lnTo>
                    <a:pt x="2150" y="5927"/>
                  </a:lnTo>
                  <a:cubicBezTo>
                    <a:pt x="1935" y="5927"/>
                    <a:pt x="1751" y="5743"/>
                    <a:pt x="1751" y="5528"/>
                  </a:cubicBezTo>
                  <a:lnTo>
                    <a:pt x="1751" y="3839"/>
                  </a:lnTo>
                  <a:cubicBezTo>
                    <a:pt x="1751" y="3624"/>
                    <a:pt x="1935" y="3440"/>
                    <a:pt x="2150" y="3440"/>
                  </a:cubicBezTo>
                  <a:close/>
                  <a:moveTo>
                    <a:pt x="1198" y="1"/>
                  </a:moveTo>
                  <a:cubicBezTo>
                    <a:pt x="553" y="1"/>
                    <a:pt x="0" y="523"/>
                    <a:pt x="0" y="1198"/>
                  </a:cubicBezTo>
                  <a:lnTo>
                    <a:pt x="0" y="6418"/>
                  </a:lnTo>
                  <a:cubicBezTo>
                    <a:pt x="0" y="7094"/>
                    <a:pt x="553" y="7616"/>
                    <a:pt x="1198" y="7616"/>
                  </a:cubicBezTo>
                  <a:lnTo>
                    <a:pt x="8782" y="7616"/>
                  </a:lnTo>
                  <a:cubicBezTo>
                    <a:pt x="9396" y="7616"/>
                    <a:pt x="9918" y="7125"/>
                    <a:pt x="9980" y="6510"/>
                  </a:cubicBezTo>
                  <a:cubicBezTo>
                    <a:pt x="9980" y="6510"/>
                    <a:pt x="9980" y="1137"/>
                    <a:pt x="9980" y="1137"/>
                  </a:cubicBezTo>
                  <a:cubicBezTo>
                    <a:pt x="9949" y="492"/>
                    <a:pt x="9427" y="1"/>
                    <a:pt x="87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7"/>
            <p:cNvSpPr/>
            <p:nvPr/>
          </p:nvSpPr>
          <p:spPr>
            <a:xfrm>
              <a:off x="3993188" y="3766763"/>
              <a:ext cx="71275" cy="182000"/>
            </a:xfrm>
            <a:custGeom>
              <a:avLst/>
              <a:gdLst/>
              <a:ahLst/>
              <a:cxnLst/>
              <a:rect l="l" t="t" r="r" b="b"/>
              <a:pathLst>
                <a:path w="2851" h="7280" extrusionOk="0">
                  <a:moveTo>
                    <a:pt x="2045" y="1"/>
                  </a:moveTo>
                  <a:cubicBezTo>
                    <a:pt x="1957" y="1"/>
                    <a:pt x="1868" y="16"/>
                    <a:pt x="1781" y="48"/>
                  </a:cubicBezTo>
                  <a:lnTo>
                    <a:pt x="0" y="663"/>
                  </a:lnTo>
                  <a:lnTo>
                    <a:pt x="0" y="6589"/>
                  </a:lnTo>
                  <a:lnTo>
                    <a:pt x="1781" y="7234"/>
                  </a:lnTo>
                  <a:cubicBezTo>
                    <a:pt x="1869" y="7265"/>
                    <a:pt x="1958" y="7279"/>
                    <a:pt x="2044" y="7279"/>
                  </a:cubicBezTo>
                  <a:cubicBezTo>
                    <a:pt x="2473" y="7279"/>
                    <a:pt x="2851" y="6926"/>
                    <a:pt x="2825" y="6466"/>
                  </a:cubicBezTo>
                  <a:lnTo>
                    <a:pt x="2825" y="785"/>
                  </a:lnTo>
                  <a:cubicBezTo>
                    <a:pt x="2825" y="331"/>
                    <a:pt x="2451" y="1"/>
                    <a:pt x="20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4" name="Google Shape;3314;p67"/>
          <p:cNvSpPr/>
          <p:nvPr/>
        </p:nvSpPr>
        <p:spPr>
          <a:xfrm rot="10800000" flipH="1">
            <a:off x="1314007" y="1568588"/>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5" name="Google Shape;3315;p67"/>
          <p:cNvGrpSpPr/>
          <p:nvPr/>
        </p:nvGrpSpPr>
        <p:grpSpPr>
          <a:xfrm>
            <a:off x="1419498" y="1697851"/>
            <a:ext cx="297212" cy="249688"/>
            <a:chOff x="3723738" y="3081688"/>
            <a:chExt cx="345475" cy="290200"/>
          </a:xfrm>
        </p:grpSpPr>
        <p:sp>
          <p:nvSpPr>
            <p:cNvPr id="3316" name="Google Shape;3316;p67"/>
            <p:cNvSpPr/>
            <p:nvPr/>
          </p:nvSpPr>
          <p:spPr>
            <a:xfrm>
              <a:off x="3841963" y="3199138"/>
              <a:ext cx="109800" cy="109800"/>
            </a:xfrm>
            <a:custGeom>
              <a:avLst/>
              <a:gdLst/>
              <a:ahLst/>
              <a:cxnLst/>
              <a:rect l="l" t="t" r="r" b="b"/>
              <a:pathLst>
                <a:path w="4392" h="4392" extrusionOk="0">
                  <a:moveTo>
                    <a:pt x="2180" y="0"/>
                  </a:moveTo>
                  <a:cubicBezTo>
                    <a:pt x="983" y="0"/>
                    <a:pt x="0" y="983"/>
                    <a:pt x="0" y="2211"/>
                  </a:cubicBezTo>
                  <a:cubicBezTo>
                    <a:pt x="0" y="3409"/>
                    <a:pt x="983" y="4391"/>
                    <a:pt x="2180" y="4391"/>
                  </a:cubicBezTo>
                  <a:cubicBezTo>
                    <a:pt x="3408" y="4391"/>
                    <a:pt x="4391" y="3409"/>
                    <a:pt x="4391" y="2211"/>
                  </a:cubicBezTo>
                  <a:cubicBezTo>
                    <a:pt x="4391" y="983"/>
                    <a:pt x="3408" y="0"/>
                    <a:pt x="2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7"/>
            <p:cNvSpPr/>
            <p:nvPr/>
          </p:nvSpPr>
          <p:spPr>
            <a:xfrm>
              <a:off x="3816613" y="3081688"/>
              <a:ext cx="159700" cy="33800"/>
            </a:xfrm>
            <a:custGeom>
              <a:avLst/>
              <a:gdLst/>
              <a:ahLst/>
              <a:cxnLst/>
              <a:rect l="l" t="t" r="r" b="b"/>
              <a:pathLst>
                <a:path w="6388" h="1352" extrusionOk="0">
                  <a:moveTo>
                    <a:pt x="953" y="0"/>
                  </a:moveTo>
                  <a:cubicBezTo>
                    <a:pt x="553" y="0"/>
                    <a:pt x="216" y="277"/>
                    <a:pt x="154" y="676"/>
                  </a:cubicBezTo>
                  <a:lnTo>
                    <a:pt x="1" y="1352"/>
                  </a:lnTo>
                  <a:lnTo>
                    <a:pt x="6388" y="1352"/>
                  </a:lnTo>
                  <a:lnTo>
                    <a:pt x="6265" y="676"/>
                  </a:lnTo>
                  <a:cubicBezTo>
                    <a:pt x="6173" y="277"/>
                    <a:pt x="5835" y="0"/>
                    <a:pt x="5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7"/>
            <p:cNvSpPr/>
            <p:nvPr/>
          </p:nvSpPr>
          <p:spPr>
            <a:xfrm>
              <a:off x="3723738" y="3136188"/>
              <a:ext cx="345475" cy="235700"/>
            </a:xfrm>
            <a:custGeom>
              <a:avLst/>
              <a:gdLst/>
              <a:ahLst/>
              <a:cxnLst/>
              <a:rect l="l" t="t" r="r" b="b"/>
              <a:pathLst>
                <a:path w="13819" h="9428" extrusionOk="0">
                  <a:moveTo>
                    <a:pt x="3470" y="1720"/>
                  </a:moveTo>
                  <a:cubicBezTo>
                    <a:pt x="3992" y="1720"/>
                    <a:pt x="3992" y="2518"/>
                    <a:pt x="3470" y="2518"/>
                  </a:cubicBezTo>
                  <a:lnTo>
                    <a:pt x="2180" y="2518"/>
                  </a:lnTo>
                  <a:cubicBezTo>
                    <a:pt x="1628" y="2518"/>
                    <a:pt x="1628" y="1720"/>
                    <a:pt x="2180" y="1720"/>
                  </a:cubicBezTo>
                  <a:close/>
                  <a:moveTo>
                    <a:pt x="6881" y="1710"/>
                  </a:moveTo>
                  <a:cubicBezTo>
                    <a:pt x="8431" y="1710"/>
                    <a:pt x="9918" y="2915"/>
                    <a:pt x="9918" y="4729"/>
                  </a:cubicBezTo>
                  <a:cubicBezTo>
                    <a:pt x="9918" y="6357"/>
                    <a:pt x="8567" y="7708"/>
                    <a:pt x="6909" y="7708"/>
                  </a:cubicBezTo>
                  <a:cubicBezTo>
                    <a:pt x="4238" y="7708"/>
                    <a:pt x="2917" y="4484"/>
                    <a:pt x="4790" y="2580"/>
                  </a:cubicBezTo>
                  <a:cubicBezTo>
                    <a:pt x="5401" y="1979"/>
                    <a:pt x="6148" y="1710"/>
                    <a:pt x="6881" y="1710"/>
                  </a:cubicBezTo>
                  <a:close/>
                  <a:moveTo>
                    <a:pt x="1229" y="1"/>
                  </a:moveTo>
                  <a:cubicBezTo>
                    <a:pt x="553" y="1"/>
                    <a:pt x="0" y="523"/>
                    <a:pt x="0" y="1198"/>
                  </a:cubicBezTo>
                  <a:lnTo>
                    <a:pt x="0" y="8230"/>
                  </a:lnTo>
                  <a:cubicBezTo>
                    <a:pt x="0" y="8905"/>
                    <a:pt x="553" y="9427"/>
                    <a:pt x="1229" y="9427"/>
                  </a:cubicBezTo>
                  <a:lnTo>
                    <a:pt x="12621" y="9427"/>
                  </a:lnTo>
                  <a:cubicBezTo>
                    <a:pt x="13296" y="9427"/>
                    <a:pt x="13818" y="8905"/>
                    <a:pt x="13818" y="8230"/>
                  </a:cubicBezTo>
                  <a:lnTo>
                    <a:pt x="13818" y="1198"/>
                  </a:lnTo>
                  <a:cubicBezTo>
                    <a:pt x="13818" y="553"/>
                    <a:pt x="13296" y="1"/>
                    <a:pt x="126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322"/>
        <p:cNvGrpSpPr/>
        <p:nvPr/>
      </p:nvGrpSpPr>
      <p:grpSpPr>
        <a:xfrm>
          <a:off x="0" y="0"/>
          <a:ext cx="0" cy="0"/>
          <a:chOff x="0" y="0"/>
          <a:chExt cx="0" cy="0"/>
        </a:xfrm>
      </p:grpSpPr>
      <p:sp>
        <p:nvSpPr>
          <p:cNvPr id="3323" name="Google Shape;3323;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Horario de actividades</a:t>
            </a:r>
            <a:endParaRPr/>
          </a:p>
        </p:txBody>
      </p:sp>
      <p:sp>
        <p:nvSpPr>
          <p:cNvPr id="3324" name="Google Shape;3324;p68"/>
          <p:cNvSpPr txBox="1"/>
          <p:nvPr/>
        </p:nvSpPr>
        <p:spPr>
          <a:xfrm>
            <a:off x="1729172" y="1547000"/>
            <a:ext cx="16881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Mercurio</a:t>
            </a:r>
            <a:endParaRPr sz="2200" b="1">
              <a:solidFill>
                <a:schemeClr val="dk1"/>
              </a:solidFill>
              <a:latin typeface="IBM Plex Mono"/>
              <a:ea typeface="IBM Plex Mono"/>
              <a:cs typeface="IBM Plex Mono"/>
              <a:sym typeface="IBM Plex Mono"/>
            </a:endParaRPr>
          </a:p>
        </p:txBody>
      </p:sp>
      <p:sp>
        <p:nvSpPr>
          <p:cNvPr id="3325" name="Google Shape;3325;p68"/>
          <p:cNvSpPr txBox="1"/>
          <p:nvPr/>
        </p:nvSpPr>
        <p:spPr>
          <a:xfrm>
            <a:off x="3964863" y="1547000"/>
            <a:ext cx="21576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Mercurio es el planeta más cercano al Sol</a:t>
            </a:r>
            <a:endParaRPr>
              <a:solidFill>
                <a:schemeClr val="dk1"/>
              </a:solidFill>
              <a:latin typeface="Metrophobic"/>
              <a:ea typeface="Metrophobic"/>
              <a:cs typeface="Metrophobic"/>
              <a:sym typeface="Metrophobic"/>
            </a:endParaRPr>
          </a:p>
        </p:txBody>
      </p:sp>
      <p:sp>
        <p:nvSpPr>
          <p:cNvPr id="3326" name="Google Shape;3326;p68"/>
          <p:cNvSpPr txBox="1"/>
          <p:nvPr/>
        </p:nvSpPr>
        <p:spPr>
          <a:xfrm>
            <a:off x="6422850" y="1547000"/>
            <a:ext cx="1935300" cy="61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09:00</a:t>
            </a:r>
            <a:endParaRPr sz="2800" b="1">
              <a:solidFill>
                <a:schemeClr val="accent2"/>
              </a:solidFill>
              <a:latin typeface="IBM Plex Mono"/>
              <a:ea typeface="IBM Plex Mono"/>
              <a:cs typeface="IBM Plex Mono"/>
              <a:sym typeface="IBM Plex Mono"/>
            </a:endParaRPr>
          </a:p>
        </p:txBody>
      </p:sp>
      <p:sp>
        <p:nvSpPr>
          <p:cNvPr id="3327" name="Google Shape;3327;p68"/>
          <p:cNvSpPr txBox="1"/>
          <p:nvPr/>
        </p:nvSpPr>
        <p:spPr>
          <a:xfrm>
            <a:off x="1729150" y="2313125"/>
            <a:ext cx="16881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Venus</a:t>
            </a:r>
            <a:endParaRPr sz="2200" b="1">
              <a:solidFill>
                <a:schemeClr val="dk1"/>
              </a:solidFill>
              <a:latin typeface="IBM Plex Mono"/>
              <a:ea typeface="IBM Plex Mono"/>
              <a:cs typeface="IBM Plex Mono"/>
              <a:sym typeface="IBM Plex Mono"/>
            </a:endParaRPr>
          </a:p>
        </p:txBody>
      </p:sp>
      <p:sp>
        <p:nvSpPr>
          <p:cNvPr id="3328" name="Google Shape;3328;p68"/>
          <p:cNvSpPr txBox="1"/>
          <p:nvPr/>
        </p:nvSpPr>
        <p:spPr>
          <a:xfrm>
            <a:off x="3964850" y="2313125"/>
            <a:ext cx="21576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Es el segundo planeta más cercano al Sol</a:t>
            </a:r>
            <a:endParaRPr>
              <a:solidFill>
                <a:schemeClr val="dk1"/>
              </a:solidFill>
              <a:latin typeface="Metrophobic"/>
              <a:ea typeface="Metrophobic"/>
              <a:cs typeface="Metrophobic"/>
              <a:sym typeface="Metrophobic"/>
            </a:endParaRPr>
          </a:p>
        </p:txBody>
      </p:sp>
      <p:sp>
        <p:nvSpPr>
          <p:cNvPr id="3329" name="Google Shape;3329;p68"/>
          <p:cNvSpPr txBox="1"/>
          <p:nvPr/>
        </p:nvSpPr>
        <p:spPr>
          <a:xfrm>
            <a:off x="6422850" y="2313125"/>
            <a:ext cx="1935300" cy="61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12:00</a:t>
            </a:r>
            <a:endParaRPr sz="2800" b="1">
              <a:solidFill>
                <a:schemeClr val="accent2"/>
              </a:solidFill>
              <a:latin typeface="IBM Plex Mono"/>
              <a:ea typeface="IBM Plex Mono"/>
              <a:cs typeface="IBM Plex Mono"/>
              <a:sym typeface="IBM Plex Mono"/>
            </a:endParaRPr>
          </a:p>
        </p:txBody>
      </p:sp>
      <p:sp>
        <p:nvSpPr>
          <p:cNvPr id="3330" name="Google Shape;3330;p68"/>
          <p:cNvSpPr txBox="1"/>
          <p:nvPr/>
        </p:nvSpPr>
        <p:spPr>
          <a:xfrm>
            <a:off x="1729150" y="3079250"/>
            <a:ext cx="16881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Tierra</a:t>
            </a:r>
            <a:endParaRPr sz="2200" b="1">
              <a:solidFill>
                <a:schemeClr val="dk1"/>
              </a:solidFill>
              <a:latin typeface="IBM Plex Mono"/>
              <a:ea typeface="IBM Plex Mono"/>
              <a:cs typeface="IBM Plex Mono"/>
              <a:sym typeface="IBM Plex Mono"/>
            </a:endParaRPr>
          </a:p>
        </p:txBody>
      </p:sp>
      <p:sp>
        <p:nvSpPr>
          <p:cNvPr id="3331" name="Google Shape;3331;p68"/>
          <p:cNvSpPr txBox="1"/>
          <p:nvPr/>
        </p:nvSpPr>
        <p:spPr>
          <a:xfrm>
            <a:off x="3964850" y="3079250"/>
            <a:ext cx="21576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Es el tercer planeta más cercano al Sol</a:t>
            </a:r>
            <a:endParaRPr>
              <a:solidFill>
                <a:schemeClr val="dk1"/>
              </a:solidFill>
              <a:latin typeface="Metrophobic"/>
              <a:ea typeface="Metrophobic"/>
              <a:cs typeface="Metrophobic"/>
              <a:sym typeface="Metrophobic"/>
            </a:endParaRPr>
          </a:p>
        </p:txBody>
      </p:sp>
      <p:sp>
        <p:nvSpPr>
          <p:cNvPr id="3332" name="Google Shape;3332;p68"/>
          <p:cNvSpPr txBox="1"/>
          <p:nvPr/>
        </p:nvSpPr>
        <p:spPr>
          <a:xfrm>
            <a:off x="6422850" y="3079250"/>
            <a:ext cx="1935300" cy="61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15:00</a:t>
            </a:r>
            <a:endParaRPr sz="2800" b="1">
              <a:solidFill>
                <a:schemeClr val="accent2"/>
              </a:solidFill>
              <a:latin typeface="IBM Plex Mono"/>
              <a:ea typeface="IBM Plex Mono"/>
              <a:cs typeface="IBM Plex Mono"/>
              <a:sym typeface="IBM Plex Mono"/>
            </a:endParaRPr>
          </a:p>
        </p:txBody>
      </p:sp>
      <p:sp>
        <p:nvSpPr>
          <p:cNvPr id="3333" name="Google Shape;3333;p68"/>
          <p:cNvSpPr txBox="1"/>
          <p:nvPr/>
        </p:nvSpPr>
        <p:spPr>
          <a:xfrm>
            <a:off x="1729150" y="3845375"/>
            <a:ext cx="16881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dk1"/>
                </a:solidFill>
                <a:latin typeface="IBM Plex Mono"/>
                <a:ea typeface="IBM Plex Mono"/>
                <a:cs typeface="IBM Plex Mono"/>
                <a:sym typeface="IBM Plex Mono"/>
              </a:rPr>
              <a:t>Marte</a:t>
            </a:r>
            <a:endParaRPr sz="2200" b="1">
              <a:solidFill>
                <a:schemeClr val="dk1"/>
              </a:solidFill>
              <a:latin typeface="IBM Plex Mono"/>
              <a:ea typeface="IBM Plex Mono"/>
              <a:cs typeface="IBM Plex Mono"/>
              <a:sym typeface="IBM Plex Mono"/>
            </a:endParaRPr>
          </a:p>
        </p:txBody>
      </p:sp>
      <p:sp>
        <p:nvSpPr>
          <p:cNvPr id="3334" name="Google Shape;3334;p68"/>
          <p:cNvSpPr txBox="1"/>
          <p:nvPr/>
        </p:nvSpPr>
        <p:spPr>
          <a:xfrm>
            <a:off x="3964850" y="3845375"/>
            <a:ext cx="21576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etrophobic"/>
                <a:ea typeface="Metrophobic"/>
                <a:cs typeface="Metrophobic"/>
                <a:sym typeface="Metrophobic"/>
              </a:rPr>
              <a:t>Marte es en realidad un lugar frío</a:t>
            </a:r>
            <a:endParaRPr>
              <a:solidFill>
                <a:schemeClr val="dk1"/>
              </a:solidFill>
              <a:latin typeface="Metrophobic"/>
              <a:ea typeface="Metrophobic"/>
              <a:cs typeface="Metrophobic"/>
              <a:sym typeface="Metrophobic"/>
            </a:endParaRPr>
          </a:p>
        </p:txBody>
      </p:sp>
      <p:sp>
        <p:nvSpPr>
          <p:cNvPr id="3335" name="Google Shape;3335;p68"/>
          <p:cNvSpPr txBox="1"/>
          <p:nvPr/>
        </p:nvSpPr>
        <p:spPr>
          <a:xfrm>
            <a:off x="6422850" y="3845375"/>
            <a:ext cx="1935300" cy="61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accent2"/>
                </a:solidFill>
                <a:latin typeface="IBM Plex Mono"/>
                <a:ea typeface="IBM Plex Mono"/>
                <a:cs typeface="IBM Plex Mono"/>
                <a:sym typeface="IBM Plex Mono"/>
              </a:rPr>
              <a:t>18:00</a:t>
            </a:r>
            <a:endParaRPr sz="2800" b="1">
              <a:solidFill>
                <a:schemeClr val="accent2"/>
              </a:solidFill>
              <a:latin typeface="IBM Plex Mono"/>
              <a:ea typeface="IBM Plex Mono"/>
              <a:cs typeface="IBM Plex Mono"/>
              <a:sym typeface="IBM Plex Mono"/>
            </a:endParaRPr>
          </a:p>
        </p:txBody>
      </p:sp>
      <p:cxnSp>
        <p:nvCxnSpPr>
          <p:cNvPr id="3336" name="Google Shape;3336;p68"/>
          <p:cNvCxnSpPr>
            <a:stCxn id="3324" idx="3"/>
            <a:endCxn id="3325" idx="1"/>
          </p:cNvCxnSpPr>
          <p:nvPr/>
        </p:nvCxnSpPr>
        <p:spPr>
          <a:xfrm>
            <a:off x="3417272" y="1852400"/>
            <a:ext cx="5475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37" name="Google Shape;3337;p68"/>
          <p:cNvCxnSpPr>
            <a:stCxn id="3326" idx="1"/>
            <a:endCxn id="3325" idx="3"/>
          </p:cNvCxnSpPr>
          <p:nvPr/>
        </p:nvCxnSpPr>
        <p:spPr>
          <a:xfrm rot="10800000">
            <a:off x="6122550" y="1852400"/>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38" name="Google Shape;3338;p68"/>
          <p:cNvCxnSpPr>
            <a:stCxn id="3328" idx="1"/>
            <a:endCxn id="3327" idx="3"/>
          </p:cNvCxnSpPr>
          <p:nvPr/>
        </p:nvCxnSpPr>
        <p:spPr>
          <a:xfrm rot="10800000">
            <a:off x="3417350" y="2618525"/>
            <a:ext cx="5475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39" name="Google Shape;3339;p68"/>
          <p:cNvCxnSpPr>
            <a:stCxn id="3329" idx="1"/>
            <a:endCxn id="3328" idx="3"/>
          </p:cNvCxnSpPr>
          <p:nvPr/>
        </p:nvCxnSpPr>
        <p:spPr>
          <a:xfrm rot="10800000">
            <a:off x="6122550" y="2618525"/>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40" name="Google Shape;3340;p68"/>
          <p:cNvCxnSpPr>
            <a:stCxn id="3331" idx="1"/>
            <a:endCxn id="3330" idx="3"/>
          </p:cNvCxnSpPr>
          <p:nvPr/>
        </p:nvCxnSpPr>
        <p:spPr>
          <a:xfrm rot="10800000">
            <a:off x="3417350" y="3384650"/>
            <a:ext cx="5475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41" name="Google Shape;3341;p68"/>
          <p:cNvCxnSpPr>
            <a:stCxn id="3332" idx="1"/>
            <a:endCxn id="3331" idx="3"/>
          </p:cNvCxnSpPr>
          <p:nvPr/>
        </p:nvCxnSpPr>
        <p:spPr>
          <a:xfrm rot="10800000">
            <a:off x="6122550" y="3384650"/>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42" name="Google Shape;3342;p68"/>
          <p:cNvCxnSpPr>
            <a:stCxn id="3334" idx="1"/>
            <a:endCxn id="3333" idx="3"/>
          </p:cNvCxnSpPr>
          <p:nvPr/>
        </p:nvCxnSpPr>
        <p:spPr>
          <a:xfrm rot="10800000">
            <a:off x="3417350" y="4150775"/>
            <a:ext cx="5475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43" name="Google Shape;3343;p68"/>
          <p:cNvCxnSpPr>
            <a:stCxn id="3335" idx="1"/>
            <a:endCxn id="3334" idx="3"/>
          </p:cNvCxnSpPr>
          <p:nvPr/>
        </p:nvCxnSpPr>
        <p:spPr>
          <a:xfrm rot="10800000">
            <a:off x="6122550" y="4150775"/>
            <a:ext cx="300300" cy="0"/>
          </a:xfrm>
          <a:prstGeom prst="straightConnector1">
            <a:avLst/>
          </a:prstGeom>
          <a:noFill/>
          <a:ln w="19050" cap="sq" cmpd="sng">
            <a:solidFill>
              <a:schemeClr val="accent2"/>
            </a:solidFill>
            <a:prstDash val="solid"/>
            <a:miter lim="8000"/>
            <a:headEnd type="none" w="med" len="med"/>
            <a:tailEnd type="none" w="med" len="med"/>
          </a:ln>
        </p:spPr>
      </p:cxnSp>
      <p:sp>
        <p:nvSpPr>
          <p:cNvPr id="3344" name="Google Shape;3344;p68"/>
          <p:cNvSpPr/>
          <p:nvPr/>
        </p:nvSpPr>
        <p:spPr>
          <a:xfrm>
            <a:off x="785900" y="1547000"/>
            <a:ext cx="642900" cy="610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lt1"/>
                </a:solidFill>
                <a:latin typeface="IBM Plex Mono"/>
                <a:ea typeface="IBM Plex Mono"/>
                <a:cs typeface="IBM Plex Mono"/>
                <a:sym typeface="IBM Plex Mono"/>
              </a:rPr>
              <a:t>1</a:t>
            </a:r>
            <a:endParaRPr sz="2800" b="1">
              <a:solidFill>
                <a:schemeClr val="lt1"/>
              </a:solidFill>
              <a:latin typeface="IBM Plex Mono"/>
              <a:ea typeface="IBM Plex Mono"/>
              <a:cs typeface="IBM Plex Mono"/>
              <a:sym typeface="IBM Plex Mono"/>
            </a:endParaRPr>
          </a:p>
        </p:txBody>
      </p:sp>
      <p:sp>
        <p:nvSpPr>
          <p:cNvPr id="3345" name="Google Shape;3345;p68"/>
          <p:cNvSpPr/>
          <p:nvPr/>
        </p:nvSpPr>
        <p:spPr>
          <a:xfrm>
            <a:off x="785850" y="2313113"/>
            <a:ext cx="642900" cy="610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lt1"/>
                </a:solidFill>
                <a:latin typeface="IBM Plex Mono"/>
                <a:ea typeface="IBM Plex Mono"/>
                <a:cs typeface="IBM Plex Mono"/>
                <a:sym typeface="IBM Plex Mono"/>
              </a:rPr>
              <a:t>2</a:t>
            </a:r>
            <a:endParaRPr sz="2800" b="1">
              <a:solidFill>
                <a:schemeClr val="lt1"/>
              </a:solidFill>
              <a:latin typeface="IBM Plex Mono"/>
              <a:ea typeface="IBM Plex Mono"/>
              <a:cs typeface="IBM Plex Mono"/>
              <a:sym typeface="IBM Plex Mono"/>
            </a:endParaRPr>
          </a:p>
        </p:txBody>
      </p:sp>
      <p:sp>
        <p:nvSpPr>
          <p:cNvPr id="3346" name="Google Shape;3346;p68"/>
          <p:cNvSpPr/>
          <p:nvPr/>
        </p:nvSpPr>
        <p:spPr>
          <a:xfrm>
            <a:off x="785850" y="3079225"/>
            <a:ext cx="642900" cy="610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lt1"/>
                </a:solidFill>
                <a:latin typeface="IBM Plex Mono"/>
                <a:ea typeface="IBM Plex Mono"/>
                <a:cs typeface="IBM Plex Mono"/>
                <a:sym typeface="IBM Plex Mono"/>
              </a:rPr>
              <a:t>3</a:t>
            </a:r>
            <a:endParaRPr sz="2800" b="1">
              <a:solidFill>
                <a:schemeClr val="lt1"/>
              </a:solidFill>
              <a:latin typeface="IBM Plex Mono"/>
              <a:ea typeface="IBM Plex Mono"/>
              <a:cs typeface="IBM Plex Mono"/>
              <a:sym typeface="IBM Plex Mono"/>
            </a:endParaRPr>
          </a:p>
        </p:txBody>
      </p:sp>
      <p:sp>
        <p:nvSpPr>
          <p:cNvPr id="3347" name="Google Shape;3347;p68"/>
          <p:cNvSpPr/>
          <p:nvPr/>
        </p:nvSpPr>
        <p:spPr>
          <a:xfrm>
            <a:off x="785850" y="3845338"/>
            <a:ext cx="642900" cy="610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lt1"/>
                </a:solidFill>
                <a:latin typeface="IBM Plex Mono"/>
                <a:ea typeface="IBM Plex Mono"/>
                <a:cs typeface="IBM Plex Mono"/>
                <a:sym typeface="IBM Plex Mono"/>
              </a:rPr>
              <a:t>4</a:t>
            </a:r>
            <a:endParaRPr sz="2800" b="1">
              <a:solidFill>
                <a:schemeClr val="lt1"/>
              </a:solidFill>
              <a:latin typeface="IBM Plex Mono"/>
              <a:ea typeface="IBM Plex Mono"/>
              <a:cs typeface="IBM Plex Mono"/>
              <a:sym typeface="IBM Plex Mono"/>
            </a:endParaRPr>
          </a:p>
        </p:txBody>
      </p:sp>
      <p:cxnSp>
        <p:nvCxnSpPr>
          <p:cNvPr id="3348" name="Google Shape;3348;p68"/>
          <p:cNvCxnSpPr>
            <a:stCxn id="3344" idx="6"/>
            <a:endCxn id="3324" idx="1"/>
          </p:cNvCxnSpPr>
          <p:nvPr/>
        </p:nvCxnSpPr>
        <p:spPr>
          <a:xfrm>
            <a:off x="1428800" y="1852400"/>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49" name="Google Shape;3349;p68"/>
          <p:cNvCxnSpPr>
            <a:stCxn id="3345" idx="6"/>
            <a:endCxn id="3327" idx="1"/>
          </p:cNvCxnSpPr>
          <p:nvPr/>
        </p:nvCxnSpPr>
        <p:spPr>
          <a:xfrm>
            <a:off x="1428750" y="2618513"/>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50" name="Google Shape;3350;p68"/>
          <p:cNvCxnSpPr>
            <a:stCxn id="3346" idx="6"/>
            <a:endCxn id="3330" idx="1"/>
          </p:cNvCxnSpPr>
          <p:nvPr/>
        </p:nvCxnSpPr>
        <p:spPr>
          <a:xfrm>
            <a:off x="1428750" y="3384625"/>
            <a:ext cx="300300" cy="0"/>
          </a:xfrm>
          <a:prstGeom prst="straightConnector1">
            <a:avLst/>
          </a:prstGeom>
          <a:noFill/>
          <a:ln w="19050" cap="sq" cmpd="sng">
            <a:solidFill>
              <a:schemeClr val="accent2"/>
            </a:solidFill>
            <a:prstDash val="solid"/>
            <a:miter lim="8000"/>
            <a:headEnd type="none" w="med" len="med"/>
            <a:tailEnd type="none" w="med" len="med"/>
          </a:ln>
        </p:spPr>
      </p:cxnSp>
      <p:cxnSp>
        <p:nvCxnSpPr>
          <p:cNvPr id="3351" name="Google Shape;3351;p68"/>
          <p:cNvCxnSpPr>
            <a:stCxn id="3347" idx="6"/>
            <a:endCxn id="3333" idx="1"/>
          </p:cNvCxnSpPr>
          <p:nvPr/>
        </p:nvCxnSpPr>
        <p:spPr>
          <a:xfrm>
            <a:off x="1428750" y="4150738"/>
            <a:ext cx="300300" cy="0"/>
          </a:xfrm>
          <a:prstGeom prst="straightConnector1">
            <a:avLst/>
          </a:prstGeom>
          <a:noFill/>
          <a:ln w="19050" cap="sq" cmpd="sng">
            <a:solidFill>
              <a:schemeClr val="accent2"/>
            </a:solidFill>
            <a:prstDash val="solid"/>
            <a:miter lim="8000"/>
            <a:headEnd type="none" w="med" len="med"/>
            <a:tailEnd type="none" w="med" len="med"/>
          </a:ln>
        </p:spPr>
      </p:cxnSp>
      <p:grpSp>
        <p:nvGrpSpPr>
          <p:cNvPr id="3352" name="Google Shape;3352;p68"/>
          <p:cNvGrpSpPr/>
          <p:nvPr/>
        </p:nvGrpSpPr>
        <p:grpSpPr>
          <a:xfrm>
            <a:off x="8515272" y="1779588"/>
            <a:ext cx="368400" cy="368400"/>
            <a:chOff x="8515272" y="1779588"/>
            <a:chExt cx="368400" cy="368400"/>
          </a:xfrm>
        </p:grpSpPr>
        <p:sp>
          <p:nvSpPr>
            <p:cNvPr id="3353" name="Google Shape;3353;p68"/>
            <p:cNvSpPr/>
            <p:nvPr/>
          </p:nvSpPr>
          <p:spPr>
            <a:xfrm>
              <a:off x="8515272" y="1779588"/>
              <a:ext cx="368400" cy="368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68"/>
            <p:cNvGrpSpPr/>
            <p:nvPr/>
          </p:nvGrpSpPr>
          <p:grpSpPr>
            <a:xfrm>
              <a:off x="8627358" y="1847729"/>
              <a:ext cx="144228" cy="232138"/>
              <a:chOff x="6444288" y="2402288"/>
              <a:chExt cx="196550" cy="316350"/>
            </a:xfrm>
          </p:grpSpPr>
          <p:sp>
            <p:nvSpPr>
              <p:cNvPr id="3355" name="Google Shape;3355;p68"/>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8"/>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8"/>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361"/>
        <p:cNvGrpSpPr/>
        <p:nvPr/>
      </p:nvGrpSpPr>
      <p:grpSpPr>
        <a:xfrm>
          <a:off x="0" y="0"/>
          <a:ext cx="0" cy="0"/>
          <a:chOff x="0" y="0"/>
          <a:chExt cx="0" cy="0"/>
        </a:xfrm>
      </p:grpSpPr>
      <p:sp>
        <p:nvSpPr>
          <p:cNvPr id="3362" name="Google Shape;3362;p69"/>
          <p:cNvSpPr txBox="1">
            <a:spLocks noGrp="1"/>
          </p:cNvSpPr>
          <p:nvPr>
            <p:ph type="title"/>
          </p:nvPr>
        </p:nvSpPr>
        <p:spPr>
          <a:xfrm>
            <a:off x="2241626" y="539500"/>
            <a:ext cx="4660800" cy="928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¡Gracias!</a:t>
            </a:r>
            <a:endParaRPr/>
          </a:p>
        </p:txBody>
      </p:sp>
      <p:sp>
        <p:nvSpPr>
          <p:cNvPr id="3363" name="Google Shape;3363;p69"/>
          <p:cNvSpPr txBox="1">
            <a:spLocks noGrp="1"/>
          </p:cNvSpPr>
          <p:nvPr>
            <p:ph type="subTitle" idx="1"/>
          </p:nvPr>
        </p:nvSpPr>
        <p:spPr>
          <a:xfrm>
            <a:off x="2241574" y="1509625"/>
            <a:ext cx="46608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b="1"/>
              <a:t>¿Tienes alguna pregunta?</a:t>
            </a:r>
            <a:endParaRPr sz="1600" b="1"/>
          </a:p>
          <a:p>
            <a:pPr marL="0" lvl="0" indent="0" algn="ctr" rtl="0">
              <a:spcBef>
                <a:spcPts val="0"/>
              </a:spcBef>
              <a:spcAft>
                <a:spcPts val="0"/>
              </a:spcAft>
              <a:buNone/>
            </a:pPr>
            <a:r>
              <a:rPr lang="en"/>
              <a:t>tuemail@freepik.com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tupaginaweb.com</a:t>
            </a:r>
            <a:endParaRPr/>
          </a:p>
        </p:txBody>
      </p:sp>
      <p:sp>
        <p:nvSpPr>
          <p:cNvPr id="3364" name="Google Shape;3364;p69"/>
          <p:cNvSpPr txBox="1"/>
          <p:nvPr/>
        </p:nvSpPr>
        <p:spPr>
          <a:xfrm>
            <a:off x="2241600" y="4343600"/>
            <a:ext cx="4660800" cy="26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Metrophobic"/>
                <a:ea typeface="Metrophobic"/>
                <a:cs typeface="Metrophobic"/>
                <a:sym typeface="Metrophobic"/>
              </a:rPr>
              <a:t>Por favor, conserva esta diapositiva para atribuirnos</a:t>
            </a:r>
            <a:endParaRPr sz="1000">
              <a:solidFill>
                <a:schemeClr val="dk1"/>
              </a:solidFill>
              <a:latin typeface="Metrophobic"/>
              <a:ea typeface="Metrophobic"/>
              <a:cs typeface="Metrophobic"/>
              <a:sym typeface="Metrophobic"/>
            </a:endParaRPr>
          </a:p>
        </p:txBody>
      </p:sp>
      <p:sp>
        <p:nvSpPr>
          <p:cNvPr id="3365" name="Google Shape;3365;p69"/>
          <p:cNvSpPr/>
          <p:nvPr/>
        </p:nvSpPr>
        <p:spPr>
          <a:xfrm>
            <a:off x="2875759" y="2810883"/>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9"/>
          <p:cNvSpPr/>
          <p:nvPr/>
        </p:nvSpPr>
        <p:spPr>
          <a:xfrm>
            <a:off x="3782909" y="2810883"/>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9"/>
          <p:cNvSpPr/>
          <p:nvPr/>
        </p:nvSpPr>
        <p:spPr>
          <a:xfrm>
            <a:off x="4690059" y="2810883"/>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9"/>
          <p:cNvSpPr/>
          <p:nvPr/>
        </p:nvSpPr>
        <p:spPr>
          <a:xfrm>
            <a:off x="5597209" y="2810883"/>
            <a:ext cx="671100" cy="671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69" name="Google Shape;3369;p69"/>
          <p:cNvGrpSpPr/>
          <p:nvPr/>
        </p:nvGrpSpPr>
        <p:grpSpPr>
          <a:xfrm>
            <a:off x="3040380" y="2975521"/>
            <a:ext cx="341842" cy="341824"/>
            <a:chOff x="266768" y="1721375"/>
            <a:chExt cx="397907" cy="397887"/>
          </a:xfrm>
        </p:grpSpPr>
        <p:sp>
          <p:nvSpPr>
            <p:cNvPr id="3370" name="Google Shape;3370;p6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 name="Google Shape;3372;p69"/>
          <p:cNvGrpSpPr/>
          <p:nvPr/>
        </p:nvGrpSpPr>
        <p:grpSpPr>
          <a:xfrm>
            <a:off x="4854676" y="2975521"/>
            <a:ext cx="341824" cy="341824"/>
            <a:chOff x="1379798" y="1723250"/>
            <a:chExt cx="397887" cy="397887"/>
          </a:xfrm>
        </p:grpSpPr>
        <p:sp>
          <p:nvSpPr>
            <p:cNvPr id="3373" name="Google Shape;3373;p6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7" name="Google Shape;3377;p69"/>
          <p:cNvGrpSpPr/>
          <p:nvPr/>
        </p:nvGrpSpPr>
        <p:grpSpPr>
          <a:xfrm>
            <a:off x="3947540" y="2975521"/>
            <a:ext cx="341806" cy="341824"/>
            <a:chOff x="864491" y="1723250"/>
            <a:chExt cx="397866" cy="397887"/>
          </a:xfrm>
        </p:grpSpPr>
        <p:sp>
          <p:nvSpPr>
            <p:cNvPr id="3378" name="Google Shape;3378;p6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1" name="Google Shape;3381;p69"/>
          <p:cNvSpPr/>
          <p:nvPr/>
        </p:nvSpPr>
        <p:spPr>
          <a:xfrm>
            <a:off x="5761313" y="3006615"/>
            <a:ext cx="342857" cy="279636"/>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2" name="Google Shape;3382;p69"/>
          <p:cNvGrpSpPr/>
          <p:nvPr/>
        </p:nvGrpSpPr>
        <p:grpSpPr>
          <a:xfrm>
            <a:off x="1136300" y="-496875"/>
            <a:ext cx="556075" cy="1443800"/>
            <a:chOff x="1386400" y="363550"/>
            <a:chExt cx="556075" cy="1443800"/>
          </a:xfrm>
        </p:grpSpPr>
        <p:sp>
          <p:nvSpPr>
            <p:cNvPr id="3383" name="Google Shape;3383;p69"/>
            <p:cNvSpPr/>
            <p:nvPr/>
          </p:nvSpPr>
          <p:spPr>
            <a:xfrm>
              <a:off x="1574875" y="739475"/>
              <a:ext cx="164550" cy="671125"/>
            </a:xfrm>
            <a:custGeom>
              <a:avLst/>
              <a:gdLst/>
              <a:ahLst/>
              <a:cxnLst/>
              <a:rect l="l" t="t" r="r" b="b"/>
              <a:pathLst>
                <a:path w="6582" h="26845" fill="none" extrusionOk="0">
                  <a:moveTo>
                    <a:pt x="1" y="0"/>
                  </a:moveTo>
                  <a:lnTo>
                    <a:pt x="3458" y="0"/>
                  </a:lnTo>
                  <a:cubicBezTo>
                    <a:pt x="5187" y="0"/>
                    <a:pt x="6582" y="1395"/>
                    <a:pt x="6582" y="3124"/>
                  </a:cubicBezTo>
                  <a:lnTo>
                    <a:pt x="6582" y="26845"/>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9"/>
            <p:cNvSpPr/>
            <p:nvPr/>
          </p:nvSpPr>
          <p:spPr>
            <a:xfrm>
              <a:off x="1595200" y="363550"/>
              <a:ext cx="36450" cy="36475"/>
            </a:xfrm>
            <a:custGeom>
              <a:avLst/>
              <a:gdLst/>
              <a:ahLst/>
              <a:cxnLst/>
              <a:rect l="l" t="t" r="r" b="b"/>
              <a:pathLst>
                <a:path w="1458" h="1459" extrusionOk="0">
                  <a:moveTo>
                    <a:pt x="729" y="1"/>
                  </a:moveTo>
                  <a:cubicBezTo>
                    <a:pt x="313" y="1"/>
                    <a:pt x="0" y="334"/>
                    <a:pt x="0" y="730"/>
                  </a:cubicBezTo>
                  <a:cubicBezTo>
                    <a:pt x="0" y="1125"/>
                    <a:pt x="313" y="1459"/>
                    <a:pt x="729" y="1459"/>
                  </a:cubicBezTo>
                  <a:cubicBezTo>
                    <a:pt x="1125" y="1459"/>
                    <a:pt x="1458" y="1125"/>
                    <a:pt x="1458" y="730"/>
                  </a:cubicBezTo>
                  <a:cubicBezTo>
                    <a:pt x="1458" y="334"/>
                    <a:pt x="1125" y="1"/>
                    <a:pt x="7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9"/>
            <p:cNvSpPr/>
            <p:nvPr/>
          </p:nvSpPr>
          <p:spPr>
            <a:xfrm>
              <a:off x="1906025" y="1770875"/>
              <a:ext cx="36450" cy="36475"/>
            </a:xfrm>
            <a:custGeom>
              <a:avLst/>
              <a:gdLst/>
              <a:ahLst/>
              <a:cxnLst/>
              <a:rect l="l" t="t" r="r" b="b"/>
              <a:pathLst>
                <a:path w="1458" h="1459" extrusionOk="0">
                  <a:moveTo>
                    <a:pt x="729" y="0"/>
                  </a:moveTo>
                  <a:cubicBezTo>
                    <a:pt x="333" y="0"/>
                    <a:pt x="0" y="333"/>
                    <a:pt x="0" y="729"/>
                  </a:cubicBezTo>
                  <a:cubicBezTo>
                    <a:pt x="0" y="1146"/>
                    <a:pt x="333" y="1458"/>
                    <a:pt x="729" y="1458"/>
                  </a:cubicBezTo>
                  <a:cubicBezTo>
                    <a:pt x="1125" y="1458"/>
                    <a:pt x="1458" y="1146"/>
                    <a:pt x="1458" y="729"/>
                  </a:cubicBezTo>
                  <a:cubicBezTo>
                    <a:pt x="1458" y="333"/>
                    <a:pt x="1125" y="0"/>
                    <a:pt x="7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9"/>
            <p:cNvSpPr/>
            <p:nvPr/>
          </p:nvSpPr>
          <p:spPr>
            <a:xfrm>
              <a:off x="1718075" y="1410575"/>
              <a:ext cx="43225" cy="100000"/>
            </a:xfrm>
            <a:custGeom>
              <a:avLst/>
              <a:gdLst/>
              <a:ahLst/>
              <a:cxnLst/>
              <a:rect l="l" t="t" r="r" b="b"/>
              <a:pathLst>
                <a:path w="1729" h="4000" fill="none" extrusionOk="0">
                  <a:moveTo>
                    <a:pt x="375" y="1"/>
                  </a:moveTo>
                  <a:lnTo>
                    <a:pt x="1375" y="1"/>
                  </a:lnTo>
                  <a:cubicBezTo>
                    <a:pt x="1562" y="1"/>
                    <a:pt x="1729" y="146"/>
                    <a:pt x="1729" y="355"/>
                  </a:cubicBezTo>
                  <a:lnTo>
                    <a:pt x="1729" y="3624"/>
                  </a:lnTo>
                  <a:cubicBezTo>
                    <a:pt x="1729" y="3833"/>
                    <a:pt x="1562" y="3999"/>
                    <a:pt x="1375" y="3999"/>
                  </a:cubicBezTo>
                  <a:lnTo>
                    <a:pt x="375" y="3999"/>
                  </a:lnTo>
                  <a:cubicBezTo>
                    <a:pt x="167" y="3999"/>
                    <a:pt x="0" y="3833"/>
                    <a:pt x="0" y="3624"/>
                  </a:cubicBezTo>
                  <a:lnTo>
                    <a:pt x="0" y="355"/>
                  </a:lnTo>
                  <a:cubicBezTo>
                    <a:pt x="0" y="146"/>
                    <a:pt x="167" y="1"/>
                    <a:pt x="375" y="1"/>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9"/>
            <p:cNvSpPr/>
            <p:nvPr/>
          </p:nvSpPr>
          <p:spPr>
            <a:xfrm>
              <a:off x="1481175" y="699900"/>
              <a:ext cx="93725" cy="93225"/>
            </a:xfrm>
            <a:custGeom>
              <a:avLst/>
              <a:gdLst/>
              <a:ahLst/>
              <a:cxnLst/>
              <a:rect l="l" t="t" r="r" b="b"/>
              <a:pathLst>
                <a:path w="3749" h="3729" fill="none" extrusionOk="0">
                  <a:moveTo>
                    <a:pt x="3749" y="1854"/>
                  </a:moveTo>
                  <a:cubicBezTo>
                    <a:pt x="3749" y="2895"/>
                    <a:pt x="2916" y="3728"/>
                    <a:pt x="1875" y="3728"/>
                  </a:cubicBezTo>
                  <a:cubicBezTo>
                    <a:pt x="854" y="3728"/>
                    <a:pt x="0" y="2895"/>
                    <a:pt x="0" y="1854"/>
                  </a:cubicBezTo>
                  <a:cubicBezTo>
                    <a:pt x="0" y="833"/>
                    <a:pt x="854" y="0"/>
                    <a:pt x="1875" y="0"/>
                  </a:cubicBezTo>
                  <a:cubicBezTo>
                    <a:pt x="2916" y="0"/>
                    <a:pt x="3749" y="833"/>
                    <a:pt x="3749" y="1854"/>
                  </a:cubicBezTo>
                  <a:close/>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9"/>
            <p:cNvSpPr/>
            <p:nvPr/>
          </p:nvSpPr>
          <p:spPr>
            <a:xfrm>
              <a:off x="1386400" y="381775"/>
              <a:ext cx="208300" cy="364475"/>
            </a:xfrm>
            <a:custGeom>
              <a:avLst/>
              <a:gdLst/>
              <a:ahLst/>
              <a:cxnLst/>
              <a:rect l="l" t="t" r="r" b="b"/>
              <a:pathLst>
                <a:path w="8332" h="14579" fill="none" extrusionOk="0">
                  <a:moveTo>
                    <a:pt x="3812" y="14579"/>
                  </a:moveTo>
                  <a:lnTo>
                    <a:pt x="1896" y="14579"/>
                  </a:lnTo>
                  <a:cubicBezTo>
                    <a:pt x="855" y="14579"/>
                    <a:pt x="1" y="13184"/>
                    <a:pt x="1" y="11455"/>
                  </a:cubicBezTo>
                  <a:lnTo>
                    <a:pt x="1" y="3125"/>
                  </a:lnTo>
                  <a:cubicBezTo>
                    <a:pt x="1" y="1396"/>
                    <a:pt x="1396" y="1"/>
                    <a:pt x="3125" y="1"/>
                  </a:cubicBezTo>
                  <a:lnTo>
                    <a:pt x="8331"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9"/>
            <p:cNvSpPr/>
            <p:nvPr/>
          </p:nvSpPr>
          <p:spPr>
            <a:xfrm>
              <a:off x="1739925" y="1510550"/>
              <a:ext cx="166125" cy="275450"/>
            </a:xfrm>
            <a:custGeom>
              <a:avLst/>
              <a:gdLst/>
              <a:ahLst/>
              <a:cxnLst/>
              <a:rect l="l" t="t" r="r" b="b"/>
              <a:pathLst>
                <a:path w="6645" h="11018" fill="none" extrusionOk="0">
                  <a:moveTo>
                    <a:pt x="1" y="0"/>
                  </a:moveTo>
                  <a:lnTo>
                    <a:pt x="1" y="7893"/>
                  </a:lnTo>
                  <a:cubicBezTo>
                    <a:pt x="1" y="9622"/>
                    <a:pt x="1396" y="11017"/>
                    <a:pt x="3125" y="11017"/>
                  </a:cubicBezTo>
                  <a:lnTo>
                    <a:pt x="6644" y="11017"/>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0" name="Google Shape;3390;p69"/>
          <p:cNvGrpSpPr/>
          <p:nvPr/>
        </p:nvGrpSpPr>
        <p:grpSpPr>
          <a:xfrm>
            <a:off x="9237175" y="3478850"/>
            <a:ext cx="504025" cy="1226150"/>
            <a:chOff x="7560775" y="2945450"/>
            <a:chExt cx="504025" cy="1226150"/>
          </a:xfrm>
        </p:grpSpPr>
        <p:sp>
          <p:nvSpPr>
            <p:cNvPr id="3391" name="Google Shape;3391;p69"/>
            <p:cNvSpPr/>
            <p:nvPr/>
          </p:nvSpPr>
          <p:spPr>
            <a:xfrm>
              <a:off x="7685750" y="2964200"/>
              <a:ext cx="379050" cy="1207400"/>
            </a:xfrm>
            <a:custGeom>
              <a:avLst/>
              <a:gdLst/>
              <a:ahLst/>
              <a:cxnLst/>
              <a:rect l="l" t="t" r="r" b="b"/>
              <a:pathLst>
                <a:path w="15162" h="48296" fill="none" extrusionOk="0">
                  <a:moveTo>
                    <a:pt x="15161" y="48296"/>
                  </a:moveTo>
                  <a:lnTo>
                    <a:pt x="3124" y="48296"/>
                  </a:lnTo>
                  <a:cubicBezTo>
                    <a:pt x="1396" y="48296"/>
                    <a:pt x="0" y="46900"/>
                    <a:pt x="0" y="45172"/>
                  </a:cubicBezTo>
                  <a:lnTo>
                    <a:pt x="0" y="35467"/>
                  </a:lnTo>
                  <a:cubicBezTo>
                    <a:pt x="0" y="33739"/>
                    <a:pt x="1396" y="32343"/>
                    <a:pt x="3124" y="32343"/>
                  </a:cubicBezTo>
                  <a:lnTo>
                    <a:pt x="8060" y="32343"/>
                  </a:lnTo>
                  <a:cubicBezTo>
                    <a:pt x="9788" y="32343"/>
                    <a:pt x="11184" y="30948"/>
                    <a:pt x="11184" y="29219"/>
                  </a:cubicBezTo>
                  <a:lnTo>
                    <a:pt x="11184" y="3124"/>
                  </a:lnTo>
                  <a:cubicBezTo>
                    <a:pt x="11184" y="1396"/>
                    <a:pt x="9788" y="1"/>
                    <a:pt x="8060" y="1"/>
                  </a:cubicBezTo>
                  <a:lnTo>
                    <a:pt x="3895"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9"/>
            <p:cNvSpPr/>
            <p:nvPr/>
          </p:nvSpPr>
          <p:spPr>
            <a:xfrm>
              <a:off x="7936700" y="3328125"/>
              <a:ext cx="51050" cy="119275"/>
            </a:xfrm>
            <a:custGeom>
              <a:avLst/>
              <a:gdLst/>
              <a:ahLst/>
              <a:cxnLst/>
              <a:rect l="l" t="t" r="r" b="b"/>
              <a:pathLst>
                <a:path w="2042" h="4771" extrusionOk="0">
                  <a:moveTo>
                    <a:pt x="438" y="1"/>
                  </a:moveTo>
                  <a:cubicBezTo>
                    <a:pt x="188" y="1"/>
                    <a:pt x="0" y="209"/>
                    <a:pt x="0" y="438"/>
                  </a:cubicBezTo>
                  <a:lnTo>
                    <a:pt x="0" y="4333"/>
                  </a:lnTo>
                  <a:cubicBezTo>
                    <a:pt x="0" y="4562"/>
                    <a:pt x="188" y="4770"/>
                    <a:pt x="438" y="4770"/>
                  </a:cubicBezTo>
                  <a:lnTo>
                    <a:pt x="1604" y="4770"/>
                  </a:lnTo>
                  <a:cubicBezTo>
                    <a:pt x="1833" y="4770"/>
                    <a:pt x="2041" y="4562"/>
                    <a:pt x="2041" y="4333"/>
                  </a:cubicBezTo>
                  <a:lnTo>
                    <a:pt x="2041" y="438"/>
                  </a:lnTo>
                  <a:cubicBezTo>
                    <a:pt x="2041" y="209"/>
                    <a:pt x="1833" y="1"/>
                    <a:pt x="16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9"/>
            <p:cNvSpPr/>
            <p:nvPr/>
          </p:nvSpPr>
          <p:spPr>
            <a:xfrm>
              <a:off x="7865375" y="2948575"/>
              <a:ext cx="70825" cy="30750"/>
            </a:xfrm>
            <a:custGeom>
              <a:avLst/>
              <a:gdLst/>
              <a:ahLst/>
              <a:cxnLst/>
              <a:rect l="l" t="t" r="r" b="b"/>
              <a:pathLst>
                <a:path w="2833" h="1230" extrusionOk="0">
                  <a:moveTo>
                    <a:pt x="250" y="1"/>
                  </a:moveTo>
                  <a:cubicBezTo>
                    <a:pt x="125" y="1"/>
                    <a:pt x="0" y="126"/>
                    <a:pt x="0" y="272"/>
                  </a:cubicBezTo>
                  <a:lnTo>
                    <a:pt x="0" y="959"/>
                  </a:lnTo>
                  <a:cubicBezTo>
                    <a:pt x="0" y="1105"/>
                    <a:pt x="125" y="1230"/>
                    <a:pt x="250" y="1230"/>
                  </a:cubicBezTo>
                  <a:lnTo>
                    <a:pt x="2583" y="1230"/>
                  </a:lnTo>
                  <a:cubicBezTo>
                    <a:pt x="2728" y="1230"/>
                    <a:pt x="2832" y="1105"/>
                    <a:pt x="2832" y="959"/>
                  </a:cubicBezTo>
                  <a:lnTo>
                    <a:pt x="2832" y="272"/>
                  </a:lnTo>
                  <a:cubicBezTo>
                    <a:pt x="2832" y="126"/>
                    <a:pt x="2728" y="1"/>
                    <a:pt x="25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9"/>
            <p:cNvSpPr/>
            <p:nvPr/>
          </p:nvSpPr>
          <p:spPr>
            <a:xfrm>
              <a:off x="7560775" y="2945450"/>
              <a:ext cx="37525" cy="37000"/>
            </a:xfrm>
            <a:custGeom>
              <a:avLst/>
              <a:gdLst/>
              <a:ahLst/>
              <a:cxnLst/>
              <a:rect l="l" t="t" r="r" b="b"/>
              <a:pathLst>
                <a:path w="1501" h="1480" extrusionOk="0">
                  <a:moveTo>
                    <a:pt x="751" y="1"/>
                  </a:moveTo>
                  <a:cubicBezTo>
                    <a:pt x="355" y="1"/>
                    <a:pt x="1" y="334"/>
                    <a:pt x="1" y="751"/>
                  </a:cubicBezTo>
                  <a:cubicBezTo>
                    <a:pt x="1" y="1146"/>
                    <a:pt x="355" y="1480"/>
                    <a:pt x="751" y="1480"/>
                  </a:cubicBezTo>
                  <a:cubicBezTo>
                    <a:pt x="1167" y="1480"/>
                    <a:pt x="1500" y="1146"/>
                    <a:pt x="1500" y="751"/>
                  </a:cubicBezTo>
                  <a:cubicBezTo>
                    <a:pt x="1500" y="334"/>
                    <a:pt x="1167" y="1"/>
                    <a:pt x="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9"/>
            <p:cNvSpPr/>
            <p:nvPr/>
          </p:nvSpPr>
          <p:spPr>
            <a:xfrm>
              <a:off x="7579525" y="2964200"/>
              <a:ext cx="166125" cy="25"/>
            </a:xfrm>
            <a:custGeom>
              <a:avLst/>
              <a:gdLst/>
              <a:ahLst/>
              <a:cxnLst/>
              <a:rect l="l" t="t" r="r" b="b"/>
              <a:pathLst>
                <a:path w="6645" h="1" fill="none" extrusionOk="0">
                  <a:moveTo>
                    <a:pt x="6644" y="1"/>
                  </a:moveTo>
                  <a:lnTo>
                    <a:pt x="1"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6" name="Google Shape;3396;p69"/>
          <p:cNvGrpSpPr/>
          <p:nvPr/>
        </p:nvGrpSpPr>
        <p:grpSpPr>
          <a:xfrm>
            <a:off x="7844450" y="4029175"/>
            <a:ext cx="1336525" cy="456650"/>
            <a:chOff x="6168050" y="3495775"/>
            <a:chExt cx="1336525" cy="456650"/>
          </a:xfrm>
        </p:grpSpPr>
        <p:sp>
          <p:nvSpPr>
            <p:cNvPr id="3397" name="Google Shape;3397;p69"/>
            <p:cNvSpPr/>
            <p:nvPr/>
          </p:nvSpPr>
          <p:spPr>
            <a:xfrm>
              <a:off x="6168050" y="3527550"/>
              <a:ext cx="1315700" cy="391550"/>
            </a:xfrm>
            <a:custGeom>
              <a:avLst/>
              <a:gdLst/>
              <a:ahLst/>
              <a:cxnLst/>
              <a:rect l="l" t="t" r="r" b="b"/>
              <a:pathLst>
                <a:path w="52628" h="15662" fill="none" extrusionOk="0">
                  <a:moveTo>
                    <a:pt x="52628" y="10205"/>
                  </a:moveTo>
                  <a:lnTo>
                    <a:pt x="52628" y="3124"/>
                  </a:lnTo>
                  <a:cubicBezTo>
                    <a:pt x="52628" y="1396"/>
                    <a:pt x="51212" y="0"/>
                    <a:pt x="49504" y="0"/>
                  </a:cubicBezTo>
                  <a:lnTo>
                    <a:pt x="42381" y="0"/>
                  </a:lnTo>
                  <a:cubicBezTo>
                    <a:pt x="40653" y="0"/>
                    <a:pt x="39258" y="1396"/>
                    <a:pt x="39258" y="3124"/>
                  </a:cubicBezTo>
                  <a:lnTo>
                    <a:pt x="39258" y="12537"/>
                  </a:lnTo>
                  <a:cubicBezTo>
                    <a:pt x="39258" y="14266"/>
                    <a:pt x="37841" y="15661"/>
                    <a:pt x="36134" y="15661"/>
                  </a:cubicBezTo>
                  <a:lnTo>
                    <a:pt x="1" y="1566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9"/>
            <p:cNvSpPr/>
            <p:nvPr/>
          </p:nvSpPr>
          <p:spPr>
            <a:xfrm>
              <a:off x="7462900" y="3787350"/>
              <a:ext cx="41675" cy="41675"/>
            </a:xfrm>
            <a:custGeom>
              <a:avLst/>
              <a:gdLst/>
              <a:ahLst/>
              <a:cxnLst/>
              <a:rect l="l" t="t" r="r" b="b"/>
              <a:pathLst>
                <a:path w="1667" h="1667" fill="none" extrusionOk="0">
                  <a:moveTo>
                    <a:pt x="1667" y="833"/>
                  </a:moveTo>
                  <a:cubicBezTo>
                    <a:pt x="1667" y="1312"/>
                    <a:pt x="1292" y="1666"/>
                    <a:pt x="834" y="1666"/>
                  </a:cubicBezTo>
                  <a:cubicBezTo>
                    <a:pt x="376" y="1666"/>
                    <a:pt x="1" y="1312"/>
                    <a:pt x="1" y="833"/>
                  </a:cubicBezTo>
                  <a:cubicBezTo>
                    <a:pt x="1" y="375"/>
                    <a:pt x="376" y="0"/>
                    <a:pt x="834" y="0"/>
                  </a:cubicBezTo>
                  <a:cubicBezTo>
                    <a:pt x="1292" y="0"/>
                    <a:pt x="1667" y="375"/>
                    <a:pt x="1667" y="833"/>
                  </a:cubicBezTo>
                  <a:close/>
                </a:path>
              </a:pathLst>
            </a:custGeom>
            <a:noFill/>
            <a:ln w="119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9"/>
            <p:cNvSpPr/>
            <p:nvPr/>
          </p:nvSpPr>
          <p:spPr>
            <a:xfrm>
              <a:off x="7274425" y="3495775"/>
              <a:ext cx="63550" cy="63550"/>
            </a:xfrm>
            <a:custGeom>
              <a:avLst/>
              <a:gdLst/>
              <a:ahLst/>
              <a:cxnLst/>
              <a:rect l="l" t="t" r="r" b="b"/>
              <a:pathLst>
                <a:path w="2542" h="2542" extrusionOk="0">
                  <a:moveTo>
                    <a:pt x="1271" y="1"/>
                  </a:moveTo>
                  <a:cubicBezTo>
                    <a:pt x="563" y="1"/>
                    <a:pt x="1" y="563"/>
                    <a:pt x="1" y="1271"/>
                  </a:cubicBezTo>
                  <a:cubicBezTo>
                    <a:pt x="1" y="1958"/>
                    <a:pt x="563" y="2542"/>
                    <a:pt x="1271" y="2542"/>
                  </a:cubicBezTo>
                  <a:cubicBezTo>
                    <a:pt x="1958" y="2542"/>
                    <a:pt x="2542" y="1958"/>
                    <a:pt x="2542" y="1271"/>
                  </a:cubicBezTo>
                  <a:cubicBezTo>
                    <a:pt x="2542" y="563"/>
                    <a:pt x="1958" y="1"/>
                    <a:pt x="1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9"/>
            <p:cNvSpPr/>
            <p:nvPr/>
          </p:nvSpPr>
          <p:spPr>
            <a:xfrm>
              <a:off x="6714225" y="3872200"/>
              <a:ext cx="80200" cy="80225"/>
            </a:xfrm>
            <a:custGeom>
              <a:avLst/>
              <a:gdLst/>
              <a:ahLst/>
              <a:cxnLst/>
              <a:rect l="l" t="t" r="r" b="b"/>
              <a:pathLst>
                <a:path w="3208" h="3209" extrusionOk="0">
                  <a:moveTo>
                    <a:pt x="1604" y="1"/>
                  </a:moveTo>
                  <a:cubicBezTo>
                    <a:pt x="729" y="1"/>
                    <a:pt x="0" y="730"/>
                    <a:pt x="0" y="1605"/>
                  </a:cubicBezTo>
                  <a:cubicBezTo>
                    <a:pt x="0" y="2479"/>
                    <a:pt x="729" y="3208"/>
                    <a:pt x="1604" y="3208"/>
                  </a:cubicBezTo>
                  <a:cubicBezTo>
                    <a:pt x="2499" y="3208"/>
                    <a:pt x="3207" y="2479"/>
                    <a:pt x="3207" y="1605"/>
                  </a:cubicBezTo>
                  <a:cubicBezTo>
                    <a:pt x="3207" y="730"/>
                    <a:pt x="2499" y="1"/>
                    <a:pt x="16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1" name="Google Shape;3401;p69"/>
          <p:cNvGrpSpPr/>
          <p:nvPr/>
        </p:nvGrpSpPr>
        <p:grpSpPr>
          <a:xfrm>
            <a:off x="8449975" y="2564075"/>
            <a:ext cx="1291225" cy="1202725"/>
            <a:chOff x="6773575" y="2030675"/>
            <a:chExt cx="1291225" cy="1202725"/>
          </a:xfrm>
        </p:grpSpPr>
        <p:sp>
          <p:nvSpPr>
            <p:cNvPr id="3402" name="Google Shape;3402;p69"/>
            <p:cNvSpPr/>
            <p:nvPr/>
          </p:nvSpPr>
          <p:spPr>
            <a:xfrm>
              <a:off x="6808975" y="2051500"/>
              <a:ext cx="1255825" cy="1161075"/>
            </a:xfrm>
            <a:custGeom>
              <a:avLst/>
              <a:gdLst/>
              <a:ahLst/>
              <a:cxnLst/>
              <a:rect l="l" t="t" r="r" b="b"/>
              <a:pathLst>
                <a:path w="50233" h="46443" fill="none" extrusionOk="0">
                  <a:moveTo>
                    <a:pt x="50232" y="12850"/>
                  </a:moveTo>
                  <a:lnTo>
                    <a:pt x="46900" y="12850"/>
                  </a:lnTo>
                  <a:cubicBezTo>
                    <a:pt x="45172" y="12850"/>
                    <a:pt x="43776" y="14246"/>
                    <a:pt x="43776" y="15974"/>
                  </a:cubicBezTo>
                  <a:lnTo>
                    <a:pt x="43776" y="43319"/>
                  </a:lnTo>
                  <a:cubicBezTo>
                    <a:pt x="43776" y="45026"/>
                    <a:pt x="42360" y="46443"/>
                    <a:pt x="40653" y="46443"/>
                  </a:cubicBezTo>
                  <a:lnTo>
                    <a:pt x="18535" y="46443"/>
                  </a:lnTo>
                  <a:cubicBezTo>
                    <a:pt x="16807" y="46443"/>
                    <a:pt x="15412" y="45026"/>
                    <a:pt x="15412" y="43319"/>
                  </a:cubicBezTo>
                  <a:lnTo>
                    <a:pt x="15412" y="17640"/>
                  </a:lnTo>
                  <a:cubicBezTo>
                    <a:pt x="15412" y="15912"/>
                    <a:pt x="15412" y="13100"/>
                    <a:pt x="15432" y="11393"/>
                  </a:cubicBezTo>
                  <a:lnTo>
                    <a:pt x="15474" y="3125"/>
                  </a:lnTo>
                  <a:cubicBezTo>
                    <a:pt x="15474" y="1417"/>
                    <a:pt x="14079" y="22"/>
                    <a:pt x="12371" y="1"/>
                  </a:cubicBezTo>
                  <a:lnTo>
                    <a:pt x="0" y="1"/>
                  </a:lnTo>
                </a:path>
              </a:pathLst>
            </a:custGeom>
            <a:solidFill>
              <a:schemeClr val="accent1"/>
            </a:solidFill>
            <a:ln w="1302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9"/>
            <p:cNvSpPr/>
            <p:nvPr/>
          </p:nvSpPr>
          <p:spPr>
            <a:xfrm>
              <a:off x="7306200" y="3190175"/>
              <a:ext cx="99975" cy="43225"/>
            </a:xfrm>
            <a:custGeom>
              <a:avLst/>
              <a:gdLst/>
              <a:ahLst/>
              <a:cxnLst/>
              <a:rect l="l" t="t" r="r" b="b"/>
              <a:pathLst>
                <a:path w="3999" h="1729" extrusionOk="0">
                  <a:moveTo>
                    <a:pt x="354" y="0"/>
                  </a:moveTo>
                  <a:cubicBezTo>
                    <a:pt x="167" y="0"/>
                    <a:pt x="0" y="167"/>
                    <a:pt x="0" y="375"/>
                  </a:cubicBezTo>
                  <a:lnTo>
                    <a:pt x="0" y="1375"/>
                  </a:lnTo>
                  <a:cubicBezTo>
                    <a:pt x="0" y="1562"/>
                    <a:pt x="167" y="1729"/>
                    <a:pt x="354" y="1729"/>
                  </a:cubicBezTo>
                  <a:lnTo>
                    <a:pt x="3645" y="1729"/>
                  </a:lnTo>
                  <a:cubicBezTo>
                    <a:pt x="3853" y="1729"/>
                    <a:pt x="3999" y="1562"/>
                    <a:pt x="3999" y="1375"/>
                  </a:cubicBezTo>
                  <a:lnTo>
                    <a:pt x="3999" y="375"/>
                  </a:lnTo>
                  <a:cubicBezTo>
                    <a:pt x="399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9"/>
            <p:cNvSpPr/>
            <p:nvPr/>
          </p:nvSpPr>
          <p:spPr>
            <a:xfrm>
              <a:off x="6773575" y="2030675"/>
              <a:ext cx="41675" cy="41675"/>
            </a:xfrm>
            <a:custGeom>
              <a:avLst/>
              <a:gdLst/>
              <a:ahLst/>
              <a:cxnLst/>
              <a:rect l="l" t="t" r="r" b="b"/>
              <a:pathLst>
                <a:path w="1667" h="1667" fill="none" extrusionOk="0">
                  <a:moveTo>
                    <a:pt x="1666" y="834"/>
                  </a:moveTo>
                  <a:cubicBezTo>
                    <a:pt x="1666" y="1292"/>
                    <a:pt x="1291" y="1667"/>
                    <a:pt x="833" y="1667"/>
                  </a:cubicBezTo>
                  <a:cubicBezTo>
                    <a:pt x="375" y="1667"/>
                    <a:pt x="0" y="1292"/>
                    <a:pt x="0" y="834"/>
                  </a:cubicBezTo>
                  <a:cubicBezTo>
                    <a:pt x="0" y="376"/>
                    <a:pt x="375" y="1"/>
                    <a:pt x="833" y="1"/>
                  </a:cubicBezTo>
                  <a:cubicBezTo>
                    <a:pt x="1291" y="1"/>
                    <a:pt x="1666" y="376"/>
                    <a:pt x="1666" y="834"/>
                  </a:cubicBezTo>
                  <a:close/>
                </a:path>
              </a:pathLst>
            </a:custGeom>
            <a:solidFill>
              <a:schemeClr val="accent1"/>
            </a:solidFill>
            <a:ln w="11975" cap="flat" cmpd="sng">
              <a:solidFill>
                <a:schemeClr val="accent1"/>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9"/>
            <p:cNvSpPr/>
            <p:nvPr/>
          </p:nvSpPr>
          <p:spPr>
            <a:xfrm>
              <a:off x="7152075" y="2472700"/>
              <a:ext cx="80200" cy="80225"/>
            </a:xfrm>
            <a:custGeom>
              <a:avLst/>
              <a:gdLst/>
              <a:ahLst/>
              <a:cxnLst/>
              <a:rect l="l" t="t" r="r" b="b"/>
              <a:pathLst>
                <a:path w="3208" h="3209" extrusionOk="0">
                  <a:moveTo>
                    <a:pt x="1604" y="1"/>
                  </a:moveTo>
                  <a:cubicBezTo>
                    <a:pt x="730" y="1"/>
                    <a:pt x="1" y="709"/>
                    <a:pt x="1" y="1605"/>
                  </a:cubicBezTo>
                  <a:cubicBezTo>
                    <a:pt x="1" y="2479"/>
                    <a:pt x="730" y="3208"/>
                    <a:pt x="1604" y="3208"/>
                  </a:cubicBezTo>
                  <a:cubicBezTo>
                    <a:pt x="2479" y="3208"/>
                    <a:pt x="3208" y="2479"/>
                    <a:pt x="3208" y="1605"/>
                  </a:cubicBezTo>
                  <a:cubicBezTo>
                    <a:pt x="3208" y="709"/>
                    <a:pt x="2479" y="1"/>
                    <a:pt x="1604"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6" name="Google Shape;3406;p69"/>
          <p:cNvGrpSpPr/>
          <p:nvPr/>
        </p:nvGrpSpPr>
        <p:grpSpPr>
          <a:xfrm>
            <a:off x="7432150" y="4221300"/>
            <a:ext cx="1034550" cy="1077775"/>
            <a:chOff x="5527150" y="3687900"/>
            <a:chExt cx="1034550" cy="1077775"/>
          </a:xfrm>
        </p:grpSpPr>
        <p:sp>
          <p:nvSpPr>
            <p:cNvPr id="3407" name="Google Shape;3407;p69"/>
            <p:cNvSpPr/>
            <p:nvPr/>
          </p:nvSpPr>
          <p:spPr>
            <a:xfrm>
              <a:off x="6538750" y="4647450"/>
              <a:ext cx="25" cy="118225"/>
            </a:xfrm>
            <a:custGeom>
              <a:avLst/>
              <a:gdLst/>
              <a:ahLst/>
              <a:cxnLst/>
              <a:rect l="l" t="t" r="r" b="b"/>
              <a:pathLst>
                <a:path w="1" h="4729" fill="none" extrusionOk="0">
                  <a:moveTo>
                    <a:pt x="1" y="1"/>
                  </a:moveTo>
                  <a:lnTo>
                    <a:pt x="1" y="4728"/>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9"/>
            <p:cNvSpPr/>
            <p:nvPr/>
          </p:nvSpPr>
          <p:spPr>
            <a:xfrm>
              <a:off x="5577650" y="3710800"/>
              <a:ext cx="961125" cy="891375"/>
            </a:xfrm>
            <a:custGeom>
              <a:avLst/>
              <a:gdLst/>
              <a:ahLst/>
              <a:cxnLst/>
              <a:rect l="l" t="t" r="r" b="b"/>
              <a:pathLst>
                <a:path w="38445" h="35655" fill="none" extrusionOk="0">
                  <a:moveTo>
                    <a:pt x="38445" y="35655"/>
                  </a:moveTo>
                  <a:lnTo>
                    <a:pt x="38445" y="27491"/>
                  </a:lnTo>
                  <a:cubicBezTo>
                    <a:pt x="38445" y="25575"/>
                    <a:pt x="36904" y="24034"/>
                    <a:pt x="34988" y="24034"/>
                  </a:cubicBezTo>
                  <a:lnTo>
                    <a:pt x="12996" y="24055"/>
                  </a:lnTo>
                  <a:cubicBezTo>
                    <a:pt x="11080" y="24055"/>
                    <a:pt x="9538" y="22514"/>
                    <a:pt x="9538" y="20598"/>
                  </a:cubicBezTo>
                  <a:lnTo>
                    <a:pt x="9622" y="3479"/>
                  </a:lnTo>
                  <a:cubicBezTo>
                    <a:pt x="9622" y="1563"/>
                    <a:pt x="8081" y="1"/>
                    <a:pt x="6165" y="1"/>
                  </a:cubicBezTo>
                  <a:lnTo>
                    <a:pt x="0" y="1"/>
                  </a:lnTo>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9"/>
            <p:cNvSpPr/>
            <p:nvPr/>
          </p:nvSpPr>
          <p:spPr>
            <a:xfrm>
              <a:off x="6109225" y="4285600"/>
              <a:ext cx="117700" cy="50525"/>
            </a:xfrm>
            <a:custGeom>
              <a:avLst/>
              <a:gdLst/>
              <a:ahLst/>
              <a:cxnLst/>
              <a:rect l="l" t="t" r="r" b="b"/>
              <a:pathLst>
                <a:path w="4708" h="2021" extrusionOk="0">
                  <a:moveTo>
                    <a:pt x="417" y="1"/>
                  </a:moveTo>
                  <a:cubicBezTo>
                    <a:pt x="188" y="1"/>
                    <a:pt x="0" y="188"/>
                    <a:pt x="0" y="438"/>
                  </a:cubicBezTo>
                  <a:lnTo>
                    <a:pt x="0" y="1583"/>
                  </a:lnTo>
                  <a:cubicBezTo>
                    <a:pt x="0" y="1833"/>
                    <a:pt x="188" y="2021"/>
                    <a:pt x="417" y="2021"/>
                  </a:cubicBezTo>
                  <a:lnTo>
                    <a:pt x="4270" y="2021"/>
                  </a:lnTo>
                  <a:cubicBezTo>
                    <a:pt x="4520" y="2021"/>
                    <a:pt x="4707" y="1833"/>
                    <a:pt x="4707" y="1583"/>
                  </a:cubicBezTo>
                  <a:lnTo>
                    <a:pt x="4707" y="438"/>
                  </a:lnTo>
                  <a:cubicBezTo>
                    <a:pt x="4707" y="188"/>
                    <a:pt x="4520" y="1"/>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9"/>
            <p:cNvSpPr/>
            <p:nvPr/>
          </p:nvSpPr>
          <p:spPr>
            <a:xfrm>
              <a:off x="5527150" y="3687900"/>
              <a:ext cx="45300" cy="45850"/>
            </a:xfrm>
            <a:custGeom>
              <a:avLst/>
              <a:gdLst/>
              <a:ahLst/>
              <a:cxnLst/>
              <a:rect l="l" t="t" r="r" b="b"/>
              <a:pathLst>
                <a:path w="1812" h="1834" fill="none" extrusionOk="0">
                  <a:moveTo>
                    <a:pt x="1812" y="917"/>
                  </a:moveTo>
                  <a:cubicBezTo>
                    <a:pt x="1812" y="1417"/>
                    <a:pt x="1395" y="1833"/>
                    <a:pt x="896" y="1833"/>
                  </a:cubicBezTo>
                  <a:cubicBezTo>
                    <a:pt x="396" y="1833"/>
                    <a:pt x="0" y="1417"/>
                    <a:pt x="0" y="917"/>
                  </a:cubicBezTo>
                  <a:cubicBezTo>
                    <a:pt x="0" y="417"/>
                    <a:pt x="396" y="1"/>
                    <a:pt x="896" y="1"/>
                  </a:cubicBezTo>
                  <a:cubicBezTo>
                    <a:pt x="1395" y="1"/>
                    <a:pt x="1812" y="417"/>
                    <a:pt x="1812" y="917"/>
                  </a:cubicBezTo>
                  <a:close/>
                </a:path>
              </a:pathLst>
            </a:custGeom>
            <a:noFill/>
            <a:ln w="1457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9"/>
            <p:cNvSpPr/>
            <p:nvPr/>
          </p:nvSpPr>
          <p:spPr>
            <a:xfrm>
              <a:off x="6516375" y="4602150"/>
              <a:ext cx="45325" cy="45850"/>
            </a:xfrm>
            <a:custGeom>
              <a:avLst/>
              <a:gdLst/>
              <a:ahLst/>
              <a:cxnLst/>
              <a:rect l="l" t="t" r="r" b="b"/>
              <a:pathLst>
                <a:path w="1813" h="1834" fill="none" extrusionOk="0">
                  <a:moveTo>
                    <a:pt x="1812" y="917"/>
                  </a:moveTo>
                  <a:cubicBezTo>
                    <a:pt x="1812" y="1417"/>
                    <a:pt x="1416" y="1833"/>
                    <a:pt x="896" y="1833"/>
                  </a:cubicBezTo>
                  <a:cubicBezTo>
                    <a:pt x="396" y="1833"/>
                    <a:pt x="0" y="1417"/>
                    <a:pt x="0" y="917"/>
                  </a:cubicBezTo>
                  <a:cubicBezTo>
                    <a:pt x="0" y="417"/>
                    <a:pt x="396" y="1"/>
                    <a:pt x="896" y="1"/>
                  </a:cubicBezTo>
                  <a:cubicBezTo>
                    <a:pt x="1416" y="1"/>
                    <a:pt x="1812" y="417"/>
                    <a:pt x="1812" y="917"/>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9"/>
            <p:cNvSpPr/>
            <p:nvPr/>
          </p:nvSpPr>
          <p:spPr>
            <a:xfrm>
              <a:off x="5776000" y="4095575"/>
              <a:ext cx="81250" cy="81250"/>
            </a:xfrm>
            <a:custGeom>
              <a:avLst/>
              <a:gdLst/>
              <a:ahLst/>
              <a:cxnLst/>
              <a:rect l="l" t="t" r="r" b="b"/>
              <a:pathLst>
                <a:path w="3250" h="3250" extrusionOk="0">
                  <a:moveTo>
                    <a:pt x="1625" y="0"/>
                  </a:moveTo>
                  <a:cubicBezTo>
                    <a:pt x="730" y="0"/>
                    <a:pt x="1" y="729"/>
                    <a:pt x="1" y="1625"/>
                  </a:cubicBezTo>
                  <a:cubicBezTo>
                    <a:pt x="1" y="2520"/>
                    <a:pt x="730" y="3249"/>
                    <a:pt x="1625" y="3249"/>
                  </a:cubicBezTo>
                  <a:cubicBezTo>
                    <a:pt x="2521" y="3249"/>
                    <a:pt x="3250" y="2520"/>
                    <a:pt x="3250" y="1625"/>
                  </a:cubicBezTo>
                  <a:cubicBezTo>
                    <a:pt x="3250" y="729"/>
                    <a:pt x="2521" y="0"/>
                    <a:pt x="16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69"/>
          <p:cNvGrpSpPr/>
          <p:nvPr/>
        </p:nvGrpSpPr>
        <p:grpSpPr>
          <a:xfrm>
            <a:off x="8209475" y="3460125"/>
            <a:ext cx="1552075" cy="1656725"/>
            <a:chOff x="6304475" y="2926725"/>
            <a:chExt cx="1552075" cy="1656725"/>
          </a:xfrm>
        </p:grpSpPr>
        <p:sp>
          <p:nvSpPr>
            <p:cNvPr id="3414" name="Google Shape;3414;p69"/>
            <p:cNvSpPr/>
            <p:nvPr/>
          </p:nvSpPr>
          <p:spPr>
            <a:xfrm>
              <a:off x="6354450" y="2964200"/>
              <a:ext cx="1480225" cy="1573950"/>
            </a:xfrm>
            <a:custGeom>
              <a:avLst/>
              <a:gdLst/>
              <a:ahLst/>
              <a:cxnLst/>
              <a:rect l="l" t="t" r="r" b="b"/>
              <a:pathLst>
                <a:path w="59209" h="62958" fill="none" extrusionOk="0">
                  <a:moveTo>
                    <a:pt x="6477" y="1"/>
                  </a:moveTo>
                  <a:lnTo>
                    <a:pt x="6477" y="11746"/>
                  </a:lnTo>
                  <a:cubicBezTo>
                    <a:pt x="6477" y="13475"/>
                    <a:pt x="7873" y="14870"/>
                    <a:pt x="9601" y="14870"/>
                  </a:cubicBezTo>
                  <a:lnTo>
                    <a:pt x="10059" y="14870"/>
                  </a:lnTo>
                  <a:cubicBezTo>
                    <a:pt x="11788" y="14870"/>
                    <a:pt x="13183" y="16266"/>
                    <a:pt x="13183" y="17994"/>
                  </a:cubicBezTo>
                  <a:lnTo>
                    <a:pt x="13183" y="22097"/>
                  </a:lnTo>
                  <a:cubicBezTo>
                    <a:pt x="13183" y="23825"/>
                    <a:pt x="11788" y="25221"/>
                    <a:pt x="10059" y="25221"/>
                  </a:cubicBezTo>
                  <a:lnTo>
                    <a:pt x="3124" y="25221"/>
                  </a:lnTo>
                  <a:cubicBezTo>
                    <a:pt x="1396" y="25221"/>
                    <a:pt x="0" y="26616"/>
                    <a:pt x="0" y="28345"/>
                  </a:cubicBezTo>
                  <a:lnTo>
                    <a:pt x="0" y="55522"/>
                  </a:lnTo>
                  <a:cubicBezTo>
                    <a:pt x="0" y="57251"/>
                    <a:pt x="1396" y="58646"/>
                    <a:pt x="3124" y="58646"/>
                  </a:cubicBezTo>
                  <a:lnTo>
                    <a:pt x="12558" y="58646"/>
                  </a:lnTo>
                  <a:cubicBezTo>
                    <a:pt x="14287" y="58646"/>
                    <a:pt x="15682" y="57251"/>
                    <a:pt x="15682" y="55522"/>
                  </a:cubicBezTo>
                  <a:lnTo>
                    <a:pt x="15682" y="54439"/>
                  </a:lnTo>
                  <a:cubicBezTo>
                    <a:pt x="15682" y="52711"/>
                    <a:pt x="17078" y="51316"/>
                    <a:pt x="18806" y="51316"/>
                  </a:cubicBezTo>
                  <a:lnTo>
                    <a:pt x="56085" y="51316"/>
                  </a:lnTo>
                  <a:cubicBezTo>
                    <a:pt x="57813" y="51316"/>
                    <a:pt x="59208" y="52711"/>
                    <a:pt x="59208" y="54439"/>
                  </a:cubicBezTo>
                  <a:lnTo>
                    <a:pt x="59208" y="59833"/>
                  </a:lnTo>
                  <a:cubicBezTo>
                    <a:pt x="59208" y="61562"/>
                    <a:pt x="57813" y="62957"/>
                    <a:pt x="56085" y="62957"/>
                  </a:cubicBezTo>
                  <a:lnTo>
                    <a:pt x="35613" y="62957"/>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9"/>
            <p:cNvSpPr/>
            <p:nvPr/>
          </p:nvSpPr>
          <p:spPr>
            <a:xfrm>
              <a:off x="7149475" y="4492825"/>
              <a:ext cx="90100" cy="90625"/>
            </a:xfrm>
            <a:custGeom>
              <a:avLst/>
              <a:gdLst/>
              <a:ahLst/>
              <a:cxnLst/>
              <a:rect l="l" t="t" r="r" b="b"/>
              <a:pathLst>
                <a:path w="3604" h="3625" fill="none" extrusionOk="0">
                  <a:moveTo>
                    <a:pt x="3603" y="1812"/>
                  </a:moveTo>
                  <a:cubicBezTo>
                    <a:pt x="3603" y="2812"/>
                    <a:pt x="2791" y="3624"/>
                    <a:pt x="1792" y="3624"/>
                  </a:cubicBezTo>
                  <a:cubicBezTo>
                    <a:pt x="813" y="3624"/>
                    <a:pt x="1" y="2812"/>
                    <a:pt x="1" y="1812"/>
                  </a:cubicBezTo>
                  <a:cubicBezTo>
                    <a:pt x="1" y="813"/>
                    <a:pt x="813" y="0"/>
                    <a:pt x="1792" y="0"/>
                  </a:cubicBezTo>
                  <a:cubicBezTo>
                    <a:pt x="2791" y="0"/>
                    <a:pt x="3603" y="813"/>
                    <a:pt x="3603" y="1812"/>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9"/>
            <p:cNvSpPr/>
            <p:nvPr/>
          </p:nvSpPr>
          <p:spPr>
            <a:xfrm>
              <a:off x="6657475" y="3434875"/>
              <a:ext cx="50525" cy="50525"/>
            </a:xfrm>
            <a:custGeom>
              <a:avLst/>
              <a:gdLst/>
              <a:ahLst/>
              <a:cxnLst/>
              <a:rect l="l" t="t" r="r" b="b"/>
              <a:pathLst>
                <a:path w="2021" h="2021" extrusionOk="0">
                  <a:moveTo>
                    <a:pt x="1021" y="0"/>
                  </a:moveTo>
                  <a:cubicBezTo>
                    <a:pt x="458" y="0"/>
                    <a:pt x="0" y="438"/>
                    <a:pt x="0" y="1000"/>
                  </a:cubicBezTo>
                  <a:cubicBezTo>
                    <a:pt x="0" y="1562"/>
                    <a:pt x="458" y="2020"/>
                    <a:pt x="1021" y="2020"/>
                  </a:cubicBezTo>
                  <a:cubicBezTo>
                    <a:pt x="1583" y="2020"/>
                    <a:pt x="2020" y="1562"/>
                    <a:pt x="2020" y="1000"/>
                  </a:cubicBezTo>
                  <a:cubicBezTo>
                    <a:pt x="2020" y="438"/>
                    <a:pt x="1583" y="0"/>
                    <a:pt x="10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9"/>
            <p:cNvSpPr/>
            <p:nvPr/>
          </p:nvSpPr>
          <p:spPr>
            <a:xfrm>
              <a:off x="6498150" y="2926725"/>
              <a:ext cx="37500" cy="36975"/>
            </a:xfrm>
            <a:custGeom>
              <a:avLst/>
              <a:gdLst/>
              <a:ahLst/>
              <a:cxnLst/>
              <a:rect l="l" t="t" r="r" b="b"/>
              <a:pathLst>
                <a:path w="1500" h="1479" extrusionOk="0">
                  <a:moveTo>
                    <a:pt x="750" y="0"/>
                  </a:moveTo>
                  <a:cubicBezTo>
                    <a:pt x="334" y="0"/>
                    <a:pt x="0" y="333"/>
                    <a:pt x="0" y="750"/>
                  </a:cubicBezTo>
                  <a:cubicBezTo>
                    <a:pt x="0" y="1146"/>
                    <a:pt x="334" y="1479"/>
                    <a:pt x="750" y="1479"/>
                  </a:cubicBezTo>
                  <a:cubicBezTo>
                    <a:pt x="1167" y="1479"/>
                    <a:pt x="1500" y="114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9"/>
            <p:cNvSpPr/>
            <p:nvPr/>
          </p:nvSpPr>
          <p:spPr>
            <a:xfrm>
              <a:off x="7184350" y="4222600"/>
              <a:ext cx="44300" cy="44275"/>
            </a:xfrm>
            <a:custGeom>
              <a:avLst/>
              <a:gdLst/>
              <a:ahLst/>
              <a:cxnLst/>
              <a:rect l="l" t="t" r="r" b="b"/>
              <a:pathLst>
                <a:path w="1772" h="1771" extrusionOk="0">
                  <a:moveTo>
                    <a:pt x="896" y="1"/>
                  </a:moveTo>
                  <a:cubicBezTo>
                    <a:pt x="397" y="1"/>
                    <a:pt x="1" y="396"/>
                    <a:pt x="1" y="875"/>
                  </a:cubicBezTo>
                  <a:cubicBezTo>
                    <a:pt x="1" y="1375"/>
                    <a:pt x="397" y="1771"/>
                    <a:pt x="896" y="1771"/>
                  </a:cubicBezTo>
                  <a:cubicBezTo>
                    <a:pt x="1375" y="1771"/>
                    <a:pt x="1771" y="1375"/>
                    <a:pt x="1771" y="875"/>
                  </a:cubicBezTo>
                  <a:cubicBezTo>
                    <a:pt x="1771" y="396"/>
                    <a:pt x="1375" y="1"/>
                    <a:pt x="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9"/>
            <p:cNvSpPr/>
            <p:nvPr/>
          </p:nvSpPr>
          <p:spPr>
            <a:xfrm>
              <a:off x="6488775" y="4409000"/>
              <a:ext cx="100500" cy="43225"/>
            </a:xfrm>
            <a:custGeom>
              <a:avLst/>
              <a:gdLst/>
              <a:ahLst/>
              <a:cxnLst/>
              <a:rect l="l" t="t" r="r" b="b"/>
              <a:pathLst>
                <a:path w="4020" h="1729" extrusionOk="0">
                  <a:moveTo>
                    <a:pt x="375" y="0"/>
                  </a:moveTo>
                  <a:cubicBezTo>
                    <a:pt x="167" y="0"/>
                    <a:pt x="1" y="167"/>
                    <a:pt x="1" y="375"/>
                  </a:cubicBezTo>
                  <a:lnTo>
                    <a:pt x="1" y="1354"/>
                  </a:lnTo>
                  <a:cubicBezTo>
                    <a:pt x="1" y="1562"/>
                    <a:pt x="167" y="1729"/>
                    <a:pt x="375" y="1729"/>
                  </a:cubicBezTo>
                  <a:lnTo>
                    <a:pt x="3645" y="1729"/>
                  </a:lnTo>
                  <a:cubicBezTo>
                    <a:pt x="3853" y="1729"/>
                    <a:pt x="4020" y="1562"/>
                    <a:pt x="4020" y="1354"/>
                  </a:cubicBezTo>
                  <a:lnTo>
                    <a:pt x="4020" y="375"/>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9"/>
            <p:cNvSpPr/>
            <p:nvPr/>
          </p:nvSpPr>
          <p:spPr>
            <a:xfrm>
              <a:off x="6304475" y="3897725"/>
              <a:ext cx="100500" cy="43225"/>
            </a:xfrm>
            <a:custGeom>
              <a:avLst/>
              <a:gdLst/>
              <a:ahLst/>
              <a:cxnLst/>
              <a:rect l="l" t="t" r="r" b="b"/>
              <a:pathLst>
                <a:path w="4020" h="1729" extrusionOk="0">
                  <a:moveTo>
                    <a:pt x="354" y="0"/>
                  </a:moveTo>
                  <a:cubicBezTo>
                    <a:pt x="167" y="0"/>
                    <a:pt x="0" y="167"/>
                    <a:pt x="0" y="354"/>
                  </a:cubicBezTo>
                  <a:lnTo>
                    <a:pt x="0" y="1354"/>
                  </a:lnTo>
                  <a:cubicBezTo>
                    <a:pt x="0" y="1562"/>
                    <a:pt x="167" y="1729"/>
                    <a:pt x="354" y="1729"/>
                  </a:cubicBezTo>
                  <a:lnTo>
                    <a:pt x="3645" y="1729"/>
                  </a:lnTo>
                  <a:cubicBezTo>
                    <a:pt x="3853" y="1729"/>
                    <a:pt x="4020" y="1562"/>
                    <a:pt x="4020" y="1354"/>
                  </a:cubicBezTo>
                  <a:lnTo>
                    <a:pt x="4020" y="354"/>
                  </a:lnTo>
                  <a:cubicBezTo>
                    <a:pt x="4020" y="167"/>
                    <a:pt x="3853" y="0"/>
                    <a:pt x="3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9"/>
            <p:cNvSpPr/>
            <p:nvPr/>
          </p:nvSpPr>
          <p:spPr>
            <a:xfrm>
              <a:off x="7813300" y="4359025"/>
              <a:ext cx="43250" cy="99975"/>
            </a:xfrm>
            <a:custGeom>
              <a:avLst/>
              <a:gdLst/>
              <a:ahLst/>
              <a:cxnLst/>
              <a:rect l="l" t="t" r="r" b="b"/>
              <a:pathLst>
                <a:path w="1730" h="3999" extrusionOk="0">
                  <a:moveTo>
                    <a:pt x="355" y="0"/>
                  </a:moveTo>
                  <a:cubicBezTo>
                    <a:pt x="167" y="0"/>
                    <a:pt x="1" y="167"/>
                    <a:pt x="1" y="354"/>
                  </a:cubicBezTo>
                  <a:lnTo>
                    <a:pt x="1" y="3645"/>
                  </a:lnTo>
                  <a:cubicBezTo>
                    <a:pt x="1" y="3853"/>
                    <a:pt x="167" y="3999"/>
                    <a:pt x="355" y="3999"/>
                  </a:cubicBezTo>
                  <a:lnTo>
                    <a:pt x="1354" y="3999"/>
                  </a:lnTo>
                  <a:cubicBezTo>
                    <a:pt x="1562" y="3999"/>
                    <a:pt x="1729" y="3853"/>
                    <a:pt x="1729" y="3645"/>
                  </a:cubicBezTo>
                  <a:lnTo>
                    <a:pt x="1729" y="354"/>
                  </a:lnTo>
                  <a:cubicBezTo>
                    <a:pt x="1729" y="167"/>
                    <a:pt x="1562"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2" name="Google Shape;3422;p69"/>
          <p:cNvGrpSpPr/>
          <p:nvPr/>
        </p:nvGrpSpPr>
        <p:grpSpPr>
          <a:xfrm>
            <a:off x="8191200" y="4439450"/>
            <a:ext cx="1550000" cy="198400"/>
            <a:chOff x="6514800" y="3906050"/>
            <a:chExt cx="1550000" cy="198400"/>
          </a:xfrm>
        </p:grpSpPr>
        <p:sp>
          <p:nvSpPr>
            <p:cNvPr id="3423" name="Google Shape;3423;p69"/>
            <p:cNvSpPr/>
            <p:nvPr/>
          </p:nvSpPr>
          <p:spPr>
            <a:xfrm>
              <a:off x="6547600" y="3934700"/>
              <a:ext cx="1517200" cy="145800"/>
            </a:xfrm>
            <a:custGeom>
              <a:avLst/>
              <a:gdLst/>
              <a:ahLst/>
              <a:cxnLst/>
              <a:rect l="l" t="t" r="r" b="b"/>
              <a:pathLst>
                <a:path w="60688" h="5832" fill="none" extrusionOk="0">
                  <a:moveTo>
                    <a:pt x="60687" y="0"/>
                  </a:moveTo>
                  <a:lnTo>
                    <a:pt x="38196" y="0"/>
                  </a:lnTo>
                  <a:cubicBezTo>
                    <a:pt x="36467" y="0"/>
                    <a:pt x="35072" y="1312"/>
                    <a:pt x="35072" y="2916"/>
                  </a:cubicBezTo>
                  <a:cubicBezTo>
                    <a:pt x="35072" y="4519"/>
                    <a:pt x="33655" y="5831"/>
                    <a:pt x="31948" y="5831"/>
                  </a:cubicBezTo>
                  <a:lnTo>
                    <a:pt x="1" y="583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9"/>
            <p:cNvSpPr/>
            <p:nvPr/>
          </p:nvSpPr>
          <p:spPr>
            <a:xfrm>
              <a:off x="6514800" y="4056000"/>
              <a:ext cx="48450" cy="48450"/>
            </a:xfrm>
            <a:custGeom>
              <a:avLst/>
              <a:gdLst/>
              <a:ahLst/>
              <a:cxnLst/>
              <a:rect l="l" t="t" r="r" b="b"/>
              <a:pathLst>
                <a:path w="1938" h="1938" extrusionOk="0">
                  <a:moveTo>
                    <a:pt x="959" y="0"/>
                  </a:moveTo>
                  <a:cubicBezTo>
                    <a:pt x="438" y="0"/>
                    <a:pt x="1" y="438"/>
                    <a:pt x="1" y="958"/>
                  </a:cubicBezTo>
                  <a:cubicBezTo>
                    <a:pt x="1" y="1500"/>
                    <a:pt x="438" y="1937"/>
                    <a:pt x="959" y="1937"/>
                  </a:cubicBezTo>
                  <a:cubicBezTo>
                    <a:pt x="1500" y="1937"/>
                    <a:pt x="1938" y="1500"/>
                    <a:pt x="1938" y="958"/>
                  </a:cubicBezTo>
                  <a:cubicBezTo>
                    <a:pt x="1938" y="438"/>
                    <a:pt x="1500" y="0"/>
                    <a:pt x="9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9"/>
            <p:cNvSpPr/>
            <p:nvPr/>
          </p:nvSpPr>
          <p:spPr>
            <a:xfrm>
              <a:off x="7657625" y="3906050"/>
              <a:ext cx="56250" cy="56775"/>
            </a:xfrm>
            <a:custGeom>
              <a:avLst/>
              <a:gdLst/>
              <a:ahLst/>
              <a:cxnLst/>
              <a:rect l="l" t="t" r="r" b="b"/>
              <a:pathLst>
                <a:path w="2250" h="2271" extrusionOk="0">
                  <a:moveTo>
                    <a:pt x="1125" y="1"/>
                  </a:moveTo>
                  <a:cubicBezTo>
                    <a:pt x="500" y="1"/>
                    <a:pt x="1" y="521"/>
                    <a:pt x="1" y="1146"/>
                  </a:cubicBezTo>
                  <a:cubicBezTo>
                    <a:pt x="1" y="1771"/>
                    <a:pt x="500" y="2271"/>
                    <a:pt x="1125" y="2271"/>
                  </a:cubicBezTo>
                  <a:cubicBezTo>
                    <a:pt x="1750" y="2271"/>
                    <a:pt x="2250" y="1771"/>
                    <a:pt x="2250" y="1146"/>
                  </a:cubicBezTo>
                  <a:cubicBezTo>
                    <a:pt x="2250" y="521"/>
                    <a:pt x="1750" y="1"/>
                    <a:pt x="11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6" name="Google Shape;3426;p69"/>
          <p:cNvGrpSpPr/>
          <p:nvPr/>
        </p:nvGrpSpPr>
        <p:grpSpPr>
          <a:xfrm>
            <a:off x="9149725" y="3188350"/>
            <a:ext cx="309275" cy="834600"/>
            <a:chOff x="7473325" y="2654950"/>
            <a:chExt cx="309275" cy="834600"/>
          </a:xfrm>
        </p:grpSpPr>
        <p:sp>
          <p:nvSpPr>
            <p:cNvPr id="3427" name="Google Shape;3427;p69"/>
            <p:cNvSpPr/>
            <p:nvPr/>
          </p:nvSpPr>
          <p:spPr>
            <a:xfrm>
              <a:off x="7521750" y="2982425"/>
              <a:ext cx="242625" cy="477450"/>
            </a:xfrm>
            <a:custGeom>
              <a:avLst/>
              <a:gdLst/>
              <a:ahLst/>
              <a:cxnLst/>
              <a:rect l="l" t="t" r="r" b="b"/>
              <a:pathLst>
                <a:path w="9705" h="19098" fill="none" extrusionOk="0">
                  <a:moveTo>
                    <a:pt x="0" y="19098"/>
                  </a:moveTo>
                  <a:lnTo>
                    <a:pt x="6581" y="19098"/>
                  </a:lnTo>
                  <a:cubicBezTo>
                    <a:pt x="8289" y="19098"/>
                    <a:pt x="9705" y="17703"/>
                    <a:pt x="9705" y="15974"/>
                  </a:cubicBezTo>
                  <a:lnTo>
                    <a:pt x="9705" y="1"/>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9"/>
            <p:cNvSpPr/>
            <p:nvPr/>
          </p:nvSpPr>
          <p:spPr>
            <a:xfrm>
              <a:off x="7745625" y="2945450"/>
              <a:ext cx="36975" cy="37000"/>
            </a:xfrm>
            <a:custGeom>
              <a:avLst/>
              <a:gdLst/>
              <a:ahLst/>
              <a:cxnLst/>
              <a:rect l="l" t="t" r="r" b="b"/>
              <a:pathLst>
                <a:path w="1479" h="1480" fill="none" extrusionOk="0">
                  <a:moveTo>
                    <a:pt x="1479" y="751"/>
                  </a:moveTo>
                  <a:cubicBezTo>
                    <a:pt x="1479" y="1146"/>
                    <a:pt x="1146" y="1480"/>
                    <a:pt x="750" y="1480"/>
                  </a:cubicBezTo>
                  <a:cubicBezTo>
                    <a:pt x="333" y="1480"/>
                    <a:pt x="0" y="1146"/>
                    <a:pt x="0" y="751"/>
                  </a:cubicBezTo>
                  <a:cubicBezTo>
                    <a:pt x="0" y="334"/>
                    <a:pt x="333" y="1"/>
                    <a:pt x="750" y="1"/>
                  </a:cubicBezTo>
                  <a:cubicBezTo>
                    <a:pt x="1146" y="1"/>
                    <a:pt x="1479" y="334"/>
                    <a:pt x="1479" y="751"/>
                  </a:cubicBezTo>
                  <a:close/>
                </a:path>
              </a:pathLst>
            </a:custGeom>
            <a:noFill/>
            <a:ln w="13025" cap="flat" cmpd="sng">
              <a:solidFill>
                <a:schemeClr val="accent4"/>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9"/>
            <p:cNvSpPr/>
            <p:nvPr/>
          </p:nvSpPr>
          <p:spPr>
            <a:xfrm>
              <a:off x="7473325" y="3430175"/>
              <a:ext cx="59375" cy="59375"/>
            </a:xfrm>
            <a:custGeom>
              <a:avLst/>
              <a:gdLst/>
              <a:ahLst/>
              <a:cxnLst/>
              <a:rect l="l" t="t" r="r" b="b"/>
              <a:pathLst>
                <a:path w="2375" h="2375" extrusionOk="0">
                  <a:moveTo>
                    <a:pt x="1187" y="1"/>
                  </a:moveTo>
                  <a:cubicBezTo>
                    <a:pt x="521" y="1"/>
                    <a:pt x="0" y="542"/>
                    <a:pt x="0" y="1188"/>
                  </a:cubicBezTo>
                  <a:cubicBezTo>
                    <a:pt x="0" y="1854"/>
                    <a:pt x="521" y="2375"/>
                    <a:pt x="1187" y="2375"/>
                  </a:cubicBezTo>
                  <a:cubicBezTo>
                    <a:pt x="1833" y="2375"/>
                    <a:pt x="2374" y="1854"/>
                    <a:pt x="2374" y="1188"/>
                  </a:cubicBezTo>
                  <a:cubicBezTo>
                    <a:pt x="2374" y="542"/>
                    <a:pt x="1833" y="1"/>
                    <a:pt x="1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9"/>
            <p:cNvSpPr/>
            <p:nvPr/>
          </p:nvSpPr>
          <p:spPr>
            <a:xfrm>
              <a:off x="7522250" y="2654950"/>
              <a:ext cx="35950" cy="35950"/>
            </a:xfrm>
            <a:custGeom>
              <a:avLst/>
              <a:gdLst/>
              <a:ahLst/>
              <a:cxnLst/>
              <a:rect l="l" t="t" r="r" b="b"/>
              <a:pathLst>
                <a:path w="1438" h="1438" extrusionOk="0">
                  <a:moveTo>
                    <a:pt x="730" y="0"/>
                  </a:moveTo>
                  <a:cubicBezTo>
                    <a:pt x="334" y="0"/>
                    <a:pt x="1" y="312"/>
                    <a:pt x="1" y="708"/>
                  </a:cubicBezTo>
                  <a:cubicBezTo>
                    <a:pt x="1" y="1104"/>
                    <a:pt x="334" y="1437"/>
                    <a:pt x="730" y="1437"/>
                  </a:cubicBezTo>
                  <a:cubicBezTo>
                    <a:pt x="1125" y="1437"/>
                    <a:pt x="1438" y="1104"/>
                    <a:pt x="1438" y="708"/>
                  </a:cubicBezTo>
                  <a:cubicBezTo>
                    <a:pt x="1438" y="312"/>
                    <a:pt x="1125" y="0"/>
                    <a:pt x="7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9"/>
            <p:cNvSpPr/>
            <p:nvPr/>
          </p:nvSpPr>
          <p:spPr>
            <a:xfrm>
              <a:off x="7552975" y="2672650"/>
              <a:ext cx="211400" cy="272825"/>
            </a:xfrm>
            <a:custGeom>
              <a:avLst/>
              <a:gdLst/>
              <a:ahLst/>
              <a:cxnLst/>
              <a:rect l="l" t="t" r="r" b="b"/>
              <a:pathLst>
                <a:path w="8456" h="10913" fill="none" extrusionOk="0">
                  <a:moveTo>
                    <a:pt x="8456" y="10913"/>
                  </a:moveTo>
                  <a:lnTo>
                    <a:pt x="8456" y="0"/>
                  </a:lnTo>
                  <a:lnTo>
                    <a:pt x="1" y="0"/>
                  </a:lnTo>
                </a:path>
              </a:pathLst>
            </a:custGeom>
            <a:noFill/>
            <a:ln w="130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 name="Google Shape;3432;p69"/>
          <p:cNvGrpSpPr/>
          <p:nvPr/>
        </p:nvGrpSpPr>
        <p:grpSpPr>
          <a:xfrm>
            <a:off x="-47125" y="416875"/>
            <a:ext cx="1721300" cy="369675"/>
            <a:chOff x="202975" y="1277300"/>
            <a:chExt cx="1721300" cy="369675"/>
          </a:xfrm>
        </p:grpSpPr>
        <p:sp>
          <p:nvSpPr>
            <p:cNvPr id="3433" name="Google Shape;3433;p69"/>
            <p:cNvSpPr/>
            <p:nvPr/>
          </p:nvSpPr>
          <p:spPr>
            <a:xfrm>
              <a:off x="1767000" y="1293950"/>
              <a:ext cx="144775" cy="163000"/>
            </a:xfrm>
            <a:custGeom>
              <a:avLst/>
              <a:gdLst/>
              <a:ahLst/>
              <a:cxnLst/>
              <a:rect l="l" t="t" r="r" b="b"/>
              <a:pathLst>
                <a:path w="5791" h="6520" fill="none" extrusionOk="0">
                  <a:moveTo>
                    <a:pt x="1" y="6519"/>
                  </a:moveTo>
                  <a:lnTo>
                    <a:pt x="2895" y="6519"/>
                  </a:lnTo>
                  <a:cubicBezTo>
                    <a:pt x="4478" y="6519"/>
                    <a:pt x="5790" y="5124"/>
                    <a:pt x="5790" y="3395"/>
                  </a:cubicBezTo>
                  <a:lnTo>
                    <a:pt x="5790"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9"/>
            <p:cNvSpPr/>
            <p:nvPr/>
          </p:nvSpPr>
          <p:spPr>
            <a:xfrm>
              <a:off x="202975" y="1458475"/>
              <a:ext cx="1504175" cy="157775"/>
            </a:xfrm>
            <a:custGeom>
              <a:avLst/>
              <a:gdLst/>
              <a:ahLst/>
              <a:cxnLst/>
              <a:rect l="l" t="t" r="r" b="b"/>
              <a:pathLst>
                <a:path w="60167" h="6311" fill="none" extrusionOk="0">
                  <a:moveTo>
                    <a:pt x="1" y="6311"/>
                  </a:moveTo>
                  <a:lnTo>
                    <a:pt x="24284" y="6311"/>
                  </a:lnTo>
                  <a:cubicBezTo>
                    <a:pt x="26012" y="6311"/>
                    <a:pt x="27408" y="4916"/>
                    <a:pt x="27408" y="3187"/>
                  </a:cubicBezTo>
                  <a:cubicBezTo>
                    <a:pt x="27408" y="1459"/>
                    <a:pt x="28803" y="63"/>
                    <a:pt x="30531" y="63"/>
                  </a:cubicBezTo>
                  <a:lnTo>
                    <a:pt x="60167" y="1"/>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9"/>
            <p:cNvSpPr/>
            <p:nvPr/>
          </p:nvSpPr>
          <p:spPr>
            <a:xfrm>
              <a:off x="326375" y="1572500"/>
              <a:ext cx="74475" cy="74475"/>
            </a:xfrm>
            <a:custGeom>
              <a:avLst/>
              <a:gdLst/>
              <a:ahLst/>
              <a:cxnLst/>
              <a:rect l="l" t="t" r="r" b="b"/>
              <a:pathLst>
                <a:path w="2979" h="2979" extrusionOk="0">
                  <a:moveTo>
                    <a:pt x="1500" y="1"/>
                  </a:moveTo>
                  <a:cubicBezTo>
                    <a:pt x="667" y="1"/>
                    <a:pt x="0" y="667"/>
                    <a:pt x="0" y="1500"/>
                  </a:cubicBezTo>
                  <a:cubicBezTo>
                    <a:pt x="0" y="2312"/>
                    <a:pt x="667" y="2979"/>
                    <a:pt x="1500" y="2979"/>
                  </a:cubicBezTo>
                  <a:cubicBezTo>
                    <a:pt x="2312" y="2979"/>
                    <a:pt x="2979" y="2312"/>
                    <a:pt x="2979" y="1500"/>
                  </a:cubicBezTo>
                  <a:cubicBezTo>
                    <a:pt x="2979" y="667"/>
                    <a:pt x="2312" y="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9"/>
            <p:cNvSpPr/>
            <p:nvPr/>
          </p:nvSpPr>
          <p:spPr>
            <a:xfrm>
              <a:off x="1887800" y="1277300"/>
              <a:ext cx="36475" cy="36475"/>
            </a:xfrm>
            <a:custGeom>
              <a:avLst/>
              <a:gdLst/>
              <a:ahLst/>
              <a:cxnLst/>
              <a:rect l="l" t="t" r="r" b="b"/>
              <a:pathLst>
                <a:path w="1459" h="1459" extrusionOk="0">
                  <a:moveTo>
                    <a:pt x="729" y="0"/>
                  </a:moveTo>
                  <a:cubicBezTo>
                    <a:pt x="334" y="0"/>
                    <a:pt x="0" y="334"/>
                    <a:pt x="0" y="729"/>
                  </a:cubicBezTo>
                  <a:cubicBezTo>
                    <a:pt x="0" y="1125"/>
                    <a:pt x="334" y="1458"/>
                    <a:pt x="729" y="1458"/>
                  </a:cubicBezTo>
                  <a:cubicBezTo>
                    <a:pt x="1125" y="1458"/>
                    <a:pt x="1458" y="1125"/>
                    <a:pt x="1458" y="729"/>
                  </a:cubicBezTo>
                  <a:cubicBezTo>
                    <a:pt x="1458" y="334"/>
                    <a:pt x="1125" y="0"/>
                    <a:pt x="7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7" name="Google Shape;3437;p69"/>
          <p:cNvGrpSpPr/>
          <p:nvPr/>
        </p:nvGrpSpPr>
        <p:grpSpPr>
          <a:xfrm>
            <a:off x="173625" y="147175"/>
            <a:ext cx="1641625" cy="1697325"/>
            <a:chOff x="423725" y="1007600"/>
            <a:chExt cx="1641625" cy="1697325"/>
          </a:xfrm>
        </p:grpSpPr>
        <p:sp>
          <p:nvSpPr>
            <p:cNvPr id="3438" name="Google Shape;3438;p69"/>
            <p:cNvSpPr/>
            <p:nvPr/>
          </p:nvSpPr>
          <p:spPr>
            <a:xfrm>
              <a:off x="448725" y="1056550"/>
              <a:ext cx="1583825" cy="1597875"/>
            </a:xfrm>
            <a:custGeom>
              <a:avLst/>
              <a:gdLst/>
              <a:ahLst/>
              <a:cxnLst/>
              <a:rect l="l" t="t" r="r" b="b"/>
              <a:pathLst>
                <a:path w="63353" h="63915" fill="none" extrusionOk="0">
                  <a:moveTo>
                    <a:pt x="1" y="0"/>
                  </a:moveTo>
                  <a:lnTo>
                    <a:pt x="1" y="5873"/>
                  </a:lnTo>
                  <a:cubicBezTo>
                    <a:pt x="1" y="7602"/>
                    <a:pt x="1396" y="8997"/>
                    <a:pt x="3124" y="8997"/>
                  </a:cubicBezTo>
                  <a:lnTo>
                    <a:pt x="43464" y="8997"/>
                  </a:lnTo>
                  <a:cubicBezTo>
                    <a:pt x="45172" y="8997"/>
                    <a:pt x="46588" y="7602"/>
                    <a:pt x="46588" y="5873"/>
                  </a:cubicBezTo>
                  <a:lnTo>
                    <a:pt x="46588" y="4290"/>
                  </a:lnTo>
                  <a:cubicBezTo>
                    <a:pt x="46588" y="2562"/>
                    <a:pt x="47983" y="1166"/>
                    <a:pt x="49712" y="1166"/>
                  </a:cubicBezTo>
                  <a:lnTo>
                    <a:pt x="60229" y="1166"/>
                  </a:lnTo>
                  <a:cubicBezTo>
                    <a:pt x="61937" y="1166"/>
                    <a:pt x="63353" y="2562"/>
                    <a:pt x="63353" y="4290"/>
                  </a:cubicBezTo>
                  <a:lnTo>
                    <a:pt x="63353" y="33801"/>
                  </a:lnTo>
                  <a:cubicBezTo>
                    <a:pt x="63353" y="35529"/>
                    <a:pt x="61937" y="36924"/>
                    <a:pt x="60229" y="36924"/>
                  </a:cubicBezTo>
                  <a:lnTo>
                    <a:pt x="52357" y="36924"/>
                  </a:lnTo>
                  <a:cubicBezTo>
                    <a:pt x="50649" y="36924"/>
                    <a:pt x="49233" y="38320"/>
                    <a:pt x="49233" y="40048"/>
                  </a:cubicBezTo>
                  <a:lnTo>
                    <a:pt x="49233" y="44880"/>
                  </a:lnTo>
                  <a:cubicBezTo>
                    <a:pt x="49233" y="46588"/>
                    <a:pt x="50649" y="48004"/>
                    <a:pt x="52357" y="48004"/>
                  </a:cubicBezTo>
                  <a:lnTo>
                    <a:pt x="53294" y="48004"/>
                  </a:lnTo>
                  <a:cubicBezTo>
                    <a:pt x="55023" y="48004"/>
                    <a:pt x="56418" y="49399"/>
                    <a:pt x="56418" y="51128"/>
                  </a:cubicBezTo>
                  <a:lnTo>
                    <a:pt x="56418" y="63915"/>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9"/>
            <p:cNvSpPr/>
            <p:nvPr/>
          </p:nvSpPr>
          <p:spPr>
            <a:xfrm>
              <a:off x="1035500" y="1250750"/>
              <a:ext cx="52600" cy="53125"/>
            </a:xfrm>
            <a:custGeom>
              <a:avLst/>
              <a:gdLst/>
              <a:ahLst/>
              <a:cxnLst/>
              <a:rect l="l" t="t" r="r" b="b"/>
              <a:pathLst>
                <a:path w="2104" h="2125" extrusionOk="0">
                  <a:moveTo>
                    <a:pt x="1062" y="0"/>
                  </a:moveTo>
                  <a:cubicBezTo>
                    <a:pt x="479" y="0"/>
                    <a:pt x="0" y="479"/>
                    <a:pt x="0" y="1062"/>
                  </a:cubicBezTo>
                  <a:cubicBezTo>
                    <a:pt x="0" y="1645"/>
                    <a:pt x="479" y="2124"/>
                    <a:pt x="1062" y="2124"/>
                  </a:cubicBezTo>
                  <a:cubicBezTo>
                    <a:pt x="1646" y="2124"/>
                    <a:pt x="2104" y="1645"/>
                    <a:pt x="2104" y="1062"/>
                  </a:cubicBezTo>
                  <a:cubicBezTo>
                    <a:pt x="2104" y="479"/>
                    <a:pt x="1646" y="0"/>
                    <a:pt x="1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9"/>
            <p:cNvSpPr/>
            <p:nvPr/>
          </p:nvSpPr>
          <p:spPr>
            <a:xfrm>
              <a:off x="423725" y="1007600"/>
              <a:ext cx="50550" cy="50525"/>
            </a:xfrm>
            <a:custGeom>
              <a:avLst/>
              <a:gdLst/>
              <a:ahLst/>
              <a:cxnLst/>
              <a:rect l="l" t="t" r="r" b="b"/>
              <a:pathLst>
                <a:path w="2022" h="2021" fill="none" extrusionOk="0">
                  <a:moveTo>
                    <a:pt x="2021" y="1021"/>
                  </a:moveTo>
                  <a:cubicBezTo>
                    <a:pt x="2021" y="1562"/>
                    <a:pt x="1563" y="2021"/>
                    <a:pt x="1001" y="2021"/>
                  </a:cubicBezTo>
                  <a:cubicBezTo>
                    <a:pt x="438" y="2021"/>
                    <a:pt x="1" y="1562"/>
                    <a:pt x="1" y="1021"/>
                  </a:cubicBezTo>
                  <a:cubicBezTo>
                    <a:pt x="1" y="459"/>
                    <a:pt x="438" y="0"/>
                    <a:pt x="1001" y="0"/>
                  </a:cubicBezTo>
                  <a:cubicBezTo>
                    <a:pt x="1563" y="0"/>
                    <a:pt x="2021" y="459"/>
                    <a:pt x="2021"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9"/>
            <p:cNvSpPr/>
            <p:nvPr/>
          </p:nvSpPr>
          <p:spPr>
            <a:xfrm>
              <a:off x="1837300" y="2654400"/>
              <a:ext cx="50525" cy="50525"/>
            </a:xfrm>
            <a:custGeom>
              <a:avLst/>
              <a:gdLst/>
              <a:ahLst/>
              <a:cxnLst/>
              <a:rect l="l" t="t" r="r" b="b"/>
              <a:pathLst>
                <a:path w="2021" h="2021" fill="none" extrusionOk="0">
                  <a:moveTo>
                    <a:pt x="2020" y="1021"/>
                  </a:moveTo>
                  <a:cubicBezTo>
                    <a:pt x="2020" y="1563"/>
                    <a:pt x="1562" y="2021"/>
                    <a:pt x="1000" y="2021"/>
                  </a:cubicBezTo>
                  <a:cubicBezTo>
                    <a:pt x="458" y="2021"/>
                    <a:pt x="0" y="1563"/>
                    <a:pt x="0" y="1021"/>
                  </a:cubicBezTo>
                  <a:cubicBezTo>
                    <a:pt x="0" y="459"/>
                    <a:pt x="458" y="1"/>
                    <a:pt x="1000"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9"/>
            <p:cNvSpPr/>
            <p:nvPr/>
          </p:nvSpPr>
          <p:spPr>
            <a:xfrm>
              <a:off x="1707125" y="1052900"/>
              <a:ext cx="65625" cy="65625"/>
            </a:xfrm>
            <a:custGeom>
              <a:avLst/>
              <a:gdLst/>
              <a:ahLst/>
              <a:cxnLst/>
              <a:rect l="l" t="t" r="r" b="b"/>
              <a:pathLst>
                <a:path w="2625" h="2625" extrusionOk="0">
                  <a:moveTo>
                    <a:pt x="1313" y="0"/>
                  </a:moveTo>
                  <a:cubicBezTo>
                    <a:pt x="584" y="0"/>
                    <a:pt x="1" y="583"/>
                    <a:pt x="1" y="1312"/>
                  </a:cubicBezTo>
                  <a:cubicBezTo>
                    <a:pt x="1" y="2020"/>
                    <a:pt x="584" y="2624"/>
                    <a:pt x="1313" y="2624"/>
                  </a:cubicBezTo>
                  <a:cubicBezTo>
                    <a:pt x="2021" y="2624"/>
                    <a:pt x="2625" y="2020"/>
                    <a:pt x="2625" y="1312"/>
                  </a:cubicBezTo>
                  <a:cubicBezTo>
                    <a:pt x="2625" y="583"/>
                    <a:pt x="2021"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9"/>
            <p:cNvSpPr/>
            <p:nvPr/>
          </p:nvSpPr>
          <p:spPr>
            <a:xfrm>
              <a:off x="1999725" y="1566250"/>
              <a:ext cx="65625" cy="65625"/>
            </a:xfrm>
            <a:custGeom>
              <a:avLst/>
              <a:gdLst/>
              <a:ahLst/>
              <a:cxnLst/>
              <a:rect l="l" t="t" r="r" b="b"/>
              <a:pathLst>
                <a:path w="2625" h="2625" extrusionOk="0">
                  <a:moveTo>
                    <a:pt x="1313" y="1"/>
                  </a:moveTo>
                  <a:cubicBezTo>
                    <a:pt x="584" y="1"/>
                    <a:pt x="1" y="584"/>
                    <a:pt x="1" y="1313"/>
                  </a:cubicBezTo>
                  <a:cubicBezTo>
                    <a:pt x="1" y="2021"/>
                    <a:pt x="584" y="2625"/>
                    <a:pt x="1313" y="2625"/>
                  </a:cubicBezTo>
                  <a:cubicBezTo>
                    <a:pt x="2021" y="2625"/>
                    <a:pt x="2625" y="2021"/>
                    <a:pt x="2625" y="1313"/>
                  </a:cubicBezTo>
                  <a:cubicBezTo>
                    <a:pt x="2625" y="584"/>
                    <a:pt x="2021" y="1"/>
                    <a:pt x="1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9"/>
            <p:cNvSpPr/>
            <p:nvPr/>
          </p:nvSpPr>
          <p:spPr>
            <a:xfrm>
              <a:off x="1658200" y="2073875"/>
              <a:ext cx="43225" cy="100000"/>
            </a:xfrm>
            <a:custGeom>
              <a:avLst/>
              <a:gdLst/>
              <a:ahLst/>
              <a:cxnLst/>
              <a:rect l="l" t="t" r="r" b="b"/>
              <a:pathLst>
                <a:path w="1729" h="4000" extrusionOk="0">
                  <a:moveTo>
                    <a:pt x="375" y="1"/>
                  </a:moveTo>
                  <a:cubicBezTo>
                    <a:pt x="167" y="1"/>
                    <a:pt x="0" y="167"/>
                    <a:pt x="0" y="355"/>
                  </a:cubicBezTo>
                  <a:lnTo>
                    <a:pt x="0" y="3645"/>
                  </a:lnTo>
                  <a:cubicBezTo>
                    <a:pt x="0" y="3833"/>
                    <a:pt x="167" y="3999"/>
                    <a:pt x="375" y="3999"/>
                  </a:cubicBezTo>
                  <a:lnTo>
                    <a:pt x="1354" y="3999"/>
                  </a:lnTo>
                  <a:cubicBezTo>
                    <a:pt x="1562" y="3999"/>
                    <a:pt x="1729" y="3833"/>
                    <a:pt x="1729" y="3645"/>
                  </a:cubicBezTo>
                  <a:lnTo>
                    <a:pt x="1729" y="355"/>
                  </a:lnTo>
                  <a:cubicBezTo>
                    <a:pt x="1729" y="167"/>
                    <a:pt x="1562" y="1"/>
                    <a:pt x="13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5" name="Google Shape;3445;p69"/>
          <p:cNvGrpSpPr/>
          <p:nvPr/>
        </p:nvGrpSpPr>
        <p:grpSpPr>
          <a:xfrm>
            <a:off x="421475" y="-373475"/>
            <a:ext cx="1055875" cy="2708950"/>
            <a:chOff x="671575" y="486950"/>
            <a:chExt cx="1055875" cy="2708950"/>
          </a:xfrm>
        </p:grpSpPr>
        <p:sp>
          <p:nvSpPr>
            <p:cNvPr id="3446" name="Google Shape;3446;p69"/>
            <p:cNvSpPr/>
            <p:nvPr/>
          </p:nvSpPr>
          <p:spPr>
            <a:xfrm>
              <a:off x="1267175" y="3143825"/>
              <a:ext cx="408225" cy="25"/>
            </a:xfrm>
            <a:custGeom>
              <a:avLst/>
              <a:gdLst/>
              <a:ahLst/>
              <a:cxnLst/>
              <a:rect l="l" t="t" r="r" b="b"/>
              <a:pathLst>
                <a:path w="16329" h="1" fill="none" extrusionOk="0">
                  <a:moveTo>
                    <a:pt x="1" y="0"/>
                  </a:moveTo>
                  <a:lnTo>
                    <a:pt x="16328" y="0"/>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9"/>
            <p:cNvSpPr/>
            <p:nvPr/>
          </p:nvSpPr>
          <p:spPr>
            <a:xfrm>
              <a:off x="721550" y="537450"/>
              <a:ext cx="441525" cy="2606400"/>
            </a:xfrm>
            <a:custGeom>
              <a:avLst/>
              <a:gdLst/>
              <a:ahLst/>
              <a:cxnLst/>
              <a:rect l="l" t="t" r="r" b="b"/>
              <a:pathLst>
                <a:path w="17661" h="104256" fill="none" extrusionOk="0">
                  <a:moveTo>
                    <a:pt x="0" y="1"/>
                  </a:moveTo>
                  <a:lnTo>
                    <a:pt x="0" y="55752"/>
                  </a:lnTo>
                  <a:cubicBezTo>
                    <a:pt x="0" y="57480"/>
                    <a:pt x="1396" y="58875"/>
                    <a:pt x="3124" y="58875"/>
                  </a:cubicBezTo>
                  <a:lnTo>
                    <a:pt x="7518" y="58875"/>
                  </a:lnTo>
                  <a:cubicBezTo>
                    <a:pt x="9247" y="58875"/>
                    <a:pt x="10642" y="60271"/>
                    <a:pt x="10642" y="61999"/>
                  </a:cubicBezTo>
                  <a:lnTo>
                    <a:pt x="10642" y="101131"/>
                  </a:lnTo>
                  <a:cubicBezTo>
                    <a:pt x="10642" y="102860"/>
                    <a:pt x="12059" y="104255"/>
                    <a:pt x="13766" y="104255"/>
                  </a:cubicBezTo>
                  <a:lnTo>
                    <a:pt x="17661" y="104255"/>
                  </a:lnTo>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9"/>
            <p:cNvSpPr/>
            <p:nvPr/>
          </p:nvSpPr>
          <p:spPr>
            <a:xfrm>
              <a:off x="696550" y="486950"/>
              <a:ext cx="50525" cy="50525"/>
            </a:xfrm>
            <a:custGeom>
              <a:avLst/>
              <a:gdLst/>
              <a:ahLst/>
              <a:cxnLst/>
              <a:rect l="l" t="t" r="r" b="b"/>
              <a:pathLst>
                <a:path w="2021" h="2021" fill="none" extrusionOk="0">
                  <a:moveTo>
                    <a:pt x="2021" y="1021"/>
                  </a:moveTo>
                  <a:cubicBezTo>
                    <a:pt x="2021" y="1583"/>
                    <a:pt x="1563" y="2021"/>
                    <a:pt x="1000" y="2021"/>
                  </a:cubicBezTo>
                  <a:cubicBezTo>
                    <a:pt x="438" y="2021"/>
                    <a:pt x="1" y="1583"/>
                    <a:pt x="1" y="1021"/>
                  </a:cubicBezTo>
                  <a:cubicBezTo>
                    <a:pt x="1" y="459"/>
                    <a:pt x="438" y="1"/>
                    <a:pt x="1000" y="1"/>
                  </a:cubicBezTo>
                  <a:cubicBezTo>
                    <a:pt x="1563" y="1"/>
                    <a:pt x="2021" y="459"/>
                    <a:pt x="2021" y="1021"/>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9"/>
            <p:cNvSpPr/>
            <p:nvPr/>
          </p:nvSpPr>
          <p:spPr>
            <a:xfrm>
              <a:off x="695525" y="1583950"/>
              <a:ext cx="52075" cy="51575"/>
            </a:xfrm>
            <a:custGeom>
              <a:avLst/>
              <a:gdLst/>
              <a:ahLst/>
              <a:cxnLst/>
              <a:rect l="l" t="t" r="r" b="b"/>
              <a:pathLst>
                <a:path w="2083" h="2063" extrusionOk="0">
                  <a:moveTo>
                    <a:pt x="1041" y="1"/>
                  </a:moveTo>
                  <a:cubicBezTo>
                    <a:pt x="479" y="1"/>
                    <a:pt x="0" y="459"/>
                    <a:pt x="0" y="1042"/>
                  </a:cubicBezTo>
                  <a:cubicBezTo>
                    <a:pt x="0" y="1604"/>
                    <a:pt x="479" y="2062"/>
                    <a:pt x="1041" y="2062"/>
                  </a:cubicBezTo>
                  <a:cubicBezTo>
                    <a:pt x="1624" y="2062"/>
                    <a:pt x="2083" y="1604"/>
                    <a:pt x="2083" y="1042"/>
                  </a:cubicBezTo>
                  <a:cubicBezTo>
                    <a:pt x="2083" y="459"/>
                    <a:pt x="1624" y="1"/>
                    <a:pt x="1041"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9"/>
            <p:cNvSpPr/>
            <p:nvPr/>
          </p:nvSpPr>
          <p:spPr>
            <a:xfrm>
              <a:off x="671575" y="1008500"/>
              <a:ext cx="100500" cy="43225"/>
            </a:xfrm>
            <a:custGeom>
              <a:avLst/>
              <a:gdLst/>
              <a:ahLst/>
              <a:cxnLst/>
              <a:rect l="l" t="t" r="r" b="b"/>
              <a:pathLst>
                <a:path w="4020" h="1729" extrusionOk="0">
                  <a:moveTo>
                    <a:pt x="375" y="0"/>
                  </a:moveTo>
                  <a:cubicBezTo>
                    <a:pt x="167" y="0"/>
                    <a:pt x="0" y="167"/>
                    <a:pt x="0" y="375"/>
                  </a:cubicBezTo>
                  <a:lnTo>
                    <a:pt x="0" y="1375"/>
                  </a:lnTo>
                  <a:cubicBezTo>
                    <a:pt x="0" y="1583"/>
                    <a:pt x="167" y="1729"/>
                    <a:pt x="375" y="1729"/>
                  </a:cubicBezTo>
                  <a:lnTo>
                    <a:pt x="3645" y="1729"/>
                  </a:lnTo>
                  <a:cubicBezTo>
                    <a:pt x="3853" y="1729"/>
                    <a:pt x="4019" y="1583"/>
                    <a:pt x="4019" y="1375"/>
                  </a:cubicBezTo>
                  <a:lnTo>
                    <a:pt x="4019" y="375"/>
                  </a:lnTo>
                  <a:cubicBezTo>
                    <a:pt x="4019" y="167"/>
                    <a:pt x="3853" y="0"/>
                    <a:pt x="364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9"/>
            <p:cNvSpPr/>
            <p:nvPr/>
          </p:nvSpPr>
          <p:spPr>
            <a:xfrm>
              <a:off x="961575" y="2650750"/>
              <a:ext cx="52600" cy="122900"/>
            </a:xfrm>
            <a:custGeom>
              <a:avLst/>
              <a:gdLst/>
              <a:ahLst/>
              <a:cxnLst/>
              <a:rect l="l" t="t" r="r" b="b"/>
              <a:pathLst>
                <a:path w="2104" h="4916" extrusionOk="0">
                  <a:moveTo>
                    <a:pt x="437" y="1"/>
                  </a:moveTo>
                  <a:cubicBezTo>
                    <a:pt x="187" y="1"/>
                    <a:pt x="0" y="209"/>
                    <a:pt x="0" y="459"/>
                  </a:cubicBezTo>
                  <a:lnTo>
                    <a:pt x="0" y="4458"/>
                  </a:lnTo>
                  <a:cubicBezTo>
                    <a:pt x="0" y="4708"/>
                    <a:pt x="187" y="4916"/>
                    <a:pt x="437" y="4916"/>
                  </a:cubicBezTo>
                  <a:lnTo>
                    <a:pt x="1645" y="4916"/>
                  </a:lnTo>
                  <a:cubicBezTo>
                    <a:pt x="1916" y="4916"/>
                    <a:pt x="2103" y="4708"/>
                    <a:pt x="2103" y="4458"/>
                  </a:cubicBezTo>
                  <a:lnTo>
                    <a:pt x="2103" y="459"/>
                  </a:lnTo>
                  <a:cubicBezTo>
                    <a:pt x="2103" y="209"/>
                    <a:pt x="1916" y="1"/>
                    <a:pt x="164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9"/>
            <p:cNvSpPr/>
            <p:nvPr/>
          </p:nvSpPr>
          <p:spPr>
            <a:xfrm>
              <a:off x="1675375" y="3117775"/>
              <a:ext cx="52075" cy="52100"/>
            </a:xfrm>
            <a:custGeom>
              <a:avLst/>
              <a:gdLst/>
              <a:ahLst/>
              <a:cxnLst/>
              <a:rect l="l" t="t" r="r" b="b"/>
              <a:pathLst>
                <a:path w="2083" h="2084" fill="none" extrusionOk="0">
                  <a:moveTo>
                    <a:pt x="2083" y="1042"/>
                  </a:moveTo>
                  <a:cubicBezTo>
                    <a:pt x="2083" y="1604"/>
                    <a:pt x="1604" y="2083"/>
                    <a:pt x="1042" y="2083"/>
                  </a:cubicBezTo>
                  <a:cubicBezTo>
                    <a:pt x="458" y="2083"/>
                    <a:pt x="0" y="1604"/>
                    <a:pt x="0" y="1042"/>
                  </a:cubicBezTo>
                  <a:cubicBezTo>
                    <a:pt x="0" y="459"/>
                    <a:pt x="458" y="1"/>
                    <a:pt x="1042" y="1"/>
                  </a:cubicBezTo>
                  <a:cubicBezTo>
                    <a:pt x="1604" y="1"/>
                    <a:pt x="2083" y="459"/>
                    <a:pt x="2083" y="1042"/>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9"/>
            <p:cNvSpPr/>
            <p:nvPr/>
          </p:nvSpPr>
          <p:spPr>
            <a:xfrm>
              <a:off x="1163050" y="3091750"/>
              <a:ext cx="104150" cy="104150"/>
            </a:xfrm>
            <a:custGeom>
              <a:avLst/>
              <a:gdLst/>
              <a:ahLst/>
              <a:cxnLst/>
              <a:rect l="l" t="t" r="r" b="b"/>
              <a:pathLst>
                <a:path w="4166" h="4166" fill="none" extrusionOk="0">
                  <a:moveTo>
                    <a:pt x="4166" y="2083"/>
                  </a:moveTo>
                  <a:cubicBezTo>
                    <a:pt x="4166" y="3228"/>
                    <a:pt x="3229" y="4166"/>
                    <a:pt x="2083" y="4166"/>
                  </a:cubicBezTo>
                  <a:cubicBezTo>
                    <a:pt x="938" y="4166"/>
                    <a:pt x="1" y="3228"/>
                    <a:pt x="1" y="2083"/>
                  </a:cubicBezTo>
                  <a:cubicBezTo>
                    <a:pt x="1" y="938"/>
                    <a:pt x="938" y="0"/>
                    <a:pt x="2083" y="0"/>
                  </a:cubicBezTo>
                  <a:cubicBezTo>
                    <a:pt x="3229" y="0"/>
                    <a:pt x="4166" y="938"/>
                    <a:pt x="4166" y="2083"/>
                  </a:cubicBezTo>
                  <a:close/>
                </a:path>
              </a:pathLst>
            </a:custGeom>
            <a:noFill/>
            <a:ln w="130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4" name="Google Shape;3454;p69"/>
          <p:cNvGrpSpPr/>
          <p:nvPr/>
        </p:nvGrpSpPr>
        <p:grpSpPr>
          <a:xfrm>
            <a:off x="655225" y="140925"/>
            <a:ext cx="647725" cy="2014925"/>
            <a:chOff x="905325" y="1001350"/>
            <a:chExt cx="647725" cy="2014925"/>
          </a:xfrm>
        </p:grpSpPr>
        <p:sp>
          <p:nvSpPr>
            <p:cNvPr id="3455" name="Google Shape;3455;p69"/>
            <p:cNvSpPr/>
            <p:nvPr/>
          </p:nvSpPr>
          <p:spPr>
            <a:xfrm>
              <a:off x="1353600" y="2453950"/>
              <a:ext cx="25" cy="511825"/>
            </a:xfrm>
            <a:custGeom>
              <a:avLst/>
              <a:gdLst/>
              <a:ahLst/>
              <a:cxnLst/>
              <a:rect l="l" t="t" r="r" b="b"/>
              <a:pathLst>
                <a:path w="1" h="20473" fill="none" extrusionOk="0">
                  <a:moveTo>
                    <a:pt x="1" y="1"/>
                  </a:moveTo>
                  <a:lnTo>
                    <a:pt x="1" y="20473"/>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9"/>
            <p:cNvSpPr/>
            <p:nvPr/>
          </p:nvSpPr>
          <p:spPr>
            <a:xfrm>
              <a:off x="1353600" y="2187375"/>
              <a:ext cx="25" cy="173400"/>
            </a:xfrm>
            <a:custGeom>
              <a:avLst/>
              <a:gdLst/>
              <a:ahLst/>
              <a:cxnLst/>
              <a:rect l="l" t="t" r="r" b="b"/>
              <a:pathLst>
                <a:path w="1" h="6936" fill="none" extrusionOk="0">
                  <a:moveTo>
                    <a:pt x="1" y="1"/>
                  </a:moveTo>
                  <a:lnTo>
                    <a:pt x="1" y="6936"/>
                  </a:lnTo>
                </a:path>
              </a:pathLst>
            </a:custGeom>
            <a:noFill/>
            <a:ln w="12500"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9"/>
            <p:cNvSpPr/>
            <p:nvPr/>
          </p:nvSpPr>
          <p:spPr>
            <a:xfrm>
              <a:off x="955325" y="1026350"/>
              <a:ext cx="398300" cy="1051200"/>
            </a:xfrm>
            <a:custGeom>
              <a:avLst/>
              <a:gdLst/>
              <a:ahLst/>
              <a:cxnLst/>
              <a:rect l="l" t="t" r="r" b="b"/>
              <a:pathLst>
                <a:path w="15932" h="42048" fill="none" extrusionOk="0">
                  <a:moveTo>
                    <a:pt x="15932" y="42048"/>
                  </a:moveTo>
                  <a:lnTo>
                    <a:pt x="15932" y="3124"/>
                  </a:lnTo>
                  <a:cubicBezTo>
                    <a:pt x="15932" y="1416"/>
                    <a:pt x="14537" y="0"/>
                    <a:pt x="12808" y="0"/>
                  </a:cubicBezTo>
                  <a:lnTo>
                    <a:pt x="0" y="0"/>
                  </a:lnTo>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9"/>
            <p:cNvSpPr/>
            <p:nvPr/>
          </p:nvSpPr>
          <p:spPr>
            <a:xfrm>
              <a:off x="1328625" y="2965750"/>
              <a:ext cx="50525" cy="50525"/>
            </a:xfrm>
            <a:custGeom>
              <a:avLst/>
              <a:gdLst/>
              <a:ahLst/>
              <a:cxnLst/>
              <a:rect l="l" t="t" r="r" b="b"/>
              <a:pathLst>
                <a:path w="2021" h="2021" extrusionOk="0">
                  <a:moveTo>
                    <a:pt x="1000" y="1"/>
                  </a:moveTo>
                  <a:cubicBezTo>
                    <a:pt x="458" y="1"/>
                    <a:pt x="0" y="459"/>
                    <a:pt x="0" y="1021"/>
                  </a:cubicBezTo>
                  <a:cubicBezTo>
                    <a:pt x="0" y="1583"/>
                    <a:pt x="458" y="2021"/>
                    <a:pt x="1000" y="2021"/>
                  </a:cubicBezTo>
                  <a:cubicBezTo>
                    <a:pt x="1562" y="2021"/>
                    <a:pt x="2020" y="1583"/>
                    <a:pt x="2020" y="1021"/>
                  </a:cubicBezTo>
                  <a:cubicBezTo>
                    <a:pt x="2020" y="459"/>
                    <a:pt x="1562"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9"/>
            <p:cNvSpPr/>
            <p:nvPr/>
          </p:nvSpPr>
          <p:spPr>
            <a:xfrm>
              <a:off x="905325" y="1001350"/>
              <a:ext cx="50025" cy="50525"/>
            </a:xfrm>
            <a:custGeom>
              <a:avLst/>
              <a:gdLst/>
              <a:ahLst/>
              <a:cxnLst/>
              <a:rect l="l" t="t" r="r" b="b"/>
              <a:pathLst>
                <a:path w="2001" h="2021" extrusionOk="0">
                  <a:moveTo>
                    <a:pt x="1000" y="1"/>
                  </a:moveTo>
                  <a:cubicBezTo>
                    <a:pt x="438" y="1"/>
                    <a:pt x="1" y="459"/>
                    <a:pt x="1" y="1000"/>
                  </a:cubicBezTo>
                  <a:cubicBezTo>
                    <a:pt x="1" y="1563"/>
                    <a:pt x="438" y="2021"/>
                    <a:pt x="1000" y="2021"/>
                  </a:cubicBezTo>
                  <a:cubicBezTo>
                    <a:pt x="1563" y="2021"/>
                    <a:pt x="2000" y="1563"/>
                    <a:pt x="2000" y="1000"/>
                  </a:cubicBezTo>
                  <a:cubicBezTo>
                    <a:pt x="2000"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9"/>
            <p:cNvSpPr/>
            <p:nvPr/>
          </p:nvSpPr>
          <p:spPr>
            <a:xfrm>
              <a:off x="1320800" y="1427750"/>
              <a:ext cx="65625" cy="65650"/>
            </a:xfrm>
            <a:custGeom>
              <a:avLst/>
              <a:gdLst/>
              <a:ahLst/>
              <a:cxnLst/>
              <a:rect l="l" t="t" r="r" b="b"/>
              <a:pathLst>
                <a:path w="2625" h="2626" extrusionOk="0">
                  <a:moveTo>
                    <a:pt x="1313" y="1"/>
                  </a:moveTo>
                  <a:cubicBezTo>
                    <a:pt x="605" y="1"/>
                    <a:pt x="1" y="584"/>
                    <a:pt x="1" y="1313"/>
                  </a:cubicBezTo>
                  <a:cubicBezTo>
                    <a:pt x="1" y="2042"/>
                    <a:pt x="605" y="2625"/>
                    <a:pt x="1313" y="2625"/>
                  </a:cubicBezTo>
                  <a:cubicBezTo>
                    <a:pt x="2042" y="2625"/>
                    <a:pt x="2625" y="2042"/>
                    <a:pt x="2625" y="1313"/>
                  </a:cubicBezTo>
                  <a:cubicBezTo>
                    <a:pt x="2625" y="584"/>
                    <a:pt x="2042"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9"/>
            <p:cNvSpPr/>
            <p:nvPr/>
          </p:nvSpPr>
          <p:spPr>
            <a:xfrm>
              <a:off x="1298950" y="2077525"/>
              <a:ext cx="109875" cy="109875"/>
            </a:xfrm>
            <a:custGeom>
              <a:avLst/>
              <a:gdLst/>
              <a:ahLst/>
              <a:cxnLst/>
              <a:rect l="l" t="t" r="r" b="b"/>
              <a:pathLst>
                <a:path w="4395" h="4395" fill="none" extrusionOk="0">
                  <a:moveTo>
                    <a:pt x="4394" y="2208"/>
                  </a:moveTo>
                  <a:cubicBezTo>
                    <a:pt x="4394" y="3416"/>
                    <a:pt x="3416" y="4395"/>
                    <a:pt x="2187" y="4395"/>
                  </a:cubicBezTo>
                  <a:cubicBezTo>
                    <a:pt x="979" y="4395"/>
                    <a:pt x="0" y="3416"/>
                    <a:pt x="0" y="2208"/>
                  </a:cubicBezTo>
                  <a:cubicBezTo>
                    <a:pt x="0" y="979"/>
                    <a:pt x="979" y="1"/>
                    <a:pt x="2187" y="1"/>
                  </a:cubicBezTo>
                  <a:cubicBezTo>
                    <a:pt x="3416" y="1"/>
                    <a:pt x="4394" y="979"/>
                    <a:pt x="4394" y="2208"/>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9"/>
            <p:cNvSpPr/>
            <p:nvPr/>
          </p:nvSpPr>
          <p:spPr>
            <a:xfrm>
              <a:off x="1278650" y="1245025"/>
              <a:ext cx="150475" cy="64575"/>
            </a:xfrm>
            <a:custGeom>
              <a:avLst/>
              <a:gdLst/>
              <a:ahLst/>
              <a:cxnLst/>
              <a:rect l="l" t="t" r="r" b="b"/>
              <a:pathLst>
                <a:path w="6019" h="2583" extrusionOk="0">
                  <a:moveTo>
                    <a:pt x="541" y="0"/>
                  </a:moveTo>
                  <a:cubicBezTo>
                    <a:pt x="229" y="0"/>
                    <a:pt x="0" y="250"/>
                    <a:pt x="0" y="542"/>
                  </a:cubicBezTo>
                  <a:lnTo>
                    <a:pt x="0" y="2041"/>
                  </a:lnTo>
                  <a:cubicBezTo>
                    <a:pt x="0" y="2333"/>
                    <a:pt x="229" y="2582"/>
                    <a:pt x="541" y="2582"/>
                  </a:cubicBezTo>
                  <a:lnTo>
                    <a:pt x="5456" y="2582"/>
                  </a:lnTo>
                  <a:cubicBezTo>
                    <a:pt x="5769" y="2582"/>
                    <a:pt x="6019" y="2333"/>
                    <a:pt x="6019" y="2041"/>
                  </a:cubicBezTo>
                  <a:lnTo>
                    <a:pt x="6019" y="542"/>
                  </a:lnTo>
                  <a:cubicBezTo>
                    <a:pt x="6019" y="250"/>
                    <a:pt x="5769" y="0"/>
                    <a:pt x="5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9"/>
            <p:cNvSpPr/>
            <p:nvPr/>
          </p:nvSpPr>
          <p:spPr>
            <a:xfrm>
              <a:off x="1333825" y="2360750"/>
              <a:ext cx="40125" cy="93225"/>
            </a:xfrm>
            <a:custGeom>
              <a:avLst/>
              <a:gdLst/>
              <a:ahLst/>
              <a:cxnLst/>
              <a:rect l="l" t="t" r="r" b="b"/>
              <a:pathLst>
                <a:path w="1605" h="3729" fill="none" extrusionOk="0">
                  <a:moveTo>
                    <a:pt x="334" y="1"/>
                  </a:moveTo>
                  <a:lnTo>
                    <a:pt x="1250" y="1"/>
                  </a:lnTo>
                  <a:cubicBezTo>
                    <a:pt x="1438" y="1"/>
                    <a:pt x="1604" y="147"/>
                    <a:pt x="1604" y="334"/>
                  </a:cubicBezTo>
                  <a:lnTo>
                    <a:pt x="1604" y="3375"/>
                  </a:lnTo>
                  <a:cubicBezTo>
                    <a:pt x="1604" y="3562"/>
                    <a:pt x="1438" y="3729"/>
                    <a:pt x="1250" y="3729"/>
                  </a:cubicBezTo>
                  <a:lnTo>
                    <a:pt x="334" y="3729"/>
                  </a:lnTo>
                  <a:cubicBezTo>
                    <a:pt x="146" y="3729"/>
                    <a:pt x="1" y="3562"/>
                    <a:pt x="1" y="3375"/>
                  </a:cubicBezTo>
                  <a:lnTo>
                    <a:pt x="1" y="334"/>
                  </a:lnTo>
                  <a:cubicBezTo>
                    <a:pt x="1" y="147"/>
                    <a:pt x="146" y="1"/>
                    <a:pt x="334" y="1"/>
                  </a:cubicBezTo>
                  <a:close/>
                </a:path>
              </a:pathLst>
            </a:custGeom>
            <a:noFill/>
            <a:ln w="13025" cap="flat" cmpd="sng">
              <a:solidFill>
                <a:schemeClr val="lt2"/>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9"/>
            <p:cNvSpPr/>
            <p:nvPr/>
          </p:nvSpPr>
          <p:spPr>
            <a:xfrm>
              <a:off x="1408779" y="2134275"/>
              <a:ext cx="94250" cy="25"/>
            </a:xfrm>
            <a:custGeom>
              <a:avLst/>
              <a:gdLst/>
              <a:ahLst/>
              <a:cxnLst/>
              <a:rect l="l" t="t" r="r" b="b"/>
              <a:pathLst>
                <a:path w="3770" h="1" fill="none" extrusionOk="0">
                  <a:moveTo>
                    <a:pt x="0" y="1"/>
                  </a:moveTo>
                  <a:lnTo>
                    <a:pt x="3770" y="1"/>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9"/>
            <p:cNvSpPr/>
            <p:nvPr/>
          </p:nvSpPr>
          <p:spPr>
            <a:xfrm>
              <a:off x="987600" y="1679750"/>
              <a:ext cx="311375" cy="453000"/>
            </a:xfrm>
            <a:custGeom>
              <a:avLst/>
              <a:gdLst/>
              <a:ahLst/>
              <a:cxnLst/>
              <a:rect l="l" t="t" r="r" b="b"/>
              <a:pathLst>
                <a:path w="12455" h="18120" fill="none" extrusionOk="0">
                  <a:moveTo>
                    <a:pt x="0" y="15620"/>
                  </a:moveTo>
                  <a:lnTo>
                    <a:pt x="0" y="3208"/>
                  </a:lnTo>
                  <a:cubicBezTo>
                    <a:pt x="21" y="1438"/>
                    <a:pt x="1458" y="1"/>
                    <a:pt x="3228" y="1"/>
                  </a:cubicBezTo>
                  <a:lnTo>
                    <a:pt x="6915" y="1"/>
                  </a:lnTo>
                  <a:cubicBezTo>
                    <a:pt x="8685" y="1"/>
                    <a:pt x="10122" y="1438"/>
                    <a:pt x="10122" y="3208"/>
                  </a:cubicBezTo>
                  <a:lnTo>
                    <a:pt x="10122" y="14912"/>
                  </a:lnTo>
                  <a:cubicBezTo>
                    <a:pt x="10122" y="16682"/>
                    <a:pt x="10642" y="18119"/>
                    <a:pt x="11288" y="18119"/>
                  </a:cubicBezTo>
                  <a:lnTo>
                    <a:pt x="12454" y="18119"/>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9"/>
            <p:cNvSpPr/>
            <p:nvPr/>
          </p:nvSpPr>
          <p:spPr>
            <a:xfrm>
              <a:off x="1503025" y="2107200"/>
              <a:ext cx="50025" cy="50525"/>
            </a:xfrm>
            <a:custGeom>
              <a:avLst/>
              <a:gdLst/>
              <a:ahLst/>
              <a:cxnLst/>
              <a:rect l="l" t="t" r="r" b="b"/>
              <a:pathLst>
                <a:path w="2001" h="2021" extrusionOk="0">
                  <a:moveTo>
                    <a:pt x="1001" y="1"/>
                  </a:moveTo>
                  <a:cubicBezTo>
                    <a:pt x="438" y="1"/>
                    <a:pt x="1" y="459"/>
                    <a:pt x="1" y="1021"/>
                  </a:cubicBezTo>
                  <a:cubicBezTo>
                    <a:pt x="1" y="1563"/>
                    <a:pt x="438" y="2021"/>
                    <a:pt x="1001" y="2021"/>
                  </a:cubicBezTo>
                  <a:cubicBezTo>
                    <a:pt x="1563" y="2021"/>
                    <a:pt x="2000" y="1563"/>
                    <a:pt x="2000" y="1021"/>
                  </a:cubicBezTo>
                  <a:cubicBezTo>
                    <a:pt x="2000" y="459"/>
                    <a:pt x="15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9"/>
            <p:cNvSpPr/>
            <p:nvPr/>
          </p:nvSpPr>
          <p:spPr>
            <a:xfrm>
              <a:off x="1062050" y="1657900"/>
              <a:ext cx="101025" cy="43750"/>
            </a:xfrm>
            <a:custGeom>
              <a:avLst/>
              <a:gdLst/>
              <a:ahLst/>
              <a:cxnLst/>
              <a:rect l="l" t="t" r="r" b="b"/>
              <a:pathLst>
                <a:path w="4041" h="1750" extrusionOk="0">
                  <a:moveTo>
                    <a:pt x="375" y="0"/>
                  </a:moveTo>
                  <a:cubicBezTo>
                    <a:pt x="167" y="0"/>
                    <a:pt x="0" y="167"/>
                    <a:pt x="0" y="375"/>
                  </a:cubicBezTo>
                  <a:lnTo>
                    <a:pt x="0" y="1375"/>
                  </a:lnTo>
                  <a:cubicBezTo>
                    <a:pt x="0" y="1583"/>
                    <a:pt x="167" y="1749"/>
                    <a:pt x="375" y="1749"/>
                  </a:cubicBezTo>
                  <a:lnTo>
                    <a:pt x="3666" y="1749"/>
                  </a:lnTo>
                  <a:cubicBezTo>
                    <a:pt x="3874" y="1749"/>
                    <a:pt x="4041" y="1583"/>
                    <a:pt x="4041" y="1375"/>
                  </a:cubicBezTo>
                  <a:lnTo>
                    <a:pt x="4041" y="375"/>
                  </a:lnTo>
                  <a:cubicBezTo>
                    <a:pt x="4041" y="167"/>
                    <a:pt x="387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9"/>
            <p:cNvSpPr/>
            <p:nvPr/>
          </p:nvSpPr>
          <p:spPr>
            <a:xfrm>
              <a:off x="962600" y="2037950"/>
              <a:ext cx="50525" cy="50550"/>
            </a:xfrm>
            <a:custGeom>
              <a:avLst/>
              <a:gdLst/>
              <a:ahLst/>
              <a:cxnLst/>
              <a:rect l="l" t="t" r="r" b="b"/>
              <a:pathLst>
                <a:path w="2021" h="2022" extrusionOk="0">
                  <a:moveTo>
                    <a:pt x="1000" y="1"/>
                  </a:moveTo>
                  <a:cubicBezTo>
                    <a:pt x="459" y="1"/>
                    <a:pt x="1" y="459"/>
                    <a:pt x="1" y="1021"/>
                  </a:cubicBezTo>
                  <a:cubicBezTo>
                    <a:pt x="1" y="1584"/>
                    <a:pt x="459" y="2021"/>
                    <a:pt x="1000" y="2021"/>
                  </a:cubicBezTo>
                  <a:cubicBezTo>
                    <a:pt x="1563" y="2021"/>
                    <a:pt x="2021" y="1584"/>
                    <a:pt x="2021" y="1021"/>
                  </a:cubicBezTo>
                  <a:cubicBezTo>
                    <a:pt x="2021" y="459"/>
                    <a:pt x="1563" y="1"/>
                    <a:pt x="10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9" name="Google Shape;3469;p69"/>
          <p:cNvGrpSpPr/>
          <p:nvPr/>
        </p:nvGrpSpPr>
        <p:grpSpPr>
          <a:xfrm>
            <a:off x="193425" y="1237925"/>
            <a:ext cx="328550" cy="892950"/>
            <a:chOff x="443525" y="2098350"/>
            <a:chExt cx="328550" cy="892950"/>
          </a:xfrm>
        </p:grpSpPr>
        <p:sp>
          <p:nvSpPr>
            <p:cNvPr id="3470" name="Google Shape;3470;p69"/>
            <p:cNvSpPr/>
            <p:nvPr/>
          </p:nvSpPr>
          <p:spPr>
            <a:xfrm>
              <a:off x="462275" y="2123875"/>
              <a:ext cx="259300" cy="842425"/>
            </a:xfrm>
            <a:custGeom>
              <a:avLst/>
              <a:gdLst/>
              <a:ahLst/>
              <a:cxnLst/>
              <a:rect l="l" t="t" r="r" b="b"/>
              <a:pathLst>
                <a:path w="10372" h="33697" fill="none" extrusionOk="0">
                  <a:moveTo>
                    <a:pt x="10371" y="0"/>
                  </a:moveTo>
                  <a:lnTo>
                    <a:pt x="3124" y="0"/>
                  </a:lnTo>
                  <a:cubicBezTo>
                    <a:pt x="1395" y="0"/>
                    <a:pt x="0" y="1396"/>
                    <a:pt x="0" y="3124"/>
                  </a:cubicBezTo>
                  <a:lnTo>
                    <a:pt x="0" y="30573"/>
                  </a:lnTo>
                  <a:cubicBezTo>
                    <a:pt x="0" y="32280"/>
                    <a:pt x="1395" y="33696"/>
                    <a:pt x="3124" y="33696"/>
                  </a:cubicBezTo>
                  <a:lnTo>
                    <a:pt x="8789" y="33696"/>
                  </a:lnTo>
                </a:path>
              </a:pathLst>
            </a:custGeom>
            <a:noFill/>
            <a:ln w="13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9"/>
            <p:cNvSpPr/>
            <p:nvPr/>
          </p:nvSpPr>
          <p:spPr>
            <a:xfrm>
              <a:off x="721550" y="2098350"/>
              <a:ext cx="50525" cy="50525"/>
            </a:xfrm>
            <a:custGeom>
              <a:avLst/>
              <a:gdLst/>
              <a:ahLst/>
              <a:cxnLst/>
              <a:rect l="l" t="t" r="r" b="b"/>
              <a:pathLst>
                <a:path w="2021" h="2021" fill="none" extrusionOk="0">
                  <a:moveTo>
                    <a:pt x="2020" y="1021"/>
                  </a:moveTo>
                  <a:cubicBezTo>
                    <a:pt x="2020" y="1583"/>
                    <a:pt x="1562" y="2021"/>
                    <a:pt x="1021" y="2021"/>
                  </a:cubicBezTo>
                  <a:cubicBezTo>
                    <a:pt x="458" y="2021"/>
                    <a:pt x="0" y="1583"/>
                    <a:pt x="0" y="1021"/>
                  </a:cubicBezTo>
                  <a:cubicBezTo>
                    <a:pt x="0" y="459"/>
                    <a:pt x="458" y="1"/>
                    <a:pt x="1021" y="1"/>
                  </a:cubicBezTo>
                  <a:cubicBezTo>
                    <a:pt x="1562" y="1"/>
                    <a:pt x="2020" y="459"/>
                    <a:pt x="2020" y="102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9"/>
            <p:cNvSpPr/>
            <p:nvPr/>
          </p:nvSpPr>
          <p:spPr>
            <a:xfrm>
              <a:off x="685100" y="2940750"/>
              <a:ext cx="50525" cy="50550"/>
            </a:xfrm>
            <a:custGeom>
              <a:avLst/>
              <a:gdLst/>
              <a:ahLst/>
              <a:cxnLst/>
              <a:rect l="l" t="t" r="r" b="b"/>
              <a:pathLst>
                <a:path w="2021" h="2022" fill="none" extrusionOk="0">
                  <a:moveTo>
                    <a:pt x="2021" y="1001"/>
                  </a:moveTo>
                  <a:cubicBezTo>
                    <a:pt x="2021" y="1563"/>
                    <a:pt x="1562" y="2021"/>
                    <a:pt x="1021" y="2021"/>
                  </a:cubicBezTo>
                  <a:cubicBezTo>
                    <a:pt x="459" y="2021"/>
                    <a:pt x="1" y="1563"/>
                    <a:pt x="1" y="1001"/>
                  </a:cubicBezTo>
                  <a:cubicBezTo>
                    <a:pt x="1" y="459"/>
                    <a:pt x="459" y="1"/>
                    <a:pt x="1021" y="1"/>
                  </a:cubicBezTo>
                  <a:cubicBezTo>
                    <a:pt x="1562" y="1"/>
                    <a:pt x="2021" y="459"/>
                    <a:pt x="2021" y="1001"/>
                  </a:cubicBezTo>
                  <a:close/>
                </a:path>
              </a:pathLst>
            </a:custGeom>
            <a:noFill/>
            <a:ln w="13025" cap="flat" cmpd="sng">
              <a:solidFill>
                <a:schemeClr val="accent3"/>
              </a:solidFill>
              <a:prstDash val="solid"/>
              <a:miter lim="2082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9"/>
            <p:cNvSpPr/>
            <p:nvPr/>
          </p:nvSpPr>
          <p:spPr>
            <a:xfrm>
              <a:off x="443525" y="2370125"/>
              <a:ext cx="37500" cy="38050"/>
            </a:xfrm>
            <a:custGeom>
              <a:avLst/>
              <a:gdLst/>
              <a:ahLst/>
              <a:cxnLst/>
              <a:rect l="l" t="t" r="r" b="b"/>
              <a:pathLst>
                <a:path w="1500" h="1522" extrusionOk="0">
                  <a:moveTo>
                    <a:pt x="750" y="1"/>
                  </a:moveTo>
                  <a:cubicBezTo>
                    <a:pt x="334" y="1"/>
                    <a:pt x="0" y="355"/>
                    <a:pt x="0" y="771"/>
                  </a:cubicBezTo>
                  <a:cubicBezTo>
                    <a:pt x="0" y="1167"/>
                    <a:pt x="334" y="1521"/>
                    <a:pt x="750" y="1521"/>
                  </a:cubicBezTo>
                  <a:cubicBezTo>
                    <a:pt x="1167" y="1521"/>
                    <a:pt x="1500" y="1167"/>
                    <a:pt x="1500" y="771"/>
                  </a:cubicBezTo>
                  <a:cubicBezTo>
                    <a:pt x="1500" y="355"/>
                    <a:pt x="1167" y="1"/>
                    <a:pt x="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9"/>
            <p:cNvSpPr/>
            <p:nvPr/>
          </p:nvSpPr>
          <p:spPr>
            <a:xfrm>
              <a:off x="443525" y="2635675"/>
              <a:ext cx="37500" cy="37500"/>
            </a:xfrm>
            <a:custGeom>
              <a:avLst/>
              <a:gdLst/>
              <a:ahLst/>
              <a:cxnLst/>
              <a:rect l="l" t="t" r="r" b="b"/>
              <a:pathLst>
                <a:path w="1500" h="1500" extrusionOk="0">
                  <a:moveTo>
                    <a:pt x="750" y="0"/>
                  </a:moveTo>
                  <a:cubicBezTo>
                    <a:pt x="334" y="0"/>
                    <a:pt x="0" y="333"/>
                    <a:pt x="0" y="750"/>
                  </a:cubicBezTo>
                  <a:cubicBezTo>
                    <a:pt x="0" y="1166"/>
                    <a:pt x="334" y="1499"/>
                    <a:pt x="750" y="1499"/>
                  </a:cubicBezTo>
                  <a:cubicBezTo>
                    <a:pt x="1167" y="1499"/>
                    <a:pt x="1500" y="1166"/>
                    <a:pt x="1500" y="750"/>
                  </a:cubicBezTo>
                  <a:cubicBezTo>
                    <a:pt x="1500" y="333"/>
                    <a:pt x="1167" y="0"/>
                    <a:pt x="7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69"/>
          <p:cNvGrpSpPr/>
          <p:nvPr/>
        </p:nvGrpSpPr>
        <p:grpSpPr>
          <a:xfrm flipH="1">
            <a:off x="-609100" y="1643275"/>
            <a:ext cx="1343825" cy="645625"/>
            <a:chOff x="202975" y="2389400"/>
            <a:chExt cx="1343825" cy="645625"/>
          </a:xfrm>
        </p:grpSpPr>
        <p:sp>
          <p:nvSpPr>
            <p:cNvPr id="3476" name="Google Shape;3476;p69"/>
            <p:cNvSpPr/>
            <p:nvPr/>
          </p:nvSpPr>
          <p:spPr>
            <a:xfrm>
              <a:off x="202975" y="2389400"/>
              <a:ext cx="1343825" cy="645625"/>
            </a:xfrm>
            <a:custGeom>
              <a:avLst/>
              <a:gdLst/>
              <a:ahLst/>
              <a:cxnLst/>
              <a:rect l="l" t="t" r="r" b="b"/>
              <a:pathLst>
                <a:path w="53753" h="25825" fill="none" extrusionOk="0">
                  <a:moveTo>
                    <a:pt x="1" y="18681"/>
                  </a:moveTo>
                  <a:lnTo>
                    <a:pt x="3791" y="18681"/>
                  </a:lnTo>
                  <a:cubicBezTo>
                    <a:pt x="5520" y="18681"/>
                    <a:pt x="6915" y="17286"/>
                    <a:pt x="6915" y="15557"/>
                  </a:cubicBezTo>
                  <a:lnTo>
                    <a:pt x="6915" y="3124"/>
                  </a:lnTo>
                  <a:cubicBezTo>
                    <a:pt x="6915" y="1396"/>
                    <a:pt x="8310" y="0"/>
                    <a:pt x="10039" y="0"/>
                  </a:cubicBezTo>
                  <a:lnTo>
                    <a:pt x="34134" y="0"/>
                  </a:lnTo>
                  <a:cubicBezTo>
                    <a:pt x="35842" y="0"/>
                    <a:pt x="37258" y="1396"/>
                    <a:pt x="37258" y="3124"/>
                  </a:cubicBezTo>
                  <a:lnTo>
                    <a:pt x="37258" y="14641"/>
                  </a:lnTo>
                  <a:cubicBezTo>
                    <a:pt x="37258" y="16349"/>
                    <a:pt x="38654" y="17765"/>
                    <a:pt x="40382" y="17765"/>
                  </a:cubicBezTo>
                  <a:lnTo>
                    <a:pt x="50628" y="17765"/>
                  </a:lnTo>
                  <a:cubicBezTo>
                    <a:pt x="52357" y="17765"/>
                    <a:pt x="53752" y="19160"/>
                    <a:pt x="53752" y="20889"/>
                  </a:cubicBezTo>
                  <a:lnTo>
                    <a:pt x="53752" y="25824"/>
                  </a:lnTo>
                </a:path>
              </a:pathLst>
            </a:custGeom>
            <a:noFill/>
            <a:ln w="13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9"/>
            <p:cNvSpPr/>
            <p:nvPr/>
          </p:nvSpPr>
          <p:spPr>
            <a:xfrm>
              <a:off x="358650" y="2610150"/>
              <a:ext cx="35950" cy="97375"/>
            </a:xfrm>
            <a:custGeom>
              <a:avLst/>
              <a:gdLst/>
              <a:ahLst/>
              <a:cxnLst/>
              <a:rect l="l" t="t" r="r" b="b"/>
              <a:pathLst>
                <a:path w="1438" h="3895" extrusionOk="0">
                  <a:moveTo>
                    <a:pt x="313" y="1"/>
                  </a:moveTo>
                  <a:cubicBezTo>
                    <a:pt x="126" y="21"/>
                    <a:pt x="1" y="188"/>
                    <a:pt x="22" y="375"/>
                  </a:cubicBezTo>
                  <a:lnTo>
                    <a:pt x="22" y="3520"/>
                  </a:lnTo>
                  <a:cubicBezTo>
                    <a:pt x="1" y="3708"/>
                    <a:pt x="126" y="3874"/>
                    <a:pt x="313" y="3895"/>
                  </a:cubicBezTo>
                  <a:lnTo>
                    <a:pt x="1125" y="3895"/>
                  </a:lnTo>
                  <a:cubicBezTo>
                    <a:pt x="1313" y="3874"/>
                    <a:pt x="1438" y="3708"/>
                    <a:pt x="1438" y="3541"/>
                  </a:cubicBezTo>
                  <a:lnTo>
                    <a:pt x="1438" y="375"/>
                  </a:lnTo>
                  <a:cubicBezTo>
                    <a:pt x="1438" y="188"/>
                    <a:pt x="1313" y="21"/>
                    <a:pt x="1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69"/>
          <p:cNvGrpSpPr/>
          <p:nvPr/>
        </p:nvGrpSpPr>
        <p:grpSpPr>
          <a:xfrm>
            <a:off x="1404225" y="-1213725"/>
            <a:ext cx="942400" cy="1626525"/>
            <a:chOff x="1959125" y="256300"/>
            <a:chExt cx="942400" cy="1626525"/>
          </a:xfrm>
        </p:grpSpPr>
        <p:sp>
          <p:nvSpPr>
            <p:cNvPr id="3479" name="Google Shape;3479;p69"/>
            <p:cNvSpPr/>
            <p:nvPr/>
          </p:nvSpPr>
          <p:spPr>
            <a:xfrm>
              <a:off x="1959125" y="256300"/>
              <a:ext cx="25" cy="328050"/>
            </a:xfrm>
            <a:custGeom>
              <a:avLst/>
              <a:gdLst/>
              <a:ahLst/>
              <a:cxnLst/>
              <a:rect l="l" t="t" r="r" b="b"/>
              <a:pathLst>
                <a:path w="1" h="13122" fill="none" extrusionOk="0">
                  <a:moveTo>
                    <a:pt x="0" y="13121"/>
                  </a:moveTo>
                  <a:lnTo>
                    <a:pt x="0" y="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9"/>
            <p:cNvSpPr/>
            <p:nvPr/>
          </p:nvSpPr>
          <p:spPr>
            <a:xfrm>
              <a:off x="1959125" y="645225"/>
              <a:ext cx="912200" cy="1210525"/>
            </a:xfrm>
            <a:custGeom>
              <a:avLst/>
              <a:gdLst/>
              <a:ahLst/>
              <a:cxnLst/>
              <a:rect l="l" t="t" r="r" b="b"/>
              <a:pathLst>
                <a:path w="36488" h="48421" fill="none" extrusionOk="0">
                  <a:moveTo>
                    <a:pt x="0" y="1"/>
                  </a:moveTo>
                  <a:lnTo>
                    <a:pt x="0" y="9435"/>
                  </a:lnTo>
                  <a:cubicBezTo>
                    <a:pt x="0" y="11143"/>
                    <a:pt x="1396" y="12559"/>
                    <a:pt x="3124" y="12559"/>
                  </a:cubicBezTo>
                  <a:lnTo>
                    <a:pt x="21993" y="12496"/>
                  </a:lnTo>
                  <a:cubicBezTo>
                    <a:pt x="23721" y="12496"/>
                    <a:pt x="25116" y="13892"/>
                    <a:pt x="25116" y="15620"/>
                  </a:cubicBezTo>
                  <a:lnTo>
                    <a:pt x="25033" y="45297"/>
                  </a:lnTo>
                  <a:cubicBezTo>
                    <a:pt x="25033" y="47026"/>
                    <a:pt x="26428" y="48421"/>
                    <a:pt x="28157" y="48421"/>
                  </a:cubicBezTo>
                  <a:lnTo>
                    <a:pt x="36487" y="48421"/>
                  </a:lnTo>
                </a:path>
              </a:pathLst>
            </a:custGeom>
            <a:no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9"/>
            <p:cNvSpPr/>
            <p:nvPr/>
          </p:nvSpPr>
          <p:spPr>
            <a:xfrm>
              <a:off x="2549525" y="1722975"/>
              <a:ext cx="71875" cy="71875"/>
            </a:xfrm>
            <a:custGeom>
              <a:avLst/>
              <a:gdLst/>
              <a:ahLst/>
              <a:cxnLst/>
              <a:rect l="l" t="t" r="r" b="b"/>
              <a:pathLst>
                <a:path w="2875" h="2875" extrusionOk="0">
                  <a:moveTo>
                    <a:pt x="1438" y="0"/>
                  </a:moveTo>
                  <a:cubicBezTo>
                    <a:pt x="647" y="0"/>
                    <a:pt x="1" y="646"/>
                    <a:pt x="1" y="1437"/>
                  </a:cubicBezTo>
                  <a:cubicBezTo>
                    <a:pt x="1" y="2229"/>
                    <a:pt x="647" y="2874"/>
                    <a:pt x="1438" y="2874"/>
                  </a:cubicBezTo>
                  <a:cubicBezTo>
                    <a:pt x="2229" y="2874"/>
                    <a:pt x="2875" y="2229"/>
                    <a:pt x="2875" y="1437"/>
                  </a:cubicBezTo>
                  <a:cubicBezTo>
                    <a:pt x="2875" y="646"/>
                    <a:pt x="2229" y="0"/>
                    <a:pt x="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9"/>
            <p:cNvSpPr/>
            <p:nvPr/>
          </p:nvSpPr>
          <p:spPr>
            <a:xfrm>
              <a:off x="2558400" y="1181500"/>
              <a:ext cx="54150" cy="54175"/>
            </a:xfrm>
            <a:custGeom>
              <a:avLst/>
              <a:gdLst/>
              <a:ahLst/>
              <a:cxnLst/>
              <a:rect l="l" t="t" r="r" b="b"/>
              <a:pathLst>
                <a:path w="2166" h="2167" extrusionOk="0">
                  <a:moveTo>
                    <a:pt x="1083" y="0"/>
                  </a:moveTo>
                  <a:cubicBezTo>
                    <a:pt x="479" y="0"/>
                    <a:pt x="0" y="500"/>
                    <a:pt x="0" y="1083"/>
                  </a:cubicBezTo>
                  <a:cubicBezTo>
                    <a:pt x="0" y="1687"/>
                    <a:pt x="479" y="2166"/>
                    <a:pt x="1083" y="2166"/>
                  </a:cubicBezTo>
                  <a:cubicBezTo>
                    <a:pt x="1687" y="2166"/>
                    <a:pt x="2166" y="1687"/>
                    <a:pt x="2166" y="1083"/>
                  </a:cubicBezTo>
                  <a:cubicBezTo>
                    <a:pt x="2166" y="500"/>
                    <a:pt x="1687" y="0"/>
                    <a:pt x="10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9"/>
            <p:cNvSpPr/>
            <p:nvPr/>
          </p:nvSpPr>
          <p:spPr>
            <a:xfrm>
              <a:off x="2847350" y="1828650"/>
              <a:ext cx="54175" cy="54175"/>
            </a:xfrm>
            <a:custGeom>
              <a:avLst/>
              <a:gdLst/>
              <a:ahLst/>
              <a:cxnLst/>
              <a:rect l="l" t="t" r="r" b="b"/>
              <a:pathLst>
                <a:path w="2167" h="2167" extrusionOk="0">
                  <a:moveTo>
                    <a:pt x="1083" y="1"/>
                  </a:moveTo>
                  <a:cubicBezTo>
                    <a:pt x="479" y="1"/>
                    <a:pt x="0" y="480"/>
                    <a:pt x="0" y="1084"/>
                  </a:cubicBezTo>
                  <a:cubicBezTo>
                    <a:pt x="0" y="1667"/>
                    <a:pt x="479" y="2167"/>
                    <a:pt x="1083" y="2167"/>
                  </a:cubicBezTo>
                  <a:cubicBezTo>
                    <a:pt x="1687" y="2167"/>
                    <a:pt x="2166" y="1667"/>
                    <a:pt x="2166" y="1084"/>
                  </a:cubicBezTo>
                  <a:cubicBezTo>
                    <a:pt x="2166" y="480"/>
                    <a:pt x="1687" y="1"/>
                    <a:pt x="1083" y="1"/>
                  </a:cubicBezTo>
                  <a:close/>
                </a:path>
              </a:pathLst>
            </a:custGeom>
            <a:solidFill>
              <a:srgbClr val="FFFFFF"/>
            </a:solidFill>
            <a:ln w="13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4" name="Google Shape;3484;p69"/>
          <p:cNvGrpSpPr/>
          <p:nvPr/>
        </p:nvGrpSpPr>
        <p:grpSpPr>
          <a:xfrm>
            <a:off x="1224410" y="2023513"/>
            <a:ext cx="508200" cy="508200"/>
            <a:chOff x="1224410" y="2023513"/>
            <a:chExt cx="508200" cy="508200"/>
          </a:xfrm>
        </p:grpSpPr>
        <p:sp>
          <p:nvSpPr>
            <p:cNvPr id="3485" name="Google Shape;3485;p69"/>
            <p:cNvSpPr/>
            <p:nvPr/>
          </p:nvSpPr>
          <p:spPr>
            <a:xfrm>
              <a:off x="1224410" y="2023513"/>
              <a:ext cx="508200" cy="508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86" name="Google Shape;3486;p69"/>
            <p:cNvGrpSpPr/>
            <p:nvPr/>
          </p:nvGrpSpPr>
          <p:grpSpPr>
            <a:xfrm>
              <a:off x="1321526" y="2136809"/>
              <a:ext cx="333235" cy="281633"/>
              <a:chOff x="4404638" y="1042038"/>
              <a:chExt cx="338550" cy="286125"/>
            </a:xfrm>
          </p:grpSpPr>
          <p:sp>
            <p:nvSpPr>
              <p:cNvPr id="3487" name="Google Shape;3487;p69"/>
              <p:cNvSpPr/>
              <p:nvPr/>
            </p:nvSpPr>
            <p:spPr>
              <a:xfrm>
                <a:off x="4404638" y="1042038"/>
                <a:ext cx="245675" cy="286125"/>
              </a:xfrm>
              <a:custGeom>
                <a:avLst/>
                <a:gdLst/>
                <a:ahLst/>
                <a:cxnLst/>
                <a:rect l="l" t="t" r="r" b="b"/>
                <a:pathLst>
                  <a:path w="9827" h="11445" extrusionOk="0">
                    <a:moveTo>
                      <a:pt x="3992" y="3409"/>
                    </a:moveTo>
                    <a:cubicBezTo>
                      <a:pt x="4207" y="3409"/>
                      <a:pt x="4392" y="3563"/>
                      <a:pt x="4422" y="3778"/>
                    </a:cubicBezTo>
                    <a:cubicBezTo>
                      <a:pt x="4422" y="4023"/>
                      <a:pt x="4238" y="4208"/>
                      <a:pt x="4023" y="4208"/>
                    </a:cubicBezTo>
                    <a:lnTo>
                      <a:pt x="3409" y="4208"/>
                    </a:lnTo>
                    <a:cubicBezTo>
                      <a:pt x="3194" y="4208"/>
                      <a:pt x="3010" y="4023"/>
                      <a:pt x="2979" y="3809"/>
                    </a:cubicBezTo>
                    <a:cubicBezTo>
                      <a:pt x="2979" y="3594"/>
                      <a:pt x="3163" y="3409"/>
                      <a:pt x="3378" y="3409"/>
                    </a:cubicBezTo>
                    <a:close/>
                    <a:moveTo>
                      <a:pt x="3777" y="6787"/>
                    </a:moveTo>
                    <a:cubicBezTo>
                      <a:pt x="3992" y="6787"/>
                      <a:pt x="4177" y="6971"/>
                      <a:pt x="4177" y="7186"/>
                    </a:cubicBezTo>
                    <a:cubicBezTo>
                      <a:pt x="4207" y="7401"/>
                      <a:pt x="4023" y="7585"/>
                      <a:pt x="3808" y="7585"/>
                    </a:cubicBezTo>
                    <a:lnTo>
                      <a:pt x="2549" y="7585"/>
                    </a:lnTo>
                    <a:cubicBezTo>
                      <a:pt x="2304" y="7585"/>
                      <a:pt x="2150" y="7432"/>
                      <a:pt x="2119" y="7217"/>
                    </a:cubicBezTo>
                    <a:cubicBezTo>
                      <a:pt x="2089" y="7002"/>
                      <a:pt x="2273" y="6787"/>
                      <a:pt x="2518" y="6787"/>
                    </a:cubicBezTo>
                    <a:close/>
                    <a:moveTo>
                      <a:pt x="5763" y="1"/>
                    </a:moveTo>
                    <a:cubicBezTo>
                      <a:pt x="2827" y="1"/>
                      <a:pt x="1" y="2268"/>
                      <a:pt x="1" y="5712"/>
                    </a:cubicBezTo>
                    <a:cubicBezTo>
                      <a:pt x="1" y="9172"/>
                      <a:pt x="2819" y="11444"/>
                      <a:pt x="5749" y="11444"/>
                    </a:cubicBezTo>
                    <a:cubicBezTo>
                      <a:pt x="7188" y="11444"/>
                      <a:pt x="8654" y="10897"/>
                      <a:pt x="9826" y="9673"/>
                    </a:cubicBezTo>
                    <a:lnTo>
                      <a:pt x="5343" y="9673"/>
                    </a:lnTo>
                    <a:cubicBezTo>
                      <a:pt x="5128" y="9673"/>
                      <a:pt x="4944" y="9520"/>
                      <a:pt x="4944" y="9305"/>
                    </a:cubicBezTo>
                    <a:lnTo>
                      <a:pt x="4944" y="9274"/>
                    </a:lnTo>
                    <a:lnTo>
                      <a:pt x="4944" y="5897"/>
                    </a:lnTo>
                    <a:lnTo>
                      <a:pt x="3808" y="5897"/>
                    </a:lnTo>
                    <a:cubicBezTo>
                      <a:pt x="3593" y="5897"/>
                      <a:pt x="3409" y="5743"/>
                      <a:pt x="3409" y="5528"/>
                    </a:cubicBezTo>
                    <a:cubicBezTo>
                      <a:pt x="3378" y="5282"/>
                      <a:pt x="3562" y="5098"/>
                      <a:pt x="3777" y="5098"/>
                    </a:cubicBezTo>
                    <a:lnTo>
                      <a:pt x="4944" y="5098"/>
                    </a:lnTo>
                    <a:lnTo>
                      <a:pt x="4944" y="2150"/>
                    </a:lnTo>
                    <a:cubicBezTo>
                      <a:pt x="4944" y="1935"/>
                      <a:pt x="5098" y="1751"/>
                      <a:pt x="5313" y="1751"/>
                    </a:cubicBezTo>
                    <a:lnTo>
                      <a:pt x="9826" y="1751"/>
                    </a:lnTo>
                    <a:cubicBezTo>
                      <a:pt x="8657" y="542"/>
                      <a:pt x="7197" y="1"/>
                      <a:pt x="57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9"/>
              <p:cNvSpPr/>
              <p:nvPr/>
            </p:nvSpPr>
            <p:spPr>
              <a:xfrm>
                <a:off x="4561238" y="1105763"/>
                <a:ext cx="169675" cy="66050"/>
              </a:xfrm>
              <a:custGeom>
                <a:avLst/>
                <a:gdLst/>
                <a:ahLst/>
                <a:cxnLst/>
                <a:rect l="l" t="t" r="r" b="b"/>
                <a:pathLst>
                  <a:path w="6787" h="2642" extrusionOk="0">
                    <a:moveTo>
                      <a:pt x="1" y="1"/>
                    </a:moveTo>
                    <a:lnTo>
                      <a:pt x="3440" y="2641"/>
                    </a:lnTo>
                    <a:lnTo>
                      <a:pt x="67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9"/>
              <p:cNvSpPr/>
              <p:nvPr/>
            </p:nvSpPr>
            <p:spPr>
              <a:xfrm>
                <a:off x="4548188" y="1120338"/>
                <a:ext cx="195000" cy="143575"/>
              </a:xfrm>
              <a:custGeom>
                <a:avLst/>
                <a:gdLst/>
                <a:ahLst/>
                <a:cxnLst/>
                <a:rect l="l" t="t" r="r" b="b"/>
                <a:pathLst>
                  <a:path w="7800" h="5743" extrusionOk="0">
                    <a:moveTo>
                      <a:pt x="7800" y="1"/>
                    </a:moveTo>
                    <a:lnTo>
                      <a:pt x="4207" y="2887"/>
                    </a:lnTo>
                    <a:cubicBezTo>
                      <a:pt x="4131" y="2949"/>
                      <a:pt x="4046" y="2979"/>
                      <a:pt x="3962" y="2979"/>
                    </a:cubicBezTo>
                    <a:cubicBezTo>
                      <a:pt x="3877" y="2979"/>
                      <a:pt x="3793" y="2949"/>
                      <a:pt x="3716" y="2887"/>
                    </a:cubicBezTo>
                    <a:lnTo>
                      <a:pt x="1" y="32"/>
                    </a:lnTo>
                    <a:lnTo>
                      <a:pt x="1" y="5344"/>
                    </a:lnTo>
                    <a:cubicBezTo>
                      <a:pt x="1" y="5559"/>
                      <a:pt x="154" y="5743"/>
                      <a:pt x="369" y="5743"/>
                    </a:cubicBezTo>
                    <a:lnTo>
                      <a:pt x="7431" y="5743"/>
                    </a:lnTo>
                    <a:cubicBezTo>
                      <a:pt x="7646" y="5743"/>
                      <a:pt x="7800" y="5559"/>
                      <a:pt x="7800" y="5344"/>
                    </a:cubicBezTo>
                    <a:lnTo>
                      <a:pt x="78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90" name="Google Shape;3490;p69"/>
          <p:cNvGrpSpPr/>
          <p:nvPr/>
        </p:nvGrpSpPr>
        <p:grpSpPr>
          <a:xfrm>
            <a:off x="8170223" y="3035250"/>
            <a:ext cx="504000" cy="504000"/>
            <a:chOff x="8170223" y="3035250"/>
            <a:chExt cx="504000" cy="504000"/>
          </a:xfrm>
        </p:grpSpPr>
        <p:sp>
          <p:nvSpPr>
            <p:cNvPr id="3491" name="Google Shape;3491;p69"/>
            <p:cNvSpPr/>
            <p:nvPr/>
          </p:nvSpPr>
          <p:spPr>
            <a:xfrm>
              <a:off x="8170223" y="3035250"/>
              <a:ext cx="504000" cy="504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2" name="Google Shape;3492;p69"/>
            <p:cNvGrpSpPr/>
            <p:nvPr/>
          </p:nvGrpSpPr>
          <p:grpSpPr>
            <a:xfrm>
              <a:off x="8300040" y="3131895"/>
              <a:ext cx="244095" cy="310749"/>
              <a:chOff x="7123663" y="2402313"/>
              <a:chExt cx="267150" cy="340100"/>
            </a:xfrm>
          </p:grpSpPr>
          <p:sp>
            <p:nvSpPr>
              <p:cNvPr id="3493" name="Google Shape;3493;p69"/>
              <p:cNvSpPr/>
              <p:nvPr/>
            </p:nvSpPr>
            <p:spPr>
              <a:xfrm>
                <a:off x="7123663" y="2698638"/>
                <a:ext cx="131275" cy="43775"/>
              </a:xfrm>
              <a:custGeom>
                <a:avLst/>
                <a:gdLst/>
                <a:ahLst/>
                <a:cxnLst/>
                <a:rect l="l" t="t" r="r" b="b"/>
                <a:pathLst>
                  <a:path w="5251" h="1751" extrusionOk="0">
                    <a:moveTo>
                      <a:pt x="0" y="0"/>
                    </a:moveTo>
                    <a:lnTo>
                      <a:pt x="0" y="553"/>
                    </a:lnTo>
                    <a:cubicBezTo>
                      <a:pt x="31" y="1198"/>
                      <a:pt x="553" y="1750"/>
                      <a:pt x="1198" y="1750"/>
                    </a:cubicBezTo>
                    <a:lnTo>
                      <a:pt x="5128" y="1750"/>
                    </a:lnTo>
                    <a:cubicBezTo>
                      <a:pt x="5097" y="1167"/>
                      <a:pt x="5128" y="584"/>
                      <a:pt x="5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9"/>
              <p:cNvSpPr/>
              <p:nvPr/>
            </p:nvSpPr>
            <p:spPr>
              <a:xfrm>
                <a:off x="7123663" y="2402313"/>
                <a:ext cx="190400" cy="276375"/>
              </a:xfrm>
              <a:custGeom>
                <a:avLst/>
                <a:gdLst/>
                <a:ahLst/>
                <a:cxnLst/>
                <a:rect l="l" t="t" r="r" b="b"/>
                <a:pathLst>
                  <a:path w="7616" h="11055" extrusionOk="0">
                    <a:moveTo>
                      <a:pt x="1198" y="1"/>
                    </a:moveTo>
                    <a:cubicBezTo>
                      <a:pt x="553" y="1"/>
                      <a:pt x="31" y="523"/>
                      <a:pt x="0" y="1198"/>
                    </a:cubicBezTo>
                    <a:lnTo>
                      <a:pt x="0" y="11055"/>
                    </a:lnTo>
                    <a:lnTo>
                      <a:pt x="5527" y="11055"/>
                    </a:lnTo>
                    <a:cubicBezTo>
                      <a:pt x="5742" y="10533"/>
                      <a:pt x="6111" y="10042"/>
                      <a:pt x="6602" y="9673"/>
                    </a:cubicBezTo>
                    <a:lnTo>
                      <a:pt x="5067" y="8107"/>
                    </a:lnTo>
                    <a:cubicBezTo>
                      <a:pt x="4147" y="7187"/>
                      <a:pt x="4984" y="5942"/>
                      <a:pt x="5950" y="5942"/>
                    </a:cubicBezTo>
                    <a:cubicBezTo>
                      <a:pt x="6242" y="5942"/>
                      <a:pt x="6546" y="6055"/>
                      <a:pt x="6817" y="6326"/>
                    </a:cubicBezTo>
                    <a:lnTo>
                      <a:pt x="7615" y="7125"/>
                    </a:lnTo>
                    <a:lnTo>
                      <a:pt x="7615" y="1198"/>
                    </a:lnTo>
                    <a:cubicBezTo>
                      <a:pt x="7615" y="523"/>
                      <a:pt x="7063" y="1"/>
                      <a:pt x="6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9"/>
              <p:cNvSpPr/>
              <p:nvPr/>
            </p:nvSpPr>
            <p:spPr>
              <a:xfrm>
                <a:off x="7254813" y="2534363"/>
                <a:ext cx="136000" cy="208050"/>
              </a:xfrm>
              <a:custGeom>
                <a:avLst/>
                <a:gdLst/>
                <a:ahLst/>
                <a:cxnLst/>
                <a:rect l="l" t="t" r="r" b="b"/>
                <a:pathLst>
                  <a:path w="5440" h="8322" extrusionOk="0">
                    <a:moveTo>
                      <a:pt x="3168" y="0"/>
                    </a:moveTo>
                    <a:lnTo>
                      <a:pt x="3168" y="2641"/>
                    </a:lnTo>
                    <a:lnTo>
                      <a:pt x="3475" y="2948"/>
                    </a:lnTo>
                    <a:cubicBezTo>
                      <a:pt x="3779" y="3229"/>
                      <a:pt x="3512" y="3635"/>
                      <a:pt x="3205" y="3635"/>
                    </a:cubicBezTo>
                    <a:cubicBezTo>
                      <a:pt x="3109" y="3635"/>
                      <a:pt x="3010" y="3595"/>
                      <a:pt x="2922" y="3501"/>
                    </a:cubicBezTo>
                    <a:cubicBezTo>
                      <a:pt x="1602" y="2211"/>
                      <a:pt x="1018" y="1597"/>
                      <a:pt x="1018" y="1597"/>
                    </a:cubicBezTo>
                    <a:cubicBezTo>
                      <a:pt x="915" y="1479"/>
                      <a:pt x="795" y="1430"/>
                      <a:pt x="680" y="1430"/>
                    </a:cubicBezTo>
                    <a:cubicBezTo>
                      <a:pt x="318" y="1430"/>
                      <a:pt x="0" y="1915"/>
                      <a:pt x="373" y="2242"/>
                    </a:cubicBezTo>
                    <a:lnTo>
                      <a:pt x="2246" y="4207"/>
                    </a:lnTo>
                    <a:cubicBezTo>
                      <a:pt x="2461" y="4391"/>
                      <a:pt x="2369" y="4760"/>
                      <a:pt x="2093" y="4852"/>
                    </a:cubicBezTo>
                    <a:cubicBezTo>
                      <a:pt x="1817" y="4975"/>
                      <a:pt x="1571" y="5189"/>
                      <a:pt x="1387" y="5435"/>
                    </a:cubicBezTo>
                    <a:cubicBezTo>
                      <a:pt x="1110" y="5773"/>
                      <a:pt x="926" y="6172"/>
                      <a:pt x="834" y="6571"/>
                    </a:cubicBezTo>
                    <a:cubicBezTo>
                      <a:pt x="680" y="7155"/>
                      <a:pt x="619" y="7738"/>
                      <a:pt x="650" y="8321"/>
                    </a:cubicBezTo>
                    <a:lnTo>
                      <a:pt x="4089" y="8321"/>
                    </a:lnTo>
                    <a:cubicBezTo>
                      <a:pt x="4273" y="8321"/>
                      <a:pt x="4427" y="8168"/>
                      <a:pt x="4457" y="7984"/>
                    </a:cubicBezTo>
                    <a:lnTo>
                      <a:pt x="5225" y="4299"/>
                    </a:lnTo>
                    <a:cubicBezTo>
                      <a:pt x="5440" y="3255"/>
                      <a:pt x="5164" y="2180"/>
                      <a:pt x="4488" y="1351"/>
                    </a:cubicBezTo>
                    <a:cubicBezTo>
                      <a:pt x="4365" y="1198"/>
                      <a:pt x="4396" y="1228"/>
                      <a:pt x="3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499"/>
        <p:cNvGrpSpPr/>
        <p:nvPr/>
      </p:nvGrpSpPr>
      <p:grpSpPr>
        <a:xfrm>
          <a:off x="0" y="0"/>
          <a:ext cx="0" cy="0"/>
          <a:chOff x="0" y="0"/>
          <a:chExt cx="0" cy="0"/>
        </a:xfrm>
      </p:grpSpPr>
      <p:sp>
        <p:nvSpPr>
          <p:cNvPr id="3500" name="Google Shape;3500;p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Pack de iconos</a:t>
            </a:r>
            <a:endParaRPr/>
          </a:p>
        </p:txBody>
      </p:sp>
      <p:grpSp>
        <p:nvGrpSpPr>
          <p:cNvPr id="3501" name="Google Shape;3501;p70"/>
          <p:cNvGrpSpPr/>
          <p:nvPr/>
        </p:nvGrpSpPr>
        <p:grpSpPr>
          <a:xfrm>
            <a:off x="848373" y="1466246"/>
            <a:ext cx="334736" cy="281559"/>
            <a:chOff x="1003963" y="1041588"/>
            <a:chExt cx="340075" cy="286050"/>
          </a:xfrm>
        </p:grpSpPr>
        <p:sp>
          <p:nvSpPr>
            <p:cNvPr id="3502" name="Google Shape;3502;p70"/>
            <p:cNvSpPr/>
            <p:nvPr/>
          </p:nvSpPr>
          <p:spPr>
            <a:xfrm>
              <a:off x="1066888" y="1210938"/>
              <a:ext cx="54550" cy="54525"/>
            </a:xfrm>
            <a:custGeom>
              <a:avLst/>
              <a:gdLst/>
              <a:ahLst/>
              <a:cxnLst/>
              <a:rect l="l" t="t" r="r" b="b"/>
              <a:pathLst>
                <a:path w="2182" h="2181" extrusionOk="0">
                  <a:moveTo>
                    <a:pt x="1106" y="0"/>
                  </a:moveTo>
                  <a:cubicBezTo>
                    <a:pt x="492" y="0"/>
                    <a:pt x="1" y="492"/>
                    <a:pt x="1" y="1075"/>
                  </a:cubicBezTo>
                  <a:cubicBezTo>
                    <a:pt x="1" y="1689"/>
                    <a:pt x="492" y="2180"/>
                    <a:pt x="1106" y="2180"/>
                  </a:cubicBezTo>
                  <a:cubicBezTo>
                    <a:pt x="1690" y="2180"/>
                    <a:pt x="2181" y="1689"/>
                    <a:pt x="2181" y="1075"/>
                  </a:cubicBezTo>
                  <a:cubicBezTo>
                    <a:pt x="2181" y="492"/>
                    <a:pt x="1690" y="0"/>
                    <a:pt x="1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0"/>
            <p:cNvSpPr/>
            <p:nvPr/>
          </p:nvSpPr>
          <p:spPr>
            <a:xfrm>
              <a:off x="1003963" y="1041588"/>
              <a:ext cx="340075" cy="106425"/>
            </a:xfrm>
            <a:custGeom>
              <a:avLst/>
              <a:gdLst/>
              <a:ahLst/>
              <a:cxnLst/>
              <a:rect l="l" t="t" r="r" b="b"/>
              <a:pathLst>
                <a:path w="13603" h="4257" extrusionOk="0">
                  <a:moveTo>
                    <a:pt x="6164" y="0"/>
                  </a:moveTo>
                  <a:cubicBezTo>
                    <a:pt x="5998" y="0"/>
                    <a:pt x="5852" y="94"/>
                    <a:pt x="5803" y="265"/>
                  </a:cubicBezTo>
                  <a:cubicBezTo>
                    <a:pt x="5681" y="480"/>
                    <a:pt x="5803" y="725"/>
                    <a:pt x="6049" y="787"/>
                  </a:cubicBezTo>
                  <a:lnTo>
                    <a:pt x="9028" y="1708"/>
                  </a:lnTo>
                  <a:lnTo>
                    <a:pt x="1198" y="1708"/>
                  </a:lnTo>
                  <a:cubicBezTo>
                    <a:pt x="522" y="1708"/>
                    <a:pt x="0" y="2261"/>
                    <a:pt x="0" y="2905"/>
                  </a:cubicBezTo>
                  <a:lnTo>
                    <a:pt x="0" y="4256"/>
                  </a:lnTo>
                  <a:lnTo>
                    <a:pt x="3224" y="4256"/>
                  </a:lnTo>
                  <a:lnTo>
                    <a:pt x="3224" y="3827"/>
                  </a:lnTo>
                  <a:cubicBezTo>
                    <a:pt x="3224" y="3612"/>
                    <a:pt x="3378" y="3427"/>
                    <a:pt x="3593" y="3427"/>
                  </a:cubicBezTo>
                  <a:cubicBezTo>
                    <a:pt x="3608" y="3425"/>
                    <a:pt x="3624" y="3424"/>
                    <a:pt x="3640" y="3424"/>
                  </a:cubicBezTo>
                  <a:cubicBezTo>
                    <a:pt x="3838" y="3424"/>
                    <a:pt x="4022" y="3597"/>
                    <a:pt x="4022" y="3796"/>
                  </a:cubicBezTo>
                  <a:lnTo>
                    <a:pt x="4022" y="4256"/>
                  </a:lnTo>
                  <a:lnTo>
                    <a:pt x="13603" y="4256"/>
                  </a:lnTo>
                  <a:lnTo>
                    <a:pt x="13603" y="2905"/>
                  </a:lnTo>
                  <a:cubicBezTo>
                    <a:pt x="13603" y="2261"/>
                    <a:pt x="13081" y="1708"/>
                    <a:pt x="12405" y="1708"/>
                  </a:cubicBezTo>
                  <a:lnTo>
                    <a:pt x="11760" y="1739"/>
                  </a:lnTo>
                  <a:lnTo>
                    <a:pt x="6295" y="19"/>
                  </a:lnTo>
                  <a:cubicBezTo>
                    <a:pt x="6251" y="6"/>
                    <a:pt x="6207" y="0"/>
                    <a:pt x="6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0"/>
            <p:cNvSpPr/>
            <p:nvPr/>
          </p:nvSpPr>
          <p:spPr>
            <a:xfrm>
              <a:off x="1003963" y="1167938"/>
              <a:ext cx="340075" cy="159700"/>
            </a:xfrm>
            <a:custGeom>
              <a:avLst/>
              <a:gdLst/>
              <a:ahLst/>
              <a:cxnLst/>
              <a:rect l="l" t="t" r="r" b="b"/>
              <a:pathLst>
                <a:path w="13603" h="6388" extrusionOk="0">
                  <a:moveTo>
                    <a:pt x="11484" y="1352"/>
                  </a:moveTo>
                  <a:cubicBezTo>
                    <a:pt x="12006" y="1352"/>
                    <a:pt x="12006" y="2150"/>
                    <a:pt x="11484" y="2150"/>
                  </a:cubicBezTo>
                  <a:lnTo>
                    <a:pt x="7216" y="2150"/>
                  </a:lnTo>
                  <a:cubicBezTo>
                    <a:pt x="6694" y="2150"/>
                    <a:pt x="6694" y="1352"/>
                    <a:pt x="7216" y="1352"/>
                  </a:cubicBezTo>
                  <a:close/>
                  <a:moveTo>
                    <a:pt x="11484" y="3471"/>
                  </a:moveTo>
                  <a:cubicBezTo>
                    <a:pt x="12006" y="3471"/>
                    <a:pt x="12006" y="4269"/>
                    <a:pt x="11484" y="4269"/>
                  </a:cubicBezTo>
                  <a:lnTo>
                    <a:pt x="7216" y="4269"/>
                  </a:lnTo>
                  <a:cubicBezTo>
                    <a:pt x="6694" y="4269"/>
                    <a:pt x="6694" y="3471"/>
                    <a:pt x="7216" y="3471"/>
                  </a:cubicBezTo>
                  <a:close/>
                  <a:moveTo>
                    <a:pt x="3609" y="909"/>
                  </a:moveTo>
                  <a:cubicBezTo>
                    <a:pt x="4576" y="909"/>
                    <a:pt x="5496" y="1657"/>
                    <a:pt x="5496" y="2795"/>
                  </a:cubicBezTo>
                  <a:cubicBezTo>
                    <a:pt x="5496" y="3839"/>
                    <a:pt x="4637" y="4668"/>
                    <a:pt x="3623" y="4699"/>
                  </a:cubicBezTo>
                  <a:cubicBezTo>
                    <a:pt x="1934" y="4699"/>
                    <a:pt x="1105" y="2641"/>
                    <a:pt x="2272" y="1475"/>
                  </a:cubicBezTo>
                  <a:cubicBezTo>
                    <a:pt x="2663" y="1084"/>
                    <a:pt x="3141" y="909"/>
                    <a:pt x="3609" y="909"/>
                  </a:cubicBezTo>
                  <a:close/>
                  <a:moveTo>
                    <a:pt x="0" y="1"/>
                  </a:moveTo>
                  <a:lnTo>
                    <a:pt x="0" y="5190"/>
                  </a:lnTo>
                  <a:cubicBezTo>
                    <a:pt x="0" y="5835"/>
                    <a:pt x="522" y="6388"/>
                    <a:pt x="1198" y="6388"/>
                  </a:cubicBezTo>
                  <a:lnTo>
                    <a:pt x="12405" y="6388"/>
                  </a:lnTo>
                  <a:cubicBezTo>
                    <a:pt x="13050" y="6388"/>
                    <a:pt x="13603" y="5835"/>
                    <a:pt x="13603" y="5190"/>
                  </a:cubicBezTo>
                  <a:lnTo>
                    <a:pt x="13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 name="Google Shape;3505;p70"/>
          <p:cNvGrpSpPr/>
          <p:nvPr/>
        </p:nvGrpSpPr>
        <p:grpSpPr>
          <a:xfrm>
            <a:off x="1501850" y="1471377"/>
            <a:ext cx="367267" cy="271298"/>
            <a:chOff x="1667188" y="1041663"/>
            <a:chExt cx="373125" cy="275625"/>
          </a:xfrm>
        </p:grpSpPr>
        <p:sp>
          <p:nvSpPr>
            <p:cNvPr id="3506" name="Google Shape;3506;p70"/>
            <p:cNvSpPr/>
            <p:nvPr/>
          </p:nvSpPr>
          <p:spPr>
            <a:xfrm>
              <a:off x="1803838" y="1121888"/>
              <a:ext cx="100600" cy="195400"/>
            </a:xfrm>
            <a:custGeom>
              <a:avLst/>
              <a:gdLst/>
              <a:ahLst/>
              <a:cxnLst/>
              <a:rect l="l" t="t" r="r" b="b"/>
              <a:pathLst>
                <a:path w="4024" h="7816" extrusionOk="0">
                  <a:moveTo>
                    <a:pt x="1997" y="0"/>
                  </a:moveTo>
                  <a:cubicBezTo>
                    <a:pt x="338" y="31"/>
                    <a:pt x="1" y="2395"/>
                    <a:pt x="1628" y="2856"/>
                  </a:cubicBezTo>
                  <a:lnTo>
                    <a:pt x="1628" y="7401"/>
                  </a:lnTo>
                  <a:cubicBezTo>
                    <a:pt x="1628" y="7677"/>
                    <a:pt x="1828" y="7815"/>
                    <a:pt x="2027" y="7815"/>
                  </a:cubicBezTo>
                  <a:cubicBezTo>
                    <a:pt x="2227" y="7815"/>
                    <a:pt x="2426" y="7677"/>
                    <a:pt x="2426" y="7401"/>
                  </a:cubicBezTo>
                  <a:lnTo>
                    <a:pt x="2426" y="2856"/>
                  </a:lnTo>
                  <a:cubicBezTo>
                    <a:pt x="4023" y="2395"/>
                    <a:pt x="3716" y="31"/>
                    <a:pt x="2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0"/>
            <p:cNvSpPr/>
            <p:nvPr/>
          </p:nvSpPr>
          <p:spPr>
            <a:xfrm>
              <a:off x="1763163" y="1102113"/>
              <a:ext cx="51625" cy="118025"/>
            </a:xfrm>
            <a:custGeom>
              <a:avLst/>
              <a:gdLst/>
              <a:ahLst/>
              <a:cxnLst/>
              <a:rect l="l" t="t" r="r" b="b"/>
              <a:pathLst>
                <a:path w="2065" h="4721" extrusionOk="0">
                  <a:moveTo>
                    <a:pt x="1505" y="1"/>
                  </a:moveTo>
                  <a:cubicBezTo>
                    <a:pt x="1405" y="1"/>
                    <a:pt x="1305" y="39"/>
                    <a:pt x="1228" y="116"/>
                  </a:cubicBezTo>
                  <a:cubicBezTo>
                    <a:pt x="0" y="1344"/>
                    <a:pt x="0" y="3371"/>
                    <a:pt x="1228" y="4599"/>
                  </a:cubicBezTo>
                  <a:cubicBezTo>
                    <a:pt x="1314" y="4684"/>
                    <a:pt x="1409" y="4720"/>
                    <a:pt x="1500" y="4720"/>
                  </a:cubicBezTo>
                  <a:cubicBezTo>
                    <a:pt x="1803" y="4720"/>
                    <a:pt x="2064" y="4322"/>
                    <a:pt x="1781" y="4016"/>
                  </a:cubicBezTo>
                  <a:cubicBezTo>
                    <a:pt x="860" y="3094"/>
                    <a:pt x="860" y="1620"/>
                    <a:pt x="1781" y="669"/>
                  </a:cubicBezTo>
                  <a:cubicBezTo>
                    <a:pt x="1965" y="546"/>
                    <a:pt x="1965" y="269"/>
                    <a:pt x="1781" y="116"/>
                  </a:cubicBezTo>
                  <a:cubicBezTo>
                    <a:pt x="1704" y="39"/>
                    <a:pt x="1605" y="1"/>
                    <a:pt x="1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0"/>
            <p:cNvSpPr/>
            <p:nvPr/>
          </p:nvSpPr>
          <p:spPr>
            <a:xfrm>
              <a:off x="1892738" y="1101963"/>
              <a:ext cx="52375" cy="117400"/>
            </a:xfrm>
            <a:custGeom>
              <a:avLst/>
              <a:gdLst/>
              <a:ahLst/>
              <a:cxnLst/>
              <a:rect l="l" t="t" r="r" b="b"/>
              <a:pathLst>
                <a:path w="2095" h="4696" extrusionOk="0">
                  <a:moveTo>
                    <a:pt x="589" y="0"/>
                  </a:moveTo>
                  <a:cubicBezTo>
                    <a:pt x="278" y="0"/>
                    <a:pt x="0" y="392"/>
                    <a:pt x="283" y="675"/>
                  </a:cubicBezTo>
                  <a:cubicBezTo>
                    <a:pt x="1204" y="1596"/>
                    <a:pt x="1204" y="3100"/>
                    <a:pt x="283" y="4022"/>
                  </a:cubicBezTo>
                  <a:cubicBezTo>
                    <a:pt x="0" y="4304"/>
                    <a:pt x="278" y="4696"/>
                    <a:pt x="589" y="4696"/>
                  </a:cubicBezTo>
                  <a:cubicBezTo>
                    <a:pt x="683" y="4696"/>
                    <a:pt x="781" y="4660"/>
                    <a:pt x="866" y="4574"/>
                  </a:cubicBezTo>
                  <a:cubicBezTo>
                    <a:pt x="2095" y="3346"/>
                    <a:pt x="2095" y="1350"/>
                    <a:pt x="866" y="122"/>
                  </a:cubicBezTo>
                  <a:cubicBezTo>
                    <a:pt x="781" y="36"/>
                    <a:pt x="683" y="0"/>
                    <a:pt x="5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0"/>
            <p:cNvSpPr/>
            <p:nvPr/>
          </p:nvSpPr>
          <p:spPr>
            <a:xfrm>
              <a:off x="1716338" y="1072013"/>
              <a:ext cx="68500" cy="178050"/>
            </a:xfrm>
            <a:custGeom>
              <a:avLst/>
              <a:gdLst/>
              <a:ahLst/>
              <a:cxnLst/>
              <a:rect l="l" t="t" r="r" b="b"/>
              <a:pathLst>
                <a:path w="2740" h="7122" extrusionOk="0">
                  <a:moveTo>
                    <a:pt x="2177" y="1"/>
                  </a:moveTo>
                  <a:cubicBezTo>
                    <a:pt x="2085" y="1"/>
                    <a:pt x="1990" y="37"/>
                    <a:pt x="1904" y="122"/>
                  </a:cubicBezTo>
                  <a:cubicBezTo>
                    <a:pt x="0" y="2026"/>
                    <a:pt x="0" y="5097"/>
                    <a:pt x="1904" y="7000"/>
                  </a:cubicBezTo>
                  <a:cubicBezTo>
                    <a:pt x="1989" y="7086"/>
                    <a:pt x="2084" y="7122"/>
                    <a:pt x="2175" y="7122"/>
                  </a:cubicBezTo>
                  <a:cubicBezTo>
                    <a:pt x="2479" y="7122"/>
                    <a:pt x="2740" y="6724"/>
                    <a:pt x="2457" y="6417"/>
                  </a:cubicBezTo>
                  <a:cubicBezTo>
                    <a:pt x="860" y="4851"/>
                    <a:pt x="860" y="2272"/>
                    <a:pt x="2457" y="675"/>
                  </a:cubicBezTo>
                  <a:cubicBezTo>
                    <a:pt x="2739" y="392"/>
                    <a:pt x="2480" y="1"/>
                    <a:pt x="2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0"/>
            <p:cNvSpPr/>
            <p:nvPr/>
          </p:nvSpPr>
          <p:spPr>
            <a:xfrm>
              <a:off x="1922838" y="1072013"/>
              <a:ext cx="69100" cy="178050"/>
            </a:xfrm>
            <a:custGeom>
              <a:avLst/>
              <a:gdLst/>
              <a:ahLst/>
              <a:cxnLst/>
              <a:rect l="l" t="t" r="r" b="b"/>
              <a:pathLst>
                <a:path w="2764" h="7122" extrusionOk="0">
                  <a:moveTo>
                    <a:pt x="583" y="1"/>
                  </a:moveTo>
                  <a:cubicBezTo>
                    <a:pt x="273" y="1"/>
                    <a:pt x="1" y="392"/>
                    <a:pt x="307" y="675"/>
                  </a:cubicBezTo>
                  <a:cubicBezTo>
                    <a:pt x="1873" y="2272"/>
                    <a:pt x="1873" y="4851"/>
                    <a:pt x="307" y="6448"/>
                  </a:cubicBezTo>
                  <a:cubicBezTo>
                    <a:pt x="1" y="6731"/>
                    <a:pt x="273" y="7122"/>
                    <a:pt x="583" y="7122"/>
                  </a:cubicBezTo>
                  <a:cubicBezTo>
                    <a:pt x="677" y="7122"/>
                    <a:pt x="774" y="7086"/>
                    <a:pt x="860" y="7000"/>
                  </a:cubicBezTo>
                  <a:cubicBezTo>
                    <a:pt x="2764" y="5097"/>
                    <a:pt x="2764" y="2026"/>
                    <a:pt x="860" y="122"/>
                  </a:cubicBezTo>
                  <a:cubicBezTo>
                    <a:pt x="774" y="37"/>
                    <a:pt x="677" y="1"/>
                    <a:pt x="5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0"/>
            <p:cNvSpPr/>
            <p:nvPr/>
          </p:nvSpPr>
          <p:spPr>
            <a:xfrm>
              <a:off x="1667188" y="1041663"/>
              <a:ext cx="87675" cy="238675"/>
            </a:xfrm>
            <a:custGeom>
              <a:avLst/>
              <a:gdLst/>
              <a:ahLst/>
              <a:cxnLst/>
              <a:rect l="l" t="t" r="r" b="b"/>
              <a:pathLst>
                <a:path w="3507" h="9547" extrusionOk="0">
                  <a:moveTo>
                    <a:pt x="2933" y="1"/>
                  </a:moveTo>
                  <a:cubicBezTo>
                    <a:pt x="2835" y="1"/>
                    <a:pt x="2732" y="41"/>
                    <a:pt x="2642" y="139"/>
                  </a:cubicBezTo>
                  <a:cubicBezTo>
                    <a:pt x="1" y="2657"/>
                    <a:pt x="1" y="6894"/>
                    <a:pt x="2642" y="9412"/>
                  </a:cubicBezTo>
                  <a:cubicBezTo>
                    <a:pt x="2729" y="9507"/>
                    <a:pt x="2829" y="9546"/>
                    <a:pt x="2925" y="9546"/>
                  </a:cubicBezTo>
                  <a:cubicBezTo>
                    <a:pt x="3234" y="9546"/>
                    <a:pt x="3506" y="9140"/>
                    <a:pt x="3225" y="8859"/>
                  </a:cubicBezTo>
                  <a:cubicBezTo>
                    <a:pt x="891" y="6618"/>
                    <a:pt x="891" y="2902"/>
                    <a:pt x="3225" y="692"/>
                  </a:cubicBezTo>
                  <a:cubicBezTo>
                    <a:pt x="3504" y="390"/>
                    <a:pt x="3238" y="1"/>
                    <a:pt x="29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0"/>
            <p:cNvSpPr/>
            <p:nvPr/>
          </p:nvSpPr>
          <p:spPr>
            <a:xfrm>
              <a:off x="1952788" y="1042088"/>
              <a:ext cx="87525" cy="237925"/>
            </a:xfrm>
            <a:custGeom>
              <a:avLst/>
              <a:gdLst/>
              <a:ahLst/>
              <a:cxnLst/>
              <a:rect l="l" t="t" r="r" b="b"/>
              <a:pathLst>
                <a:path w="3501" h="9517" extrusionOk="0">
                  <a:moveTo>
                    <a:pt x="583" y="0"/>
                  </a:moveTo>
                  <a:cubicBezTo>
                    <a:pt x="273" y="0"/>
                    <a:pt x="0" y="392"/>
                    <a:pt x="307" y="675"/>
                  </a:cubicBezTo>
                  <a:cubicBezTo>
                    <a:pt x="2610" y="2885"/>
                    <a:pt x="2610" y="6601"/>
                    <a:pt x="307" y="8842"/>
                  </a:cubicBezTo>
                  <a:cubicBezTo>
                    <a:pt x="0" y="9125"/>
                    <a:pt x="273" y="9517"/>
                    <a:pt x="583" y="9517"/>
                  </a:cubicBezTo>
                  <a:cubicBezTo>
                    <a:pt x="676" y="9517"/>
                    <a:pt x="774" y="9481"/>
                    <a:pt x="859" y="9395"/>
                  </a:cubicBezTo>
                  <a:cubicBezTo>
                    <a:pt x="3500" y="6877"/>
                    <a:pt x="3500" y="2640"/>
                    <a:pt x="859" y="122"/>
                  </a:cubicBezTo>
                  <a:cubicBezTo>
                    <a:pt x="774" y="36"/>
                    <a:pt x="676" y="0"/>
                    <a:pt x="5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 name="Google Shape;3513;p70"/>
          <p:cNvGrpSpPr/>
          <p:nvPr/>
        </p:nvGrpSpPr>
        <p:grpSpPr>
          <a:xfrm>
            <a:off x="2177277" y="1439780"/>
            <a:ext cx="314435" cy="334490"/>
            <a:chOff x="2319613" y="1042138"/>
            <a:chExt cx="319450" cy="339825"/>
          </a:xfrm>
        </p:grpSpPr>
        <p:sp>
          <p:nvSpPr>
            <p:cNvPr id="3514" name="Google Shape;3514;p70"/>
            <p:cNvSpPr/>
            <p:nvPr/>
          </p:nvSpPr>
          <p:spPr>
            <a:xfrm>
              <a:off x="2470163" y="1201713"/>
              <a:ext cx="168900" cy="180250"/>
            </a:xfrm>
            <a:custGeom>
              <a:avLst/>
              <a:gdLst/>
              <a:ahLst/>
              <a:cxnLst/>
              <a:rect l="l" t="t" r="r" b="b"/>
              <a:pathLst>
                <a:path w="6756" h="7210" extrusionOk="0">
                  <a:moveTo>
                    <a:pt x="6357" y="1"/>
                  </a:moveTo>
                  <a:lnTo>
                    <a:pt x="6387" y="32"/>
                  </a:lnTo>
                  <a:cubicBezTo>
                    <a:pt x="6375" y="32"/>
                    <a:pt x="6370" y="30"/>
                    <a:pt x="6360" y="30"/>
                  </a:cubicBezTo>
                  <a:cubicBezTo>
                    <a:pt x="6295" y="30"/>
                    <a:pt x="6005" y="99"/>
                    <a:pt x="2027" y="1106"/>
                  </a:cubicBezTo>
                  <a:cubicBezTo>
                    <a:pt x="1843" y="1137"/>
                    <a:pt x="1689" y="1321"/>
                    <a:pt x="1689" y="1505"/>
                  </a:cubicBezTo>
                  <a:lnTo>
                    <a:pt x="1689" y="4760"/>
                  </a:lnTo>
                  <a:cubicBezTo>
                    <a:pt x="1543" y="4704"/>
                    <a:pt x="1393" y="4678"/>
                    <a:pt x="1247" y="4678"/>
                  </a:cubicBezTo>
                  <a:cubicBezTo>
                    <a:pt x="594" y="4678"/>
                    <a:pt x="0" y="5200"/>
                    <a:pt x="0" y="5927"/>
                  </a:cubicBezTo>
                  <a:cubicBezTo>
                    <a:pt x="0" y="6265"/>
                    <a:pt x="123" y="6572"/>
                    <a:pt x="369" y="6818"/>
                  </a:cubicBezTo>
                  <a:cubicBezTo>
                    <a:pt x="599" y="7079"/>
                    <a:pt x="922" y="7209"/>
                    <a:pt x="1248" y="7209"/>
                  </a:cubicBezTo>
                  <a:cubicBezTo>
                    <a:pt x="1574" y="7209"/>
                    <a:pt x="1904" y="7079"/>
                    <a:pt x="2150" y="6818"/>
                  </a:cubicBezTo>
                  <a:cubicBezTo>
                    <a:pt x="2365" y="6572"/>
                    <a:pt x="2488" y="6265"/>
                    <a:pt x="2488" y="5927"/>
                  </a:cubicBezTo>
                  <a:lnTo>
                    <a:pt x="2488" y="3501"/>
                  </a:lnTo>
                  <a:lnTo>
                    <a:pt x="5957" y="2611"/>
                  </a:lnTo>
                  <a:lnTo>
                    <a:pt x="5957" y="3900"/>
                  </a:lnTo>
                  <a:cubicBezTo>
                    <a:pt x="5851" y="3861"/>
                    <a:pt x="5749" y="3843"/>
                    <a:pt x="5652" y="3843"/>
                  </a:cubicBezTo>
                  <a:cubicBezTo>
                    <a:pt x="4546" y="3843"/>
                    <a:pt x="4106" y="6213"/>
                    <a:pt x="5405" y="6326"/>
                  </a:cubicBezTo>
                  <a:cubicBezTo>
                    <a:pt x="5425" y="6327"/>
                    <a:pt x="5445" y="6327"/>
                    <a:pt x="5465" y="6327"/>
                  </a:cubicBezTo>
                  <a:cubicBezTo>
                    <a:pt x="6203" y="6327"/>
                    <a:pt x="6756" y="5781"/>
                    <a:pt x="6756" y="4944"/>
                  </a:cubicBezTo>
                  <a:lnTo>
                    <a:pt x="6756" y="339"/>
                  </a:lnTo>
                  <a:cubicBezTo>
                    <a:pt x="6725" y="154"/>
                    <a:pt x="6572" y="1"/>
                    <a:pt x="6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0"/>
            <p:cNvSpPr/>
            <p:nvPr/>
          </p:nvSpPr>
          <p:spPr>
            <a:xfrm>
              <a:off x="2473988" y="1152588"/>
              <a:ext cx="33050" cy="33800"/>
            </a:xfrm>
            <a:custGeom>
              <a:avLst/>
              <a:gdLst/>
              <a:ahLst/>
              <a:cxnLst/>
              <a:rect l="l" t="t" r="r" b="b"/>
              <a:pathLst>
                <a:path w="1322" h="1352" extrusionOk="0">
                  <a:moveTo>
                    <a:pt x="677" y="1"/>
                  </a:moveTo>
                  <a:cubicBezTo>
                    <a:pt x="308" y="1"/>
                    <a:pt x="1" y="308"/>
                    <a:pt x="1" y="676"/>
                  </a:cubicBezTo>
                  <a:cubicBezTo>
                    <a:pt x="1" y="1045"/>
                    <a:pt x="308" y="1352"/>
                    <a:pt x="677" y="1352"/>
                  </a:cubicBezTo>
                  <a:cubicBezTo>
                    <a:pt x="1045" y="1352"/>
                    <a:pt x="1321" y="1045"/>
                    <a:pt x="1321" y="676"/>
                  </a:cubicBezTo>
                  <a:cubicBezTo>
                    <a:pt x="1321" y="308"/>
                    <a:pt x="1045" y="1"/>
                    <a:pt x="6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0"/>
            <p:cNvSpPr/>
            <p:nvPr/>
          </p:nvSpPr>
          <p:spPr>
            <a:xfrm>
              <a:off x="2319613" y="1042138"/>
              <a:ext cx="306975" cy="254050"/>
            </a:xfrm>
            <a:custGeom>
              <a:avLst/>
              <a:gdLst/>
              <a:ahLst/>
              <a:cxnLst/>
              <a:rect l="l" t="t" r="r" b="b"/>
              <a:pathLst>
                <a:path w="12279" h="10162" extrusionOk="0">
                  <a:moveTo>
                    <a:pt x="6886" y="3624"/>
                  </a:moveTo>
                  <a:cubicBezTo>
                    <a:pt x="7240" y="3624"/>
                    <a:pt x="7601" y="3755"/>
                    <a:pt x="7896" y="4050"/>
                  </a:cubicBezTo>
                  <a:cubicBezTo>
                    <a:pt x="8817" y="4971"/>
                    <a:pt x="8172" y="6568"/>
                    <a:pt x="6852" y="6568"/>
                  </a:cubicBezTo>
                  <a:cubicBezTo>
                    <a:pt x="6053" y="6568"/>
                    <a:pt x="5378" y="5923"/>
                    <a:pt x="5378" y="5094"/>
                  </a:cubicBezTo>
                  <a:lnTo>
                    <a:pt x="5408" y="5094"/>
                  </a:lnTo>
                  <a:cubicBezTo>
                    <a:pt x="5408" y="4217"/>
                    <a:pt x="6133" y="3624"/>
                    <a:pt x="6886" y="3624"/>
                  </a:cubicBezTo>
                  <a:close/>
                  <a:moveTo>
                    <a:pt x="6799" y="1"/>
                  </a:moveTo>
                  <a:cubicBezTo>
                    <a:pt x="5640" y="1"/>
                    <a:pt x="4454" y="405"/>
                    <a:pt x="3443" y="1317"/>
                  </a:cubicBezTo>
                  <a:cubicBezTo>
                    <a:pt x="1" y="4455"/>
                    <a:pt x="2210" y="10162"/>
                    <a:pt x="6833" y="10162"/>
                  </a:cubicBezTo>
                  <a:cubicBezTo>
                    <a:pt x="6870" y="10162"/>
                    <a:pt x="6907" y="10161"/>
                    <a:pt x="6944" y="10161"/>
                  </a:cubicBezTo>
                  <a:lnTo>
                    <a:pt x="6944" y="7244"/>
                  </a:lnTo>
                  <a:cubicBezTo>
                    <a:pt x="6913" y="7059"/>
                    <a:pt x="7036" y="6906"/>
                    <a:pt x="7220" y="6875"/>
                  </a:cubicBezTo>
                  <a:lnTo>
                    <a:pt x="11887" y="5678"/>
                  </a:lnTo>
                  <a:cubicBezTo>
                    <a:pt x="12279" y="2392"/>
                    <a:pt x="9618" y="1"/>
                    <a:pt x="6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7" name="Google Shape;3517;p70"/>
          <p:cNvGrpSpPr/>
          <p:nvPr/>
        </p:nvGrpSpPr>
        <p:grpSpPr>
          <a:xfrm>
            <a:off x="2913767" y="1440039"/>
            <a:ext cx="217629" cy="333973"/>
            <a:chOff x="3044363" y="1042063"/>
            <a:chExt cx="221100" cy="339300"/>
          </a:xfrm>
        </p:grpSpPr>
        <p:sp>
          <p:nvSpPr>
            <p:cNvPr id="3518" name="Google Shape;3518;p70"/>
            <p:cNvSpPr/>
            <p:nvPr/>
          </p:nvSpPr>
          <p:spPr>
            <a:xfrm>
              <a:off x="3133413" y="1104988"/>
              <a:ext cx="43775" cy="43800"/>
            </a:xfrm>
            <a:custGeom>
              <a:avLst/>
              <a:gdLst/>
              <a:ahLst/>
              <a:cxnLst/>
              <a:rect l="l" t="t" r="r" b="b"/>
              <a:pathLst>
                <a:path w="1751" h="1752" extrusionOk="0">
                  <a:moveTo>
                    <a:pt x="860" y="1"/>
                  </a:moveTo>
                  <a:cubicBezTo>
                    <a:pt x="369" y="1"/>
                    <a:pt x="0" y="400"/>
                    <a:pt x="0" y="891"/>
                  </a:cubicBezTo>
                  <a:cubicBezTo>
                    <a:pt x="0" y="1352"/>
                    <a:pt x="369" y="1751"/>
                    <a:pt x="860" y="1751"/>
                  </a:cubicBezTo>
                  <a:cubicBezTo>
                    <a:pt x="1352" y="1751"/>
                    <a:pt x="1751" y="1352"/>
                    <a:pt x="1751" y="891"/>
                  </a:cubicBezTo>
                  <a:cubicBezTo>
                    <a:pt x="1751" y="400"/>
                    <a:pt x="1352" y="1"/>
                    <a:pt x="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0"/>
            <p:cNvSpPr/>
            <p:nvPr/>
          </p:nvSpPr>
          <p:spPr>
            <a:xfrm>
              <a:off x="3088113" y="1222363"/>
              <a:ext cx="133250" cy="96125"/>
            </a:xfrm>
            <a:custGeom>
              <a:avLst/>
              <a:gdLst/>
              <a:ahLst/>
              <a:cxnLst/>
              <a:rect l="l" t="t" r="r" b="b"/>
              <a:pathLst>
                <a:path w="5330" h="3845" extrusionOk="0">
                  <a:moveTo>
                    <a:pt x="2675" y="1559"/>
                  </a:moveTo>
                  <a:cubicBezTo>
                    <a:pt x="2845" y="1559"/>
                    <a:pt x="3017" y="1665"/>
                    <a:pt x="3071" y="1846"/>
                  </a:cubicBezTo>
                  <a:cubicBezTo>
                    <a:pt x="3102" y="2061"/>
                    <a:pt x="2979" y="2276"/>
                    <a:pt x="2764" y="2307"/>
                  </a:cubicBezTo>
                  <a:cubicBezTo>
                    <a:pt x="2739" y="2311"/>
                    <a:pt x="2714" y="2314"/>
                    <a:pt x="2690" y="2314"/>
                  </a:cubicBezTo>
                  <a:cubicBezTo>
                    <a:pt x="2392" y="2314"/>
                    <a:pt x="2195" y="1979"/>
                    <a:pt x="2365" y="1723"/>
                  </a:cubicBezTo>
                  <a:cubicBezTo>
                    <a:pt x="2441" y="1610"/>
                    <a:pt x="2558" y="1559"/>
                    <a:pt x="2675" y="1559"/>
                  </a:cubicBezTo>
                  <a:close/>
                  <a:moveTo>
                    <a:pt x="2771" y="1"/>
                  </a:moveTo>
                  <a:cubicBezTo>
                    <a:pt x="2738" y="1"/>
                    <a:pt x="2705" y="2"/>
                    <a:pt x="2672" y="4"/>
                  </a:cubicBezTo>
                  <a:cubicBezTo>
                    <a:pt x="584" y="4"/>
                    <a:pt x="1" y="2890"/>
                    <a:pt x="1935" y="3689"/>
                  </a:cubicBezTo>
                  <a:cubicBezTo>
                    <a:pt x="2195" y="3796"/>
                    <a:pt x="2450" y="3844"/>
                    <a:pt x="2693" y="3844"/>
                  </a:cubicBezTo>
                  <a:cubicBezTo>
                    <a:pt x="4259" y="3844"/>
                    <a:pt x="5330" y="1832"/>
                    <a:pt x="4054" y="557"/>
                  </a:cubicBezTo>
                  <a:cubicBezTo>
                    <a:pt x="3709" y="211"/>
                    <a:pt x="3256" y="1"/>
                    <a:pt x="2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0"/>
            <p:cNvSpPr/>
            <p:nvPr/>
          </p:nvSpPr>
          <p:spPr>
            <a:xfrm>
              <a:off x="3044363" y="1042063"/>
              <a:ext cx="221100" cy="339300"/>
            </a:xfrm>
            <a:custGeom>
              <a:avLst/>
              <a:gdLst/>
              <a:ahLst/>
              <a:cxnLst/>
              <a:rect l="l" t="t" r="r" b="b"/>
              <a:pathLst>
                <a:path w="8844" h="13572" extrusionOk="0">
                  <a:moveTo>
                    <a:pt x="4422" y="1720"/>
                  </a:moveTo>
                  <a:cubicBezTo>
                    <a:pt x="5927" y="1720"/>
                    <a:pt x="6664" y="3531"/>
                    <a:pt x="5620" y="4575"/>
                  </a:cubicBezTo>
                  <a:cubicBezTo>
                    <a:pt x="5271" y="4923"/>
                    <a:pt x="4849" y="5078"/>
                    <a:pt x="4437" y="5078"/>
                  </a:cubicBezTo>
                  <a:cubicBezTo>
                    <a:pt x="3578" y="5078"/>
                    <a:pt x="2764" y="4405"/>
                    <a:pt x="2764" y="3408"/>
                  </a:cubicBezTo>
                  <a:cubicBezTo>
                    <a:pt x="2764" y="2487"/>
                    <a:pt x="3501" y="1720"/>
                    <a:pt x="4422" y="1720"/>
                  </a:cubicBezTo>
                  <a:close/>
                  <a:moveTo>
                    <a:pt x="6771" y="6402"/>
                  </a:moveTo>
                  <a:cubicBezTo>
                    <a:pt x="7076" y="6402"/>
                    <a:pt x="7341" y="6791"/>
                    <a:pt x="7063" y="7093"/>
                  </a:cubicBezTo>
                  <a:lnTo>
                    <a:pt x="6633" y="7492"/>
                  </a:lnTo>
                  <a:cubicBezTo>
                    <a:pt x="7339" y="8475"/>
                    <a:pt x="7339" y="9795"/>
                    <a:pt x="6633" y="10778"/>
                  </a:cubicBezTo>
                  <a:lnTo>
                    <a:pt x="7032" y="11208"/>
                  </a:lnTo>
                  <a:cubicBezTo>
                    <a:pt x="7315" y="11490"/>
                    <a:pt x="7055" y="11882"/>
                    <a:pt x="6752" y="11882"/>
                  </a:cubicBezTo>
                  <a:cubicBezTo>
                    <a:pt x="6661" y="11882"/>
                    <a:pt x="6565" y="11846"/>
                    <a:pt x="6480" y="11760"/>
                  </a:cubicBezTo>
                  <a:lnTo>
                    <a:pt x="6050" y="11330"/>
                  </a:lnTo>
                  <a:cubicBezTo>
                    <a:pt x="5574" y="11699"/>
                    <a:pt x="4998" y="11883"/>
                    <a:pt x="4422" y="11883"/>
                  </a:cubicBezTo>
                  <a:cubicBezTo>
                    <a:pt x="3846" y="11883"/>
                    <a:pt x="3271" y="11699"/>
                    <a:pt x="2795" y="11330"/>
                  </a:cubicBezTo>
                  <a:lnTo>
                    <a:pt x="2365" y="11760"/>
                  </a:lnTo>
                  <a:cubicBezTo>
                    <a:pt x="2279" y="11846"/>
                    <a:pt x="2182" y="11882"/>
                    <a:pt x="2088" y="11882"/>
                  </a:cubicBezTo>
                  <a:cubicBezTo>
                    <a:pt x="1778" y="11882"/>
                    <a:pt x="1506" y="11490"/>
                    <a:pt x="1812" y="11208"/>
                  </a:cubicBezTo>
                  <a:lnTo>
                    <a:pt x="2211" y="10778"/>
                  </a:lnTo>
                  <a:cubicBezTo>
                    <a:pt x="1505" y="9795"/>
                    <a:pt x="1505" y="8475"/>
                    <a:pt x="2211" y="7492"/>
                  </a:cubicBezTo>
                  <a:lnTo>
                    <a:pt x="1812" y="7093"/>
                  </a:lnTo>
                  <a:cubicBezTo>
                    <a:pt x="1534" y="6791"/>
                    <a:pt x="1781" y="6402"/>
                    <a:pt x="2078" y="6402"/>
                  </a:cubicBezTo>
                  <a:cubicBezTo>
                    <a:pt x="2174" y="6402"/>
                    <a:pt x="2275" y="6443"/>
                    <a:pt x="2365" y="6540"/>
                  </a:cubicBezTo>
                  <a:lnTo>
                    <a:pt x="2795" y="6940"/>
                  </a:lnTo>
                  <a:cubicBezTo>
                    <a:pt x="3271" y="6586"/>
                    <a:pt x="3846" y="6410"/>
                    <a:pt x="4422" y="6410"/>
                  </a:cubicBezTo>
                  <a:cubicBezTo>
                    <a:pt x="4998" y="6410"/>
                    <a:pt x="5574" y="6586"/>
                    <a:pt x="6050" y="6940"/>
                  </a:cubicBezTo>
                  <a:lnTo>
                    <a:pt x="6480" y="6540"/>
                  </a:lnTo>
                  <a:cubicBezTo>
                    <a:pt x="6570" y="6443"/>
                    <a:pt x="6672" y="6402"/>
                    <a:pt x="6771" y="6402"/>
                  </a:cubicBezTo>
                  <a:close/>
                  <a:moveTo>
                    <a:pt x="400" y="0"/>
                  </a:moveTo>
                  <a:cubicBezTo>
                    <a:pt x="185" y="0"/>
                    <a:pt x="1" y="184"/>
                    <a:pt x="1" y="399"/>
                  </a:cubicBezTo>
                  <a:lnTo>
                    <a:pt x="1" y="13204"/>
                  </a:lnTo>
                  <a:cubicBezTo>
                    <a:pt x="1" y="13418"/>
                    <a:pt x="185" y="13572"/>
                    <a:pt x="400" y="13572"/>
                  </a:cubicBezTo>
                  <a:lnTo>
                    <a:pt x="8445" y="13572"/>
                  </a:lnTo>
                  <a:cubicBezTo>
                    <a:pt x="8660" y="13572"/>
                    <a:pt x="8844" y="13418"/>
                    <a:pt x="8844" y="13204"/>
                  </a:cubicBezTo>
                  <a:lnTo>
                    <a:pt x="8844" y="399"/>
                  </a:lnTo>
                  <a:cubicBezTo>
                    <a:pt x="8844" y="184"/>
                    <a:pt x="8660" y="0"/>
                    <a:pt x="84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1" name="Google Shape;3521;p70"/>
          <p:cNvGrpSpPr/>
          <p:nvPr/>
        </p:nvGrpSpPr>
        <p:grpSpPr>
          <a:xfrm>
            <a:off x="3521953" y="1439657"/>
            <a:ext cx="334760" cy="334736"/>
            <a:chOff x="3723738" y="1042063"/>
            <a:chExt cx="340100" cy="340075"/>
          </a:xfrm>
        </p:grpSpPr>
        <p:sp>
          <p:nvSpPr>
            <p:cNvPr id="3522" name="Google Shape;3522;p70"/>
            <p:cNvSpPr/>
            <p:nvPr/>
          </p:nvSpPr>
          <p:spPr>
            <a:xfrm>
              <a:off x="3818913" y="1042063"/>
              <a:ext cx="150500" cy="216500"/>
            </a:xfrm>
            <a:custGeom>
              <a:avLst/>
              <a:gdLst/>
              <a:ahLst/>
              <a:cxnLst/>
              <a:rect l="l" t="t" r="r" b="b"/>
              <a:pathLst>
                <a:path w="6020" h="8660" extrusionOk="0">
                  <a:moveTo>
                    <a:pt x="400" y="0"/>
                  </a:moveTo>
                  <a:cubicBezTo>
                    <a:pt x="185" y="0"/>
                    <a:pt x="1" y="184"/>
                    <a:pt x="1" y="399"/>
                  </a:cubicBezTo>
                  <a:lnTo>
                    <a:pt x="1" y="7093"/>
                  </a:lnTo>
                  <a:lnTo>
                    <a:pt x="2150" y="8659"/>
                  </a:lnTo>
                  <a:lnTo>
                    <a:pt x="2764" y="8168"/>
                  </a:lnTo>
                  <a:cubicBezTo>
                    <a:pt x="2841" y="8122"/>
                    <a:pt x="2926" y="8099"/>
                    <a:pt x="3010" y="8099"/>
                  </a:cubicBezTo>
                  <a:cubicBezTo>
                    <a:pt x="3095" y="8099"/>
                    <a:pt x="3179" y="8122"/>
                    <a:pt x="3256" y="8168"/>
                  </a:cubicBezTo>
                  <a:lnTo>
                    <a:pt x="3870" y="8659"/>
                  </a:lnTo>
                  <a:lnTo>
                    <a:pt x="6019" y="7093"/>
                  </a:lnTo>
                  <a:lnTo>
                    <a:pt x="6019" y="399"/>
                  </a:lnTo>
                  <a:cubicBezTo>
                    <a:pt x="6019" y="184"/>
                    <a:pt x="5835" y="0"/>
                    <a:pt x="5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0"/>
            <p:cNvSpPr/>
            <p:nvPr/>
          </p:nvSpPr>
          <p:spPr>
            <a:xfrm>
              <a:off x="3932538" y="1174863"/>
              <a:ext cx="131300" cy="191925"/>
            </a:xfrm>
            <a:custGeom>
              <a:avLst/>
              <a:gdLst/>
              <a:ahLst/>
              <a:cxnLst/>
              <a:rect l="l" t="t" r="r" b="b"/>
              <a:pathLst>
                <a:path w="5252" h="7677" extrusionOk="0">
                  <a:moveTo>
                    <a:pt x="5251" y="0"/>
                  </a:moveTo>
                  <a:lnTo>
                    <a:pt x="0" y="3838"/>
                  </a:lnTo>
                  <a:lnTo>
                    <a:pt x="5251" y="7677"/>
                  </a:lnTo>
                  <a:lnTo>
                    <a:pt x="52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0"/>
            <p:cNvSpPr/>
            <p:nvPr/>
          </p:nvSpPr>
          <p:spPr>
            <a:xfrm>
              <a:off x="3723738" y="1174088"/>
              <a:ext cx="132050" cy="192700"/>
            </a:xfrm>
            <a:custGeom>
              <a:avLst/>
              <a:gdLst/>
              <a:ahLst/>
              <a:cxnLst/>
              <a:rect l="l" t="t" r="r" b="b"/>
              <a:pathLst>
                <a:path w="5282" h="7708" extrusionOk="0">
                  <a:moveTo>
                    <a:pt x="0" y="0"/>
                  </a:moveTo>
                  <a:lnTo>
                    <a:pt x="0" y="31"/>
                  </a:lnTo>
                  <a:lnTo>
                    <a:pt x="0" y="7708"/>
                  </a:lnTo>
                  <a:lnTo>
                    <a:pt x="5282" y="383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0"/>
            <p:cNvSpPr/>
            <p:nvPr/>
          </p:nvSpPr>
          <p:spPr>
            <a:xfrm>
              <a:off x="3737563" y="1266963"/>
              <a:ext cx="313225" cy="115175"/>
            </a:xfrm>
            <a:custGeom>
              <a:avLst/>
              <a:gdLst/>
              <a:ahLst/>
              <a:cxnLst/>
              <a:rect l="l" t="t" r="r" b="b"/>
              <a:pathLst>
                <a:path w="12529" h="4607" extrusionOk="0">
                  <a:moveTo>
                    <a:pt x="6264" y="1"/>
                  </a:moveTo>
                  <a:lnTo>
                    <a:pt x="0" y="4607"/>
                  </a:lnTo>
                  <a:lnTo>
                    <a:pt x="12528" y="4607"/>
                  </a:lnTo>
                  <a:lnTo>
                    <a:pt x="62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0"/>
            <p:cNvSpPr/>
            <p:nvPr/>
          </p:nvSpPr>
          <p:spPr>
            <a:xfrm>
              <a:off x="3989338" y="1109613"/>
              <a:ext cx="64500" cy="95975"/>
            </a:xfrm>
            <a:custGeom>
              <a:avLst/>
              <a:gdLst/>
              <a:ahLst/>
              <a:cxnLst/>
              <a:rect l="l" t="t" r="r" b="b"/>
              <a:pathLst>
                <a:path w="2580" h="3839" extrusionOk="0">
                  <a:moveTo>
                    <a:pt x="1" y="0"/>
                  </a:moveTo>
                  <a:lnTo>
                    <a:pt x="1" y="3838"/>
                  </a:lnTo>
                  <a:lnTo>
                    <a:pt x="2580" y="190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0"/>
            <p:cNvSpPr/>
            <p:nvPr/>
          </p:nvSpPr>
          <p:spPr>
            <a:xfrm>
              <a:off x="3733713" y="1109613"/>
              <a:ext cx="65275" cy="95975"/>
            </a:xfrm>
            <a:custGeom>
              <a:avLst/>
              <a:gdLst/>
              <a:ahLst/>
              <a:cxnLst/>
              <a:rect l="l" t="t" r="r" b="b"/>
              <a:pathLst>
                <a:path w="2611" h="3839" extrusionOk="0">
                  <a:moveTo>
                    <a:pt x="2611" y="0"/>
                  </a:moveTo>
                  <a:lnTo>
                    <a:pt x="1" y="1904"/>
                  </a:lnTo>
                  <a:lnTo>
                    <a:pt x="2611" y="3838"/>
                  </a:lnTo>
                  <a:lnTo>
                    <a:pt x="26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8" name="Google Shape;3528;p70"/>
          <p:cNvGrpSpPr/>
          <p:nvPr/>
        </p:nvGrpSpPr>
        <p:grpSpPr>
          <a:xfrm>
            <a:off x="4203138" y="1466209"/>
            <a:ext cx="333235" cy="281633"/>
            <a:chOff x="4404638" y="1042038"/>
            <a:chExt cx="338550" cy="286125"/>
          </a:xfrm>
        </p:grpSpPr>
        <p:sp>
          <p:nvSpPr>
            <p:cNvPr id="3529" name="Google Shape;3529;p70"/>
            <p:cNvSpPr/>
            <p:nvPr/>
          </p:nvSpPr>
          <p:spPr>
            <a:xfrm>
              <a:off x="4404638" y="1042038"/>
              <a:ext cx="245675" cy="286125"/>
            </a:xfrm>
            <a:custGeom>
              <a:avLst/>
              <a:gdLst/>
              <a:ahLst/>
              <a:cxnLst/>
              <a:rect l="l" t="t" r="r" b="b"/>
              <a:pathLst>
                <a:path w="9827" h="11445" extrusionOk="0">
                  <a:moveTo>
                    <a:pt x="3992" y="3409"/>
                  </a:moveTo>
                  <a:cubicBezTo>
                    <a:pt x="4207" y="3409"/>
                    <a:pt x="4392" y="3563"/>
                    <a:pt x="4422" y="3778"/>
                  </a:cubicBezTo>
                  <a:cubicBezTo>
                    <a:pt x="4422" y="4023"/>
                    <a:pt x="4238" y="4208"/>
                    <a:pt x="4023" y="4208"/>
                  </a:cubicBezTo>
                  <a:lnTo>
                    <a:pt x="3409" y="4208"/>
                  </a:lnTo>
                  <a:cubicBezTo>
                    <a:pt x="3194" y="4208"/>
                    <a:pt x="3010" y="4023"/>
                    <a:pt x="2979" y="3809"/>
                  </a:cubicBezTo>
                  <a:cubicBezTo>
                    <a:pt x="2979" y="3594"/>
                    <a:pt x="3163" y="3409"/>
                    <a:pt x="3378" y="3409"/>
                  </a:cubicBezTo>
                  <a:close/>
                  <a:moveTo>
                    <a:pt x="3777" y="6787"/>
                  </a:moveTo>
                  <a:cubicBezTo>
                    <a:pt x="3992" y="6787"/>
                    <a:pt x="4177" y="6971"/>
                    <a:pt x="4177" y="7186"/>
                  </a:cubicBezTo>
                  <a:cubicBezTo>
                    <a:pt x="4207" y="7401"/>
                    <a:pt x="4023" y="7585"/>
                    <a:pt x="3808" y="7585"/>
                  </a:cubicBezTo>
                  <a:lnTo>
                    <a:pt x="2549" y="7585"/>
                  </a:lnTo>
                  <a:cubicBezTo>
                    <a:pt x="2304" y="7585"/>
                    <a:pt x="2150" y="7432"/>
                    <a:pt x="2119" y="7217"/>
                  </a:cubicBezTo>
                  <a:cubicBezTo>
                    <a:pt x="2089" y="7002"/>
                    <a:pt x="2273" y="6787"/>
                    <a:pt x="2518" y="6787"/>
                  </a:cubicBezTo>
                  <a:close/>
                  <a:moveTo>
                    <a:pt x="5763" y="1"/>
                  </a:moveTo>
                  <a:cubicBezTo>
                    <a:pt x="2827" y="1"/>
                    <a:pt x="1" y="2268"/>
                    <a:pt x="1" y="5712"/>
                  </a:cubicBezTo>
                  <a:cubicBezTo>
                    <a:pt x="1" y="9172"/>
                    <a:pt x="2819" y="11444"/>
                    <a:pt x="5749" y="11444"/>
                  </a:cubicBezTo>
                  <a:cubicBezTo>
                    <a:pt x="7188" y="11444"/>
                    <a:pt x="8654" y="10897"/>
                    <a:pt x="9826" y="9673"/>
                  </a:cubicBezTo>
                  <a:lnTo>
                    <a:pt x="5343" y="9673"/>
                  </a:lnTo>
                  <a:cubicBezTo>
                    <a:pt x="5128" y="9673"/>
                    <a:pt x="4944" y="9520"/>
                    <a:pt x="4944" y="9305"/>
                  </a:cubicBezTo>
                  <a:lnTo>
                    <a:pt x="4944" y="9274"/>
                  </a:lnTo>
                  <a:lnTo>
                    <a:pt x="4944" y="5897"/>
                  </a:lnTo>
                  <a:lnTo>
                    <a:pt x="3808" y="5897"/>
                  </a:lnTo>
                  <a:cubicBezTo>
                    <a:pt x="3593" y="5897"/>
                    <a:pt x="3409" y="5743"/>
                    <a:pt x="3409" y="5528"/>
                  </a:cubicBezTo>
                  <a:cubicBezTo>
                    <a:pt x="3378" y="5282"/>
                    <a:pt x="3562" y="5098"/>
                    <a:pt x="3777" y="5098"/>
                  </a:cubicBezTo>
                  <a:lnTo>
                    <a:pt x="4944" y="5098"/>
                  </a:lnTo>
                  <a:lnTo>
                    <a:pt x="4944" y="2150"/>
                  </a:lnTo>
                  <a:cubicBezTo>
                    <a:pt x="4944" y="1935"/>
                    <a:pt x="5098" y="1751"/>
                    <a:pt x="5313" y="1751"/>
                  </a:cubicBezTo>
                  <a:lnTo>
                    <a:pt x="9826" y="1751"/>
                  </a:lnTo>
                  <a:cubicBezTo>
                    <a:pt x="8657" y="542"/>
                    <a:pt x="7197" y="1"/>
                    <a:pt x="5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0"/>
            <p:cNvSpPr/>
            <p:nvPr/>
          </p:nvSpPr>
          <p:spPr>
            <a:xfrm>
              <a:off x="4561238" y="1105763"/>
              <a:ext cx="169675" cy="66050"/>
            </a:xfrm>
            <a:custGeom>
              <a:avLst/>
              <a:gdLst/>
              <a:ahLst/>
              <a:cxnLst/>
              <a:rect l="l" t="t" r="r" b="b"/>
              <a:pathLst>
                <a:path w="6787" h="2642" extrusionOk="0">
                  <a:moveTo>
                    <a:pt x="1" y="1"/>
                  </a:moveTo>
                  <a:lnTo>
                    <a:pt x="3440" y="2641"/>
                  </a:lnTo>
                  <a:lnTo>
                    <a:pt x="6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0"/>
            <p:cNvSpPr/>
            <p:nvPr/>
          </p:nvSpPr>
          <p:spPr>
            <a:xfrm>
              <a:off x="4548188" y="1120338"/>
              <a:ext cx="195000" cy="143575"/>
            </a:xfrm>
            <a:custGeom>
              <a:avLst/>
              <a:gdLst/>
              <a:ahLst/>
              <a:cxnLst/>
              <a:rect l="l" t="t" r="r" b="b"/>
              <a:pathLst>
                <a:path w="7800" h="5743" extrusionOk="0">
                  <a:moveTo>
                    <a:pt x="7800" y="1"/>
                  </a:moveTo>
                  <a:lnTo>
                    <a:pt x="4207" y="2887"/>
                  </a:lnTo>
                  <a:cubicBezTo>
                    <a:pt x="4131" y="2949"/>
                    <a:pt x="4046" y="2979"/>
                    <a:pt x="3962" y="2979"/>
                  </a:cubicBezTo>
                  <a:cubicBezTo>
                    <a:pt x="3877" y="2979"/>
                    <a:pt x="3793" y="2949"/>
                    <a:pt x="3716" y="2887"/>
                  </a:cubicBezTo>
                  <a:lnTo>
                    <a:pt x="1" y="32"/>
                  </a:lnTo>
                  <a:lnTo>
                    <a:pt x="1" y="5344"/>
                  </a:lnTo>
                  <a:cubicBezTo>
                    <a:pt x="1" y="5559"/>
                    <a:pt x="154" y="5743"/>
                    <a:pt x="369" y="5743"/>
                  </a:cubicBezTo>
                  <a:lnTo>
                    <a:pt x="7431" y="5743"/>
                  </a:lnTo>
                  <a:cubicBezTo>
                    <a:pt x="7646" y="5743"/>
                    <a:pt x="7800" y="5559"/>
                    <a:pt x="7800" y="5344"/>
                  </a:cubicBezTo>
                  <a:lnTo>
                    <a:pt x="7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2" name="Google Shape;3532;p70"/>
          <p:cNvGrpSpPr/>
          <p:nvPr/>
        </p:nvGrpSpPr>
        <p:grpSpPr>
          <a:xfrm>
            <a:off x="4864268" y="1439657"/>
            <a:ext cx="336261" cy="334736"/>
            <a:chOff x="5084013" y="1042063"/>
            <a:chExt cx="341625" cy="340075"/>
          </a:xfrm>
        </p:grpSpPr>
        <p:sp>
          <p:nvSpPr>
            <p:cNvPr id="3533" name="Google Shape;3533;p70"/>
            <p:cNvSpPr/>
            <p:nvPr/>
          </p:nvSpPr>
          <p:spPr>
            <a:xfrm>
              <a:off x="5357288" y="1143813"/>
              <a:ext cx="68350" cy="66375"/>
            </a:xfrm>
            <a:custGeom>
              <a:avLst/>
              <a:gdLst/>
              <a:ahLst/>
              <a:cxnLst/>
              <a:rect l="l" t="t" r="r" b="b"/>
              <a:pathLst>
                <a:path w="2734" h="2655" extrusionOk="0">
                  <a:moveTo>
                    <a:pt x="1194" y="1"/>
                  </a:moveTo>
                  <a:cubicBezTo>
                    <a:pt x="1019" y="1"/>
                    <a:pt x="847" y="55"/>
                    <a:pt x="707" y="167"/>
                  </a:cubicBezTo>
                  <a:cubicBezTo>
                    <a:pt x="646" y="198"/>
                    <a:pt x="707" y="167"/>
                    <a:pt x="1" y="874"/>
                  </a:cubicBezTo>
                  <a:lnTo>
                    <a:pt x="1782" y="2655"/>
                  </a:lnTo>
                  <a:lnTo>
                    <a:pt x="2426" y="2010"/>
                  </a:lnTo>
                  <a:cubicBezTo>
                    <a:pt x="2734" y="1703"/>
                    <a:pt x="2734" y="1211"/>
                    <a:pt x="2426" y="904"/>
                  </a:cubicBezTo>
                  <a:lnTo>
                    <a:pt x="1782" y="229"/>
                  </a:lnTo>
                  <a:cubicBezTo>
                    <a:pt x="1615" y="78"/>
                    <a:pt x="1402" y="1"/>
                    <a:pt x="1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0"/>
            <p:cNvSpPr/>
            <p:nvPr/>
          </p:nvSpPr>
          <p:spPr>
            <a:xfrm>
              <a:off x="5234913" y="1179463"/>
              <a:ext cx="153100" cy="149700"/>
            </a:xfrm>
            <a:custGeom>
              <a:avLst/>
              <a:gdLst/>
              <a:ahLst/>
              <a:cxnLst/>
              <a:rect l="l" t="t" r="r" b="b"/>
              <a:pathLst>
                <a:path w="6124" h="5988" extrusionOk="0">
                  <a:moveTo>
                    <a:pt x="4343" y="0"/>
                  </a:moveTo>
                  <a:cubicBezTo>
                    <a:pt x="1027" y="3317"/>
                    <a:pt x="1272" y="3071"/>
                    <a:pt x="1242" y="3163"/>
                  </a:cubicBezTo>
                  <a:lnTo>
                    <a:pt x="1242" y="3132"/>
                  </a:lnTo>
                  <a:lnTo>
                    <a:pt x="198" y="5405"/>
                  </a:lnTo>
                  <a:cubicBezTo>
                    <a:pt x="0" y="5676"/>
                    <a:pt x="219" y="5987"/>
                    <a:pt x="504" y="5987"/>
                  </a:cubicBezTo>
                  <a:cubicBezTo>
                    <a:pt x="574" y="5987"/>
                    <a:pt x="647" y="5969"/>
                    <a:pt x="720" y="5927"/>
                  </a:cubicBezTo>
                  <a:lnTo>
                    <a:pt x="2961" y="4883"/>
                  </a:lnTo>
                  <a:cubicBezTo>
                    <a:pt x="3053" y="4821"/>
                    <a:pt x="2777" y="5067"/>
                    <a:pt x="6124" y="1812"/>
                  </a:cubicBezTo>
                  <a:lnTo>
                    <a:pt x="43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0"/>
            <p:cNvSpPr/>
            <p:nvPr/>
          </p:nvSpPr>
          <p:spPr>
            <a:xfrm>
              <a:off x="5084013" y="1042063"/>
              <a:ext cx="254125" cy="340075"/>
            </a:xfrm>
            <a:custGeom>
              <a:avLst/>
              <a:gdLst/>
              <a:ahLst/>
              <a:cxnLst/>
              <a:rect l="l" t="t" r="r" b="b"/>
              <a:pathLst>
                <a:path w="10165" h="13603" extrusionOk="0">
                  <a:moveTo>
                    <a:pt x="8076" y="2579"/>
                  </a:moveTo>
                  <a:cubicBezTo>
                    <a:pt x="8598" y="2579"/>
                    <a:pt x="8598" y="3378"/>
                    <a:pt x="8076" y="3378"/>
                  </a:cubicBezTo>
                  <a:lnTo>
                    <a:pt x="2119" y="3378"/>
                  </a:lnTo>
                  <a:cubicBezTo>
                    <a:pt x="1597" y="3378"/>
                    <a:pt x="1597" y="2579"/>
                    <a:pt x="2119" y="2579"/>
                  </a:cubicBezTo>
                  <a:close/>
                  <a:moveTo>
                    <a:pt x="6786" y="4698"/>
                  </a:moveTo>
                  <a:cubicBezTo>
                    <a:pt x="7339" y="4698"/>
                    <a:pt x="7339" y="5496"/>
                    <a:pt x="6786" y="5496"/>
                  </a:cubicBezTo>
                  <a:lnTo>
                    <a:pt x="2119" y="5496"/>
                  </a:lnTo>
                  <a:cubicBezTo>
                    <a:pt x="1597" y="5496"/>
                    <a:pt x="1597" y="4698"/>
                    <a:pt x="2119" y="4698"/>
                  </a:cubicBezTo>
                  <a:close/>
                  <a:moveTo>
                    <a:pt x="5527" y="6847"/>
                  </a:moveTo>
                  <a:cubicBezTo>
                    <a:pt x="6049" y="6847"/>
                    <a:pt x="6049" y="7646"/>
                    <a:pt x="5527" y="7646"/>
                  </a:cubicBezTo>
                  <a:lnTo>
                    <a:pt x="2119" y="7646"/>
                  </a:lnTo>
                  <a:cubicBezTo>
                    <a:pt x="1904" y="7646"/>
                    <a:pt x="1720" y="7462"/>
                    <a:pt x="1720" y="7216"/>
                  </a:cubicBezTo>
                  <a:lnTo>
                    <a:pt x="1751" y="7216"/>
                  </a:lnTo>
                  <a:cubicBezTo>
                    <a:pt x="1751" y="7001"/>
                    <a:pt x="1904" y="6847"/>
                    <a:pt x="2119" y="6847"/>
                  </a:cubicBezTo>
                  <a:close/>
                  <a:moveTo>
                    <a:pt x="1198" y="0"/>
                  </a:moveTo>
                  <a:cubicBezTo>
                    <a:pt x="522" y="0"/>
                    <a:pt x="0" y="522"/>
                    <a:pt x="0" y="1198"/>
                  </a:cubicBezTo>
                  <a:lnTo>
                    <a:pt x="0" y="12405"/>
                  </a:lnTo>
                  <a:cubicBezTo>
                    <a:pt x="0" y="13050"/>
                    <a:pt x="522" y="13603"/>
                    <a:pt x="1198" y="13603"/>
                  </a:cubicBezTo>
                  <a:lnTo>
                    <a:pt x="8967" y="13603"/>
                  </a:lnTo>
                  <a:cubicBezTo>
                    <a:pt x="9642" y="13603"/>
                    <a:pt x="10164" y="13050"/>
                    <a:pt x="10164" y="12405"/>
                  </a:cubicBezTo>
                  <a:lnTo>
                    <a:pt x="10164" y="10379"/>
                  </a:lnTo>
                  <a:lnTo>
                    <a:pt x="9673" y="10870"/>
                  </a:lnTo>
                  <a:cubicBezTo>
                    <a:pt x="9581" y="10962"/>
                    <a:pt x="9458" y="11023"/>
                    <a:pt x="9335" y="11085"/>
                  </a:cubicBezTo>
                  <a:lnTo>
                    <a:pt x="7093" y="12160"/>
                  </a:lnTo>
                  <a:cubicBezTo>
                    <a:pt x="6924" y="12237"/>
                    <a:pt x="6753" y="12272"/>
                    <a:pt x="6587" y="12272"/>
                  </a:cubicBezTo>
                  <a:cubicBezTo>
                    <a:pt x="5764" y="12272"/>
                    <a:pt x="5088" y="11407"/>
                    <a:pt x="5497" y="10563"/>
                  </a:cubicBezTo>
                  <a:lnTo>
                    <a:pt x="6541" y="8291"/>
                  </a:lnTo>
                  <a:cubicBezTo>
                    <a:pt x="6602" y="8168"/>
                    <a:pt x="6694" y="8076"/>
                    <a:pt x="6786" y="7953"/>
                  </a:cubicBezTo>
                  <a:lnTo>
                    <a:pt x="10164" y="4575"/>
                  </a:lnTo>
                  <a:lnTo>
                    <a:pt x="10164" y="1198"/>
                  </a:lnTo>
                  <a:cubicBezTo>
                    <a:pt x="10164" y="522"/>
                    <a:pt x="9642" y="0"/>
                    <a:pt x="89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6" name="Google Shape;3536;p70"/>
          <p:cNvGrpSpPr/>
          <p:nvPr/>
        </p:nvGrpSpPr>
        <p:grpSpPr>
          <a:xfrm>
            <a:off x="5555259" y="1440014"/>
            <a:ext cx="281116" cy="334022"/>
            <a:chOff x="5764138" y="1042013"/>
            <a:chExt cx="285600" cy="339350"/>
          </a:xfrm>
        </p:grpSpPr>
        <p:sp>
          <p:nvSpPr>
            <p:cNvPr id="3537" name="Google Shape;3537;p70"/>
            <p:cNvSpPr/>
            <p:nvPr/>
          </p:nvSpPr>
          <p:spPr>
            <a:xfrm>
              <a:off x="5764138" y="1138763"/>
              <a:ext cx="142050" cy="189650"/>
            </a:xfrm>
            <a:custGeom>
              <a:avLst/>
              <a:gdLst/>
              <a:ahLst/>
              <a:cxnLst/>
              <a:rect l="l" t="t" r="r" b="b"/>
              <a:pathLst>
                <a:path w="5682" h="7586" extrusionOk="0">
                  <a:moveTo>
                    <a:pt x="2826" y="1"/>
                  </a:moveTo>
                  <a:cubicBezTo>
                    <a:pt x="1260" y="1"/>
                    <a:pt x="1" y="1260"/>
                    <a:pt x="1" y="2826"/>
                  </a:cubicBezTo>
                  <a:lnTo>
                    <a:pt x="1" y="7186"/>
                  </a:lnTo>
                  <a:cubicBezTo>
                    <a:pt x="1" y="7401"/>
                    <a:pt x="154" y="7555"/>
                    <a:pt x="369" y="7555"/>
                  </a:cubicBezTo>
                  <a:lnTo>
                    <a:pt x="5681" y="7585"/>
                  </a:lnTo>
                  <a:lnTo>
                    <a:pt x="5681" y="2826"/>
                  </a:lnTo>
                  <a:cubicBezTo>
                    <a:pt x="5681" y="1475"/>
                    <a:pt x="4576" y="1"/>
                    <a:pt x="2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0"/>
            <p:cNvSpPr/>
            <p:nvPr/>
          </p:nvSpPr>
          <p:spPr>
            <a:xfrm>
              <a:off x="5892338" y="1042013"/>
              <a:ext cx="157400" cy="286400"/>
            </a:xfrm>
            <a:custGeom>
              <a:avLst/>
              <a:gdLst/>
              <a:ahLst/>
              <a:cxnLst/>
              <a:rect l="l" t="t" r="r" b="b"/>
              <a:pathLst>
                <a:path w="6296" h="11456" extrusionOk="0">
                  <a:moveTo>
                    <a:pt x="4858" y="0"/>
                  </a:moveTo>
                  <a:cubicBezTo>
                    <a:pt x="4846" y="0"/>
                    <a:pt x="4834" y="1"/>
                    <a:pt x="4822" y="2"/>
                  </a:cubicBezTo>
                  <a:lnTo>
                    <a:pt x="1843" y="2"/>
                  </a:lnTo>
                  <a:cubicBezTo>
                    <a:pt x="1628" y="2"/>
                    <a:pt x="1475" y="186"/>
                    <a:pt x="1475" y="401"/>
                  </a:cubicBezTo>
                  <a:lnTo>
                    <a:pt x="1475" y="3840"/>
                  </a:lnTo>
                  <a:lnTo>
                    <a:pt x="1" y="3840"/>
                  </a:lnTo>
                  <a:cubicBezTo>
                    <a:pt x="861" y="4546"/>
                    <a:pt x="1352" y="5590"/>
                    <a:pt x="1352" y="6665"/>
                  </a:cubicBezTo>
                  <a:lnTo>
                    <a:pt x="1352" y="11455"/>
                  </a:lnTo>
                  <a:lnTo>
                    <a:pt x="5896" y="11455"/>
                  </a:lnTo>
                  <a:cubicBezTo>
                    <a:pt x="6111" y="11455"/>
                    <a:pt x="6296" y="11271"/>
                    <a:pt x="6296" y="11056"/>
                  </a:cubicBezTo>
                  <a:lnTo>
                    <a:pt x="6296" y="6696"/>
                  </a:lnTo>
                  <a:cubicBezTo>
                    <a:pt x="6296" y="5130"/>
                    <a:pt x="5006" y="3840"/>
                    <a:pt x="3440" y="3840"/>
                  </a:cubicBezTo>
                  <a:lnTo>
                    <a:pt x="3071" y="3840"/>
                  </a:lnTo>
                  <a:lnTo>
                    <a:pt x="3071" y="5713"/>
                  </a:lnTo>
                  <a:cubicBezTo>
                    <a:pt x="3071" y="5990"/>
                    <a:pt x="2872" y="6128"/>
                    <a:pt x="2672" y="6128"/>
                  </a:cubicBezTo>
                  <a:cubicBezTo>
                    <a:pt x="2473" y="6128"/>
                    <a:pt x="2273" y="5990"/>
                    <a:pt x="2273" y="5713"/>
                  </a:cubicBezTo>
                  <a:lnTo>
                    <a:pt x="2273" y="2950"/>
                  </a:lnTo>
                  <a:lnTo>
                    <a:pt x="4822" y="2950"/>
                  </a:lnTo>
                  <a:cubicBezTo>
                    <a:pt x="4834" y="2951"/>
                    <a:pt x="4846" y="2952"/>
                    <a:pt x="4857" y="2952"/>
                  </a:cubicBezTo>
                  <a:cubicBezTo>
                    <a:pt x="5145" y="2952"/>
                    <a:pt x="5336" y="2601"/>
                    <a:pt x="5159" y="2336"/>
                  </a:cubicBezTo>
                  <a:lnTo>
                    <a:pt x="4637" y="1476"/>
                  </a:lnTo>
                  <a:lnTo>
                    <a:pt x="5159" y="585"/>
                  </a:lnTo>
                  <a:cubicBezTo>
                    <a:pt x="5336" y="349"/>
                    <a:pt x="5145" y="0"/>
                    <a:pt x="4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0"/>
            <p:cNvSpPr/>
            <p:nvPr/>
          </p:nvSpPr>
          <p:spPr>
            <a:xfrm>
              <a:off x="5886213" y="1348338"/>
              <a:ext cx="61425" cy="33025"/>
            </a:xfrm>
            <a:custGeom>
              <a:avLst/>
              <a:gdLst/>
              <a:ahLst/>
              <a:cxnLst/>
              <a:rect l="l" t="t" r="r" b="b"/>
              <a:pathLst>
                <a:path w="2457" h="1321" extrusionOk="0">
                  <a:moveTo>
                    <a:pt x="0" y="1"/>
                  </a:moveTo>
                  <a:lnTo>
                    <a:pt x="0" y="953"/>
                  </a:lnTo>
                  <a:cubicBezTo>
                    <a:pt x="0" y="1167"/>
                    <a:pt x="184" y="1321"/>
                    <a:pt x="399" y="1321"/>
                  </a:cubicBezTo>
                  <a:lnTo>
                    <a:pt x="2088" y="1321"/>
                  </a:lnTo>
                  <a:cubicBezTo>
                    <a:pt x="2303" y="1321"/>
                    <a:pt x="2457" y="1167"/>
                    <a:pt x="2457" y="953"/>
                  </a:cubicBezTo>
                  <a:lnTo>
                    <a:pt x="24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70"/>
          <p:cNvGrpSpPr/>
          <p:nvPr/>
        </p:nvGrpSpPr>
        <p:grpSpPr>
          <a:xfrm>
            <a:off x="6200160" y="1439657"/>
            <a:ext cx="338550" cy="334736"/>
            <a:chOff x="6440438" y="1041888"/>
            <a:chExt cx="343950" cy="340075"/>
          </a:xfrm>
        </p:grpSpPr>
        <p:sp>
          <p:nvSpPr>
            <p:cNvPr id="3541" name="Google Shape;3541;p70"/>
            <p:cNvSpPr/>
            <p:nvPr/>
          </p:nvSpPr>
          <p:spPr>
            <a:xfrm>
              <a:off x="6440438" y="1156438"/>
              <a:ext cx="229550" cy="225525"/>
            </a:xfrm>
            <a:custGeom>
              <a:avLst/>
              <a:gdLst/>
              <a:ahLst/>
              <a:cxnLst/>
              <a:rect l="l" t="t" r="r" b="b"/>
              <a:pathLst>
                <a:path w="9182" h="9021" extrusionOk="0">
                  <a:moveTo>
                    <a:pt x="6357" y="0"/>
                  </a:moveTo>
                  <a:lnTo>
                    <a:pt x="584" y="6111"/>
                  </a:lnTo>
                  <a:cubicBezTo>
                    <a:pt x="1" y="6725"/>
                    <a:pt x="1" y="7707"/>
                    <a:pt x="615" y="8321"/>
                  </a:cubicBezTo>
                  <a:lnTo>
                    <a:pt x="861" y="8567"/>
                  </a:lnTo>
                  <a:cubicBezTo>
                    <a:pt x="1176" y="8866"/>
                    <a:pt x="1588" y="9020"/>
                    <a:pt x="1998" y="9020"/>
                  </a:cubicBezTo>
                  <a:cubicBezTo>
                    <a:pt x="2386" y="9020"/>
                    <a:pt x="2772" y="8882"/>
                    <a:pt x="3071" y="8598"/>
                  </a:cubicBezTo>
                  <a:lnTo>
                    <a:pt x="9182" y="2825"/>
                  </a:lnTo>
                  <a:cubicBezTo>
                    <a:pt x="8629" y="2672"/>
                    <a:pt x="8138" y="2426"/>
                    <a:pt x="7708" y="2057"/>
                  </a:cubicBezTo>
                  <a:lnTo>
                    <a:pt x="7677" y="2057"/>
                  </a:lnTo>
                  <a:lnTo>
                    <a:pt x="6142" y="3593"/>
                  </a:lnTo>
                  <a:cubicBezTo>
                    <a:pt x="6057" y="3678"/>
                    <a:pt x="5962" y="3714"/>
                    <a:pt x="5871" y="3714"/>
                  </a:cubicBezTo>
                  <a:cubicBezTo>
                    <a:pt x="5567" y="3714"/>
                    <a:pt x="5306" y="3316"/>
                    <a:pt x="5589" y="3009"/>
                  </a:cubicBezTo>
                  <a:lnTo>
                    <a:pt x="7125" y="1474"/>
                  </a:lnTo>
                  <a:cubicBezTo>
                    <a:pt x="6756" y="1044"/>
                    <a:pt x="6511" y="553"/>
                    <a:pt x="6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0"/>
            <p:cNvSpPr/>
            <p:nvPr/>
          </p:nvSpPr>
          <p:spPr>
            <a:xfrm>
              <a:off x="6583488" y="1074288"/>
              <a:ext cx="168650" cy="138575"/>
            </a:xfrm>
            <a:custGeom>
              <a:avLst/>
              <a:gdLst/>
              <a:ahLst/>
              <a:cxnLst/>
              <a:rect l="l" t="t" r="r" b="b"/>
              <a:pathLst>
                <a:path w="6746" h="5543" extrusionOk="0">
                  <a:moveTo>
                    <a:pt x="1955" y="1"/>
                  </a:moveTo>
                  <a:lnTo>
                    <a:pt x="1955" y="1"/>
                  </a:lnTo>
                  <a:cubicBezTo>
                    <a:pt x="0" y="2487"/>
                    <a:pt x="2106" y="5542"/>
                    <a:pt x="4647" y="5542"/>
                  </a:cubicBezTo>
                  <a:cubicBezTo>
                    <a:pt x="5339" y="5542"/>
                    <a:pt x="6062" y="5316"/>
                    <a:pt x="6746" y="4791"/>
                  </a:cubicBezTo>
                  <a:lnTo>
                    <a:pt x="1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0"/>
            <p:cNvSpPr/>
            <p:nvPr/>
          </p:nvSpPr>
          <p:spPr>
            <a:xfrm>
              <a:off x="6646188" y="1041888"/>
              <a:ext cx="138200" cy="137600"/>
            </a:xfrm>
            <a:custGeom>
              <a:avLst/>
              <a:gdLst/>
              <a:ahLst/>
              <a:cxnLst/>
              <a:rect l="l" t="t" r="r" b="b"/>
              <a:pathLst>
                <a:path w="5528" h="5504" extrusionOk="0">
                  <a:moveTo>
                    <a:pt x="2088" y="1"/>
                  </a:moveTo>
                  <a:cubicBezTo>
                    <a:pt x="1376" y="1"/>
                    <a:pt x="646" y="231"/>
                    <a:pt x="0" y="744"/>
                  </a:cubicBezTo>
                  <a:lnTo>
                    <a:pt x="4790" y="5503"/>
                  </a:lnTo>
                  <a:cubicBezTo>
                    <a:pt x="5251" y="4920"/>
                    <a:pt x="5527" y="4183"/>
                    <a:pt x="5527" y="3415"/>
                  </a:cubicBezTo>
                  <a:lnTo>
                    <a:pt x="5496" y="3415"/>
                  </a:lnTo>
                  <a:cubicBezTo>
                    <a:pt x="5496" y="1405"/>
                    <a:pt x="3847" y="1"/>
                    <a:pt x="2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4" name="Google Shape;3544;p70"/>
          <p:cNvGrpSpPr/>
          <p:nvPr/>
        </p:nvGrpSpPr>
        <p:grpSpPr>
          <a:xfrm>
            <a:off x="6903270" y="1439817"/>
            <a:ext cx="283355" cy="334416"/>
            <a:chOff x="7121363" y="1041963"/>
            <a:chExt cx="287875" cy="339750"/>
          </a:xfrm>
        </p:grpSpPr>
        <p:sp>
          <p:nvSpPr>
            <p:cNvPr id="3545" name="Google Shape;3545;p70"/>
            <p:cNvSpPr/>
            <p:nvPr/>
          </p:nvSpPr>
          <p:spPr>
            <a:xfrm>
              <a:off x="7121363" y="1065088"/>
              <a:ext cx="287875" cy="316625"/>
            </a:xfrm>
            <a:custGeom>
              <a:avLst/>
              <a:gdLst/>
              <a:ahLst/>
              <a:cxnLst/>
              <a:rect l="l" t="t" r="r" b="b"/>
              <a:pathLst>
                <a:path w="11515" h="12665" extrusionOk="0">
                  <a:moveTo>
                    <a:pt x="7062" y="0"/>
                  </a:moveTo>
                  <a:lnTo>
                    <a:pt x="7093" y="31"/>
                  </a:lnTo>
                  <a:lnTo>
                    <a:pt x="7093" y="3777"/>
                  </a:lnTo>
                  <a:cubicBezTo>
                    <a:pt x="8721" y="4944"/>
                    <a:pt x="7892" y="7523"/>
                    <a:pt x="5865" y="7554"/>
                  </a:cubicBezTo>
                  <a:cubicBezTo>
                    <a:pt x="5650" y="8014"/>
                    <a:pt x="5312" y="8414"/>
                    <a:pt x="4944" y="8751"/>
                  </a:cubicBezTo>
                  <a:cubicBezTo>
                    <a:pt x="4545" y="9058"/>
                    <a:pt x="4084" y="9304"/>
                    <a:pt x="3593" y="9458"/>
                  </a:cubicBezTo>
                  <a:cubicBezTo>
                    <a:pt x="3554" y="9467"/>
                    <a:pt x="3517" y="9471"/>
                    <a:pt x="3483" y="9471"/>
                  </a:cubicBezTo>
                  <a:cubicBezTo>
                    <a:pt x="3043" y="9471"/>
                    <a:pt x="2894" y="8804"/>
                    <a:pt x="3378" y="8690"/>
                  </a:cubicBezTo>
                  <a:cubicBezTo>
                    <a:pt x="3777" y="8536"/>
                    <a:pt x="4115" y="8352"/>
                    <a:pt x="4422" y="8107"/>
                  </a:cubicBezTo>
                  <a:cubicBezTo>
                    <a:pt x="4667" y="7892"/>
                    <a:pt x="4882" y="7646"/>
                    <a:pt x="5036" y="7400"/>
                  </a:cubicBezTo>
                  <a:cubicBezTo>
                    <a:pt x="3531" y="6786"/>
                    <a:pt x="3255" y="4729"/>
                    <a:pt x="4575" y="3777"/>
                  </a:cubicBezTo>
                  <a:lnTo>
                    <a:pt x="4575" y="246"/>
                  </a:lnTo>
                  <a:cubicBezTo>
                    <a:pt x="2242" y="1075"/>
                    <a:pt x="891" y="3501"/>
                    <a:pt x="1351" y="5957"/>
                  </a:cubicBezTo>
                  <a:lnTo>
                    <a:pt x="369" y="6940"/>
                  </a:lnTo>
                  <a:cubicBezTo>
                    <a:pt x="0" y="7308"/>
                    <a:pt x="31" y="7922"/>
                    <a:pt x="430" y="8260"/>
                  </a:cubicBezTo>
                  <a:cubicBezTo>
                    <a:pt x="645" y="8475"/>
                    <a:pt x="921" y="8659"/>
                    <a:pt x="1198" y="8751"/>
                  </a:cubicBezTo>
                  <a:cubicBezTo>
                    <a:pt x="1320" y="9519"/>
                    <a:pt x="1597" y="10225"/>
                    <a:pt x="1996" y="10901"/>
                  </a:cubicBezTo>
                  <a:cubicBezTo>
                    <a:pt x="2217" y="11287"/>
                    <a:pt x="2635" y="11524"/>
                    <a:pt x="3074" y="11524"/>
                  </a:cubicBezTo>
                  <a:cubicBezTo>
                    <a:pt x="3124" y="11524"/>
                    <a:pt x="3174" y="11521"/>
                    <a:pt x="3224" y="11515"/>
                  </a:cubicBezTo>
                  <a:lnTo>
                    <a:pt x="3992" y="11392"/>
                  </a:lnTo>
                  <a:lnTo>
                    <a:pt x="4145" y="12313"/>
                  </a:lnTo>
                  <a:cubicBezTo>
                    <a:pt x="4172" y="12522"/>
                    <a:pt x="4331" y="12665"/>
                    <a:pt x="4510" y="12665"/>
                  </a:cubicBezTo>
                  <a:cubicBezTo>
                    <a:pt x="4542" y="12665"/>
                    <a:pt x="4574" y="12660"/>
                    <a:pt x="4606" y="12651"/>
                  </a:cubicBezTo>
                  <a:lnTo>
                    <a:pt x="8782" y="12651"/>
                  </a:lnTo>
                  <a:cubicBezTo>
                    <a:pt x="8796" y="12653"/>
                    <a:pt x="8810" y="12653"/>
                    <a:pt x="8824" y="12653"/>
                  </a:cubicBezTo>
                  <a:cubicBezTo>
                    <a:pt x="9077" y="12653"/>
                    <a:pt x="9239" y="12393"/>
                    <a:pt x="9181" y="12160"/>
                  </a:cubicBezTo>
                  <a:cubicBezTo>
                    <a:pt x="9181" y="12160"/>
                    <a:pt x="8843" y="10624"/>
                    <a:pt x="9857" y="8536"/>
                  </a:cubicBezTo>
                  <a:cubicBezTo>
                    <a:pt x="10072" y="8107"/>
                    <a:pt x="10317" y="7707"/>
                    <a:pt x="10594" y="7308"/>
                  </a:cubicBezTo>
                  <a:cubicBezTo>
                    <a:pt x="11085" y="6602"/>
                    <a:pt x="11515" y="5865"/>
                    <a:pt x="11515" y="5005"/>
                  </a:cubicBezTo>
                  <a:cubicBezTo>
                    <a:pt x="11515" y="2487"/>
                    <a:pt x="9519" y="369"/>
                    <a:pt x="70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0"/>
            <p:cNvSpPr/>
            <p:nvPr/>
          </p:nvSpPr>
          <p:spPr>
            <a:xfrm>
              <a:off x="7227288" y="1168563"/>
              <a:ext cx="72175" cy="64650"/>
            </a:xfrm>
            <a:custGeom>
              <a:avLst/>
              <a:gdLst/>
              <a:ahLst/>
              <a:cxnLst/>
              <a:rect l="l" t="t" r="r" b="b"/>
              <a:pathLst>
                <a:path w="2887" h="2586" extrusionOk="0">
                  <a:moveTo>
                    <a:pt x="1568" y="1"/>
                  </a:moveTo>
                  <a:cubicBezTo>
                    <a:pt x="1329" y="1"/>
                    <a:pt x="1084" y="69"/>
                    <a:pt x="860" y="221"/>
                  </a:cubicBezTo>
                  <a:cubicBezTo>
                    <a:pt x="1" y="805"/>
                    <a:pt x="123" y="2125"/>
                    <a:pt x="1106" y="2524"/>
                  </a:cubicBezTo>
                  <a:cubicBezTo>
                    <a:pt x="1167" y="2279"/>
                    <a:pt x="1198" y="2002"/>
                    <a:pt x="1198" y="1757"/>
                  </a:cubicBezTo>
                  <a:cubicBezTo>
                    <a:pt x="1198" y="1496"/>
                    <a:pt x="1398" y="1365"/>
                    <a:pt x="1597" y="1365"/>
                  </a:cubicBezTo>
                  <a:cubicBezTo>
                    <a:pt x="1797" y="1365"/>
                    <a:pt x="1996" y="1496"/>
                    <a:pt x="1996" y="1757"/>
                  </a:cubicBezTo>
                  <a:cubicBezTo>
                    <a:pt x="1996" y="2033"/>
                    <a:pt x="1966" y="2309"/>
                    <a:pt x="1904" y="2586"/>
                  </a:cubicBezTo>
                  <a:cubicBezTo>
                    <a:pt x="2488" y="2432"/>
                    <a:pt x="2887" y="1910"/>
                    <a:pt x="2887" y="1327"/>
                  </a:cubicBezTo>
                  <a:cubicBezTo>
                    <a:pt x="2887" y="555"/>
                    <a:pt x="2249" y="1"/>
                    <a:pt x="1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0"/>
            <p:cNvSpPr/>
            <p:nvPr/>
          </p:nvSpPr>
          <p:spPr>
            <a:xfrm>
              <a:off x="7255688" y="1041963"/>
              <a:ext cx="22300" cy="108350"/>
            </a:xfrm>
            <a:custGeom>
              <a:avLst/>
              <a:gdLst/>
              <a:ahLst/>
              <a:cxnLst/>
              <a:rect l="l" t="t" r="r" b="b"/>
              <a:pathLst>
                <a:path w="892" h="4334" extrusionOk="0">
                  <a:moveTo>
                    <a:pt x="353" y="1"/>
                  </a:moveTo>
                  <a:cubicBezTo>
                    <a:pt x="159" y="1"/>
                    <a:pt x="1" y="176"/>
                    <a:pt x="1" y="403"/>
                  </a:cubicBezTo>
                  <a:lnTo>
                    <a:pt x="1" y="4334"/>
                  </a:lnTo>
                  <a:cubicBezTo>
                    <a:pt x="154" y="4303"/>
                    <a:pt x="308" y="4287"/>
                    <a:pt x="457" y="4287"/>
                  </a:cubicBezTo>
                  <a:cubicBezTo>
                    <a:pt x="607" y="4287"/>
                    <a:pt x="753" y="4303"/>
                    <a:pt x="891" y="4334"/>
                  </a:cubicBezTo>
                  <a:lnTo>
                    <a:pt x="891" y="403"/>
                  </a:lnTo>
                  <a:cubicBezTo>
                    <a:pt x="891" y="188"/>
                    <a:pt x="738" y="4"/>
                    <a:pt x="523" y="4"/>
                  </a:cubicBezTo>
                  <a:lnTo>
                    <a:pt x="400" y="4"/>
                  </a:lnTo>
                  <a:cubicBezTo>
                    <a:pt x="384" y="2"/>
                    <a:pt x="368"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8" name="Google Shape;3548;p70"/>
          <p:cNvGrpSpPr/>
          <p:nvPr/>
        </p:nvGrpSpPr>
        <p:grpSpPr>
          <a:xfrm>
            <a:off x="7541342" y="1455800"/>
            <a:ext cx="335523" cy="302451"/>
            <a:chOff x="7803788" y="1041863"/>
            <a:chExt cx="340875" cy="307275"/>
          </a:xfrm>
        </p:grpSpPr>
        <p:sp>
          <p:nvSpPr>
            <p:cNvPr id="3549" name="Google Shape;3549;p70"/>
            <p:cNvSpPr/>
            <p:nvPr/>
          </p:nvSpPr>
          <p:spPr>
            <a:xfrm>
              <a:off x="7946588" y="1114988"/>
              <a:ext cx="54525" cy="54525"/>
            </a:xfrm>
            <a:custGeom>
              <a:avLst/>
              <a:gdLst/>
              <a:ahLst/>
              <a:cxnLst/>
              <a:rect l="l" t="t" r="r" b="b"/>
              <a:pathLst>
                <a:path w="2181" h="2181" extrusionOk="0">
                  <a:moveTo>
                    <a:pt x="1105" y="0"/>
                  </a:moveTo>
                  <a:cubicBezTo>
                    <a:pt x="491" y="0"/>
                    <a:pt x="0" y="491"/>
                    <a:pt x="0" y="1105"/>
                  </a:cubicBezTo>
                  <a:cubicBezTo>
                    <a:pt x="0" y="1689"/>
                    <a:pt x="491" y="2180"/>
                    <a:pt x="1105" y="2180"/>
                  </a:cubicBezTo>
                  <a:cubicBezTo>
                    <a:pt x="1689" y="2180"/>
                    <a:pt x="2180" y="1689"/>
                    <a:pt x="2180" y="1105"/>
                  </a:cubicBezTo>
                  <a:cubicBezTo>
                    <a:pt x="2180" y="491"/>
                    <a:pt x="1689" y="0"/>
                    <a:pt x="1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0"/>
            <p:cNvSpPr/>
            <p:nvPr/>
          </p:nvSpPr>
          <p:spPr>
            <a:xfrm>
              <a:off x="7873638" y="1041863"/>
              <a:ext cx="201150" cy="264675"/>
            </a:xfrm>
            <a:custGeom>
              <a:avLst/>
              <a:gdLst/>
              <a:ahLst/>
              <a:cxnLst/>
              <a:rect l="l" t="t" r="r" b="b"/>
              <a:pathLst>
                <a:path w="8046" h="10587" extrusionOk="0">
                  <a:moveTo>
                    <a:pt x="3991" y="2135"/>
                  </a:moveTo>
                  <a:cubicBezTo>
                    <a:pt x="4964" y="2135"/>
                    <a:pt x="5897" y="2885"/>
                    <a:pt x="5897" y="4030"/>
                  </a:cubicBezTo>
                  <a:cubicBezTo>
                    <a:pt x="5897" y="5074"/>
                    <a:pt x="5067" y="5904"/>
                    <a:pt x="4023" y="5904"/>
                  </a:cubicBezTo>
                  <a:cubicBezTo>
                    <a:pt x="2335" y="5904"/>
                    <a:pt x="1506" y="3877"/>
                    <a:pt x="2672" y="2679"/>
                  </a:cubicBezTo>
                  <a:cubicBezTo>
                    <a:pt x="3058" y="2304"/>
                    <a:pt x="3529" y="2135"/>
                    <a:pt x="3991" y="2135"/>
                  </a:cubicBezTo>
                  <a:close/>
                  <a:moveTo>
                    <a:pt x="4023" y="0"/>
                  </a:moveTo>
                  <a:cubicBezTo>
                    <a:pt x="2312" y="0"/>
                    <a:pt x="600" y="1037"/>
                    <a:pt x="124" y="3109"/>
                  </a:cubicBezTo>
                  <a:cubicBezTo>
                    <a:pt x="32" y="3447"/>
                    <a:pt x="1" y="3785"/>
                    <a:pt x="1" y="4123"/>
                  </a:cubicBezTo>
                  <a:cubicBezTo>
                    <a:pt x="124" y="4952"/>
                    <a:pt x="400" y="5750"/>
                    <a:pt x="830" y="6426"/>
                  </a:cubicBezTo>
                  <a:cubicBezTo>
                    <a:pt x="1690" y="7869"/>
                    <a:pt x="2642" y="9189"/>
                    <a:pt x="3716" y="10448"/>
                  </a:cubicBezTo>
                  <a:cubicBezTo>
                    <a:pt x="3793" y="10540"/>
                    <a:pt x="3908" y="10586"/>
                    <a:pt x="4023" y="10586"/>
                  </a:cubicBezTo>
                  <a:cubicBezTo>
                    <a:pt x="4139" y="10586"/>
                    <a:pt x="4254" y="10540"/>
                    <a:pt x="4331" y="10448"/>
                  </a:cubicBezTo>
                  <a:cubicBezTo>
                    <a:pt x="5067" y="9588"/>
                    <a:pt x="5743" y="8667"/>
                    <a:pt x="6388" y="7715"/>
                  </a:cubicBezTo>
                  <a:cubicBezTo>
                    <a:pt x="7002" y="6825"/>
                    <a:pt x="7831" y="5443"/>
                    <a:pt x="8015" y="4368"/>
                  </a:cubicBezTo>
                  <a:cubicBezTo>
                    <a:pt x="8046" y="3938"/>
                    <a:pt x="8015" y="3539"/>
                    <a:pt x="7923" y="3109"/>
                  </a:cubicBezTo>
                  <a:cubicBezTo>
                    <a:pt x="7447" y="1037"/>
                    <a:pt x="5735" y="0"/>
                    <a:pt x="4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0"/>
            <p:cNvSpPr/>
            <p:nvPr/>
          </p:nvSpPr>
          <p:spPr>
            <a:xfrm>
              <a:off x="7803788" y="1169088"/>
              <a:ext cx="340875" cy="180050"/>
            </a:xfrm>
            <a:custGeom>
              <a:avLst/>
              <a:gdLst/>
              <a:ahLst/>
              <a:cxnLst/>
              <a:rect l="l" t="t" r="r" b="b"/>
              <a:pathLst>
                <a:path w="13635" h="7202" extrusionOk="0">
                  <a:moveTo>
                    <a:pt x="400" y="1"/>
                  </a:moveTo>
                  <a:cubicBezTo>
                    <a:pt x="200" y="1"/>
                    <a:pt x="1" y="139"/>
                    <a:pt x="1" y="415"/>
                  </a:cubicBezTo>
                  <a:cubicBezTo>
                    <a:pt x="31" y="4161"/>
                    <a:pt x="3071" y="7201"/>
                    <a:pt x="6817" y="7201"/>
                  </a:cubicBezTo>
                  <a:cubicBezTo>
                    <a:pt x="8905" y="7201"/>
                    <a:pt x="10901" y="6249"/>
                    <a:pt x="12191" y="4561"/>
                  </a:cubicBezTo>
                  <a:cubicBezTo>
                    <a:pt x="13112" y="3394"/>
                    <a:pt x="13634" y="1920"/>
                    <a:pt x="13634" y="415"/>
                  </a:cubicBezTo>
                  <a:cubicBezTo>
                    <a:pt x="13634" y="200"/>
                    <a:pt x="13450" y="47"/>
                    <a:pt x="13235" y="47"/>
                  </a:cubicBezTo>
                  <a:lnTo>
                    <a:pt x="13204" y="16"/>
                  </a:lnTo>
                  <a:cubicBezTo>
                    <a:pt x="12989" y="16"/>
                    <a:pt x="12836" y="200"/>
                    <a:pt x="12836" y="415"/>
                  </a:cubicBezTo>
                  <a:cubicBezTo>
                    <a:pt x="12836" y="1613"/>
                    <a:pt x="12467" y="2780"/>
                    <a:pt x="11761" y="3762"/>
                  </a:cubicBezTo>
                  <a:cubicBezTo>
                    <a:pt x="11208" y="3363"/>
                    <a:pt x="10625" y="3087"/>
                    <a:pt x="9980" y="2872"/>
                  </a:cubicBezTo>
                  <a:cubicBezTo>
                    <a:pt x="9305" y="3916"/>
                    <a:pt x="8537" y="4898"/>
                    <a:pt x="7708" y="5881"/>
                  </a:cubicBezTo>
                  <a:cubicBezTo>
                    <a:pt x="7478" y="6142"/>
                    <a:pt x="7148" y="6272"/>
                    <a:pt x="6814" y="6272"/>
                  </a:cubicBezTo>
                  <a:cubicBezTo>
                    <a:pt x="6480" y="6272"/>
                    <a:pt x="6142" y="6142"/>
                    <a:pt x="5896" y="5881"/>
                  </a:cubicBezTo>
                  <a:cubicBezTo>
                    <a:pt x="5098" y="4898"/>
                    <a:pt x="4330" y="3916"/>
                    <a:pt x="3655" y="2872"/>
                  </a:cubicBezTo>
                  <a:cubicBezTo>
                    <a:pt x="3010" y="3087"/>
                    <a:pt x="2396" y="3394"/>
                    <a:pt x="1874" y="3762"/>
                  </a:cubicBezTo>
                  <a:cubicBezTo>
                    <a:pt x="1168" y="2780"/>
                    <a:pt x="799" y="1613"/>
                    <a:pt x="799" y="415"/>
                  </a:cubicBezTo>
                  <a:cubicBezTo>
                    <a:pt x="799" y="139"/>
                    <a:pt x="59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70"/>
          <p:cNvGrpSpPr/>
          <p:nvPr/>
        </p:nvGrpSpPr>
        <p:grpSpPr>
          <a:xfrm>
            <a:off x="842984" y="2120645"/>
            <a:ext cx="345514" cy="312614"/>
            <a:chOff x="997813" y="1722038"/>
            <a:chExt cx="351025" cy="317600"/>
          </a:xfrm>
        </p:grpSpPr>
        <p:sp>
          <p:nvSpPr>
            <p:cNvPr id="3553" name="Google Shape;3553;p70"/>
            <p:cNvSpPr/>
            <p:nvPr/>
          </p:nvSpPr>
          <p:spPr>
            <a:xfrm>
              <a:off x="1089938" y="1807388"/>
              <a:ext cx="65275" cy="62025"/>
            </a:xfrm>
            <a:custGeom>
              <a:avLst/>
              <a:gdLst/>
              <a:ahLst/>
              <a:cxnLst/>
              <a:rect l="l" t="t" r="r" b="b"/>
              <a:pathLst>
                <a:path w="2611" h="2481" extrusionOk="0">
                  <a:moveTo>
                    <a:pt x="2088" y="1"/>
                  </a:moveTo>
                  <a:cubicBezTo>
                    <a:pt x="921" y="1"/>
                    <a:pt x="0" y="922"/>
                    <a:pt x="0" y="2089"/>
                  </a:cubicBezTo>
                  <a:cubicBezTo>
                    <a:pt x="0" y="2350"/>
                    <a:pt x="200" y="2480"/>
                    <a:pt x="399" y="2480"/>
                  </a:cubicBezTo>
                  <a:cubicBezTo>
                    <a:pt x="599" y="2480"/>
                    <a:pt x="798" y="2350"/>
                    <a:pt x="798" y="2089"/>
                  </a:cubicBezTo>
                  <a:cubicBezTo>
                    <a:pt x="798" y="1352"/>
                    <a:pt x="1351" y="799"/>
                    <a:pt x="2088" y="799"/>
                  </a:cubicBezTo>
                  <a:cubicBezTo>
                    <a:pt x="2610" y="799"/>
                    <a:pt x="2610" y="1"/>
                    <a:pt x="2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0"/>
            <p:cNvSpPr/>
            <p:nvPr/>
          </p:nvSpPr>
          <p:spPr>
            <a:xfrm>
              <a:off x="1046938" y="1764413"/>
              <a:ext cx="108275" cy="105000"/>
            </a:xfrm>
            <a:custGeom>
              <a:avLst/>
              <a:gdLst/>
              <a:ahLst/>
              <a:cxnLst/>
              <a:rect l="l" t="t" r="r" b="b"/>
              <a:pathLst>
                <a:path w="4331" h="4200" extrusionOk="0">
                  <a:moveTo>
                    <a:pt x="3808" y="0"/>
                  </a:moveTo>
                  <a:cubicBezTo>
                    <a:pt x="1720" y="0"/>
                    <a:pt x="1" y="1720"/>
                    <a:pt x="1" y="3808"/>
                  </a:cubicBezTo>
                  <a:cubicBezTo>
                    <a:pt x="1" y="4069"/>
                    <a:pt x="200" y="4199"/>
                    <a:pt x="400" y="4199"/>
                  </a:cubicBezTo>
                  <a:cubicBezTo>
                    <a:pt x="599" y="4199"/>
                    <a:pt x="799" y="4069"/>
                    <a:pt x="799" y="3808"/>
                  </a:cubicBezTo>
                  <a:cubicBezTo>
                    <a:pt x="799" y="2150"/>
                    <a:pt x="2150" y="799"/>
                    <a:pt x="3808" y="799"/>
                  </a:cubicBezTo>
                  <a:cubicBezTo>
                    <a:pt x="4330" y="799"/>
                    <a:pt x="4330" y="0"/>
                    <a:pt x="3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0"/>
            <p:cNvSpPr/>
            <p:nvPr/>
          </p:nvSpPr>
          <p:spPr>
            <a:xfrm>
              <a:off x="1003963" y="1722188"/>
              <a:ext cx="151250" cy="147225"/>
            </a:xfrm>
            <a:custGeom>
              <a:avLst/>
              <a:gdLst/>
              <a:ahLst/>
              <a:cxnLst/>
              <a:rect l="l" t="t" r="r" b="b"/>
              <a:pathLst>
                <a:path w="6050" h="5889" extrusionOk="0">
                  <a:moveTo>
                    <a:pt x="5527" y="0"/>
                  </a:moveTo>
                  <a:cubicBezTo>
                    <a:pt x="2487" y="0"/>
                    <a:pt x="0" y="2457"/>
                    <a:pt x="0" y="5497"/>
                  </a:cubicBezTo>
                  <a:cubicBezTo>
                    <a:pt x="0" y="5758"/>
                    <a:pt x="200" y="5888"/>
                    <a:pt x="399" y="5888"/>
                  </a:cubicBezTo>
                  <a:cubicBezTo>
                    <a:pt x="599" y="5888"/>
                    <a:pt x="798" y="5758"/>
                    <a:pt x="798" y="5497"/>
                  </a:cubicBezTo>
                  <a:cubicBezTo>
                    <a:pt x="798" y="2887"/>
                    <a:pt x="2917" y="799"/>
                    <a:pt x="5527" y="799"/>
                  </a:cubicBezTo>
                  <a:cubicBezTo>
                    <a:pt x="6049" y="799"/>
                    <a:pt x="6049" y="0"/>
                    <a:pt x="5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0"/>
            <p:cNvSpPr/>
            <p:nvPr/>
          </p:nvSpPr>
          <p:spPr>
            <a:xfrm>
              <a:off x="997813" y="1722038"/>
              <a:ext cx="351025" cy="317600"/>
            </a:xfrm>
            <a:custGeom>
              <a:avLst/>
              <a:gdLst/>
              <a:ahLst/>
              <a:cxnLst/>
              <a:rect l="l" t="t" r="r" b="b"/>
              <a:pathLst>
                <a:path w="14041" h="12704" extrusionOk="0">
                  <a:moveTo>
                    <a:pt x="9079" y="5349"/>
                  </a:moveTo>
                  <a:cubicBezTo>
                    <a:pt x="9396" y="5349"/>
                    <a:pt x="9528" y="6118"/>
                    <a:pt x="9112" y="6118"/>
                  </a:cubicBezTo>
                  <a:cubicBezTo>
                    <a:pt x="9104" y="6118"/>
                    <a:pt x="9097" y="6117"/>
                    <a:pt x="9089" y="6117"/>
                  </a:cubicBezTo>
                  <a:cubicBezTo>
                    <a:pt x="8721" y="6055"/>
                    <a:pt x="8629" y="5564"/>
                    <a:pt x="8967" y="5380"/>
                  </a:cubicBezTo>
                  <a:cubicBezTo>
                    <a:pt x="9006" y="5359"/>
                    <a:pt x="9044" y="5349"/>
                    <a:pt x="9079" y="5349"/>
                  </a:cubicBezTo>
                  <a:close/>
                  <a:moveTo>
                    <a:pt x="9392" y="1"/>
                  </a:moveTo>
                  <a:cubicBezTo>
                    <a:pt x="8941" y="1"/>
                    <a:pt x="8494" y="251"/>
                    <a:pt x="8291" y="713"/>
                  </a:cubicBezTo>
                  <a:lnTo>
                    <a:pt x="7308" y="2893"/>
                  </a:lnTo>
                  <a:cubicBezTo>
                    <a:pt x="7093" y="3353"/>
                    <a:pt x="7186" y="3875"/>
                    <a:pt x="7554" y="4244"/>
                  </a:cubicBezTo>
                  <a:cubicBezTo>
                    <a:pt x="7738" y="4459"/>
                    <a:pt x="7738" y="4797"/>
                    <a:pt x="7554" y="5011"/>
                  </a:cubicBezTo>
                  <a:lnTo>
                    <a:pt x="4883" y="7591"/>
                  </a:lnTo>
                  <a:lnTo>
                    <a:pt x="4514" y="7192"/>
                  </a:lnTo>
                  <a:cubicBezTo>
                    <a:pt x="4279" y="6976"/>
                    <a:pt x="3983" y="6861"/>
                    <a:pt x="3687" y="6861"/>
                  </a:cubicBezTo>
                  <a:cubicBezTo>
                    <a:pt x="3518" y="6861"/>
                    <a:pt x="3350" y="6899"/>
                    <a:pt x="3194" y="6977"/>
                  </a:cubicBezTo>
                  <a:lnTo>
                    <a:pt x="952" y="7898"/>
                  </a:lnTo>
                  <a:cubicBezTo>
                    <a:pt x="185" y="8236"/>
                    <a:pt x="0" y="9249"/>
                    <a:pt x="584" y="9863"/>
                  </a:cubicBezTo>
                  <a:lnTo>
                    <a:pt x="2887" y="12104"/>
                  </a:lnTo>
                  <a:cubicBezTo>
                    <a:pt x="3286" y="12504"/>
                    <a:pt x="3800" y="12703"/>
                    <a:pt x="4311" y="12703"/>
                  </a:cubicBezTo>
                  <a:cubicBezTo>
                    <a:pt x="4821" y="12703"/>
                    <a:pt x="5328" y="12504"/>
                    <a:pt x="5712" y="12104"/>
                  </a:cubicBezTo>
                  <a:lnTo>
                    <a:pt x="12375" y="5441"/>
                  </a:lnTo>
                  <a:cubicBezTo>
                    <a:pt x="13081" y="4735"/>
                    <a:pt x="13173" y="3660"/>
                    <a:pt x="12590" y="2862"/>
                  </a:cubicBezTo>
                  <a:lnTo>
                    <a:pt x="13726" y="1726"/>
                  </a:lnTo>
                  <a:cubicBezTo>
                    <a:pt x="14041" y="1460"/>
                    <a:pt x="13783" y="1041"/>
                    <a:pt x="13464" y="1041"/>
                  </a:cubicBezTo>
                  <a:cubicBezTo>
                    <a:pt x="13378" y="1041"/>
                    <a:pt x="13288" y="1071"/>
                    <a:pt x="13204" y="1143"/>
                  </a:cubicBezTo>
                  <a:cubicBezTo>
                    <a:pt x="13173" y="1173"/>
                    <a:pt x="13388" y="958"/>
                    <a:pt x="10072" y="4275"/>
                  </a:cubicBezTo>
                  <a:cubicBezTo>
                    <a:pt x="9989" y="4357"/>
                    <a:pt x="9896" y="4392"/>
                    <a:pt x="9805" y="4392"/>
                  </a:cubicBezTo>
                  <a:cubicBezTo>
                    <a:pt x="9491" y="4392"/>
                    <a:pt x="9210" y="3977"/>
                    <a:pt x="9519" y="3691"/>
                  </a:cubicBezTo>
                  <a:lnTo>
                    <a:pt x="11515" y="1695"/>
                  </a:lnTo>
                  <a:lnTo>
                    <a:pt x="10225" y="344"/>
                  </a:lnTo>
                  <a:cubicBezTo>
                    <a:pt x="9993" y="111"/>
                    <a:pt x="9691" y="1"/>
                    <a:pt x="9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7" name="Google Shape;3557;p70"/>
          <p:cNvGrpSpPr/>
          <p:nvPr/>
        </p:nvGrpSpPr>
        <p:grpSpPr>
          <a:xfrm>
            <a:off x="1518103" y="2125924"/>
            <a:ext cx="334760" cy="302057"/>
            <a:chOff x="1684088" y="1722388"/>
            <a:chExt cx="340100" cy="306875"/>
          </a:xfrm>
        </p:grpSpPr>
        <p:sp>
          <p:nvSpPr>
            <p:cNvPr id="3558" name="Google Shape;3558;p70"/>
            <p:cNvSpPr/>
            <p:nvPr/>
          </p:nvSpPr>
          <p:spPr>
            <a:xfrm>
              <a:off x="1684088" y="1722388"/>
              <a:ext cx="340100" cy="95000"/>
            </a:xfrm>
            <a:custGeom>
              <a:avLst/>
              <a:gdLst/>
              <a:ahLst/>
              <a:cxnLst/>
              <a:rect l="l" t="t" r="r" b="b"/>
              <a:pathLst>
                <a:path w="13604" h="3800" extrusionOk="0">
                  <a:moveTo>
                    <a:pt x="2549" y="0"/>
                  </a:moveTo>
                  <a:cubicBezTo>
                    <a:pt x="2350" y="0"/>
                    <a:pt x="2150" y="131"/>
                    <a:pt x="2150" y="392"/>
                  </a:cubicBezTo>
                  <a:lnTo>
                    <a:pt x="2150" y="1067"/>
                  </a:lnTo>
                  <a:lnTo>
                    <a:pt x="1198" y="1067"/>
                  </a:lnTo>
                  <a:cubicBezTo>
                    <a:pt x="553" y="1067"/>
                    <a:pt x="1" y="1589"/>
                    <a:pt x="1" y="2234"/>
                  </a:cubicBezTo>
                  <a:lnTo>
                    <a:pt x="1" y="3800"/>
                  </a:lnTo>
                  <a:lnTo>
                    <a:pt x="13603" y="3800"/>
                  </a:lnTo>
                  <a:lnTo>
                    <a:pt x="13603" y="2234"/>
                  </a:lnTo>
                  <a:cubicBezTo>
                    <a:pt x="13603" y="1589"/>
                    <a:pt x="13051" y="1067"/>
                    <a:pt x="12406" y="1067"/>
                  </a:cubicBezTo>
                  <a:lnTo>
                    <a:pt x="12252" y="1067"/>
                  </a:lnTo>
                  <a:lnTo>
                    <a:pt x="12252" y="2510"/>
                  </a:lnTo>
                  <a:cubicBezTo>
                    <a:pt x="12252" y="2771"/>
                    <a:pt x="12053" y="2902"/>
                    <a:pt x="11853" y="2902"/>
                  </a:cubicBezTo>
                  <a:cubicBezTo>
                    <a:pt x="11653" y="2902"/>
                    <a:pt x="11454" y="2771"/>
                    <a:pt x="11454" y="2510"/>
                  </a:cubicBezTo>
                  <a:lnTo>
                    <a:pt x="11454" y="392"/>
                  </a:lnTo>
                  <a:cubicBezTo>
                    <a:pt x="11454" y="131"/>
                    <a:pt x="11254" y="0"/>
                    <a:pt x="11055" y="0"/>
                  </a:cubicBezTo>
                  <a:cubicBezTo>
                    <a:pt x="10855" y="0"/>
                    <a:pt x="10655" y="131"/>
                    <a:pt x="10655" y="392"/>
                  </a:cubicBezTo>
                  <a:lnTo>
                    <a:pt x="10655" y="1067"/>
                  </a:lnTo>
                  <a:lnTo>
                    <a:pt x="7984" y="1067"/>
                  </a:lnTo>
                  <a:lnTo>
                    <a:pt x="7984" y="2510"/>
                  </a:lnTo>
                  <a:cubicBezTo>
                    <a:pt x="7984" y="2771"/>
                    <a:pt x="7784" y="2902"/>
                    <a:pt x="7585" y="2902"/>
                  </a:cubicBezTo>
                  <a:cubicBezTo>
                    <a:pt x="7385" y="2902"/>
                    <a:pt x="7186" y="2771"/>
                    <a:pt x="7186" y="2510"/>
                  </a:cubicBezTo>
                  <a:lnTo>
                    <a:pt x="7186" y="392"/>
                  </a:lnTo>
                  <a:cubicBezTo>
                    <a:pt x="7186" y="131"/>
                    <a:pt x="6986" y="0"/>
                    <a:pt x="6787" y="0"/>
                  </a:cubicBezTo>
                  <a:cubicBezTo>
                    <a:pt x="6587" y="0"/>
                    <a:pt x="6387" y="131"/>
                    <a:pt x="6387" y="392"/>
                  </a:cubicBezTo>
                  <a:lnTo>
                    <a:pt x="6387" y="1067"/>
                  </a:lnTo>
                  <a:lnTo>
                    <a:pt x="3747" y="1067"/>
                  </a:lnTo>
                  <a:lnTo>
                    <a:pt x="3747" y="2510"/>
                  </a:lnTo>
                  <a:cubicBezTo>
                    <a:pt x="3747" y="2771"/>
                    <a:pt x="3547" y="2902"/>
                    <a:pt x="3347" y="2902"/>
                  </a:cubicBezTo>
                  <a:cubicBezTo>
                    <a:pt x="3148" y="2902"/>
                    <a:pt x="2948" y="2771"/>
                    <a:pt x="2948" y="2510"/>
                  </a:cubicBezTo>
                  <a:lnTo>
                    <a:pt x="2948" y="392"/>
                  </a:lnTo>
                  <a:cubicBezTo>
                    <a:pt x="2948" y="131"/>
                    <a:pt x="2749" y="0"/>
                    <a:pt x="2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0"/>
            <p:cNvSpPr/>
            <p:nvPr/>
          </p:nvSpPr>
          <p:spPr>
            <a:xfrm>
              <a:off x="1684088" y="1837338"/>
              <a:ext cx="340100" cy="191925"/>
            </a:xfrm>
            <a:custGeom>
              <a:avLst/>
              <a:gdLst/>
              <a:ahLst/>
              <a:cxnLst/>
              <a:rect l="l" t="t" r="r" b="b"/>
              <a:pathLst>
                <a:path w="13604" h="7677" extrusionOk="0">
                  <a:moveTo>
                    <a:pt x="3808" y="1351"/>
                  </a:moveTo>
                  <a:cubicBezTo>
                    <a:pt x="4361" y="1351"/>
                    <a:pt x="4361" y="2150"/>
                    <a:pt x="3808" y="2150"/>
                  </a:cubicBezTo>
                  <a:lnTo>
                    <a:pt x="2979" y="2150"/>
                  </a:lnTo>
                  <a:cubicBezTo>
                    <a:pt x="2426" y="2150"/>
                    <a:pt x="2426" y="1351"/>
                    <a:pt x="2979" y="1351"/>
                  </a:cubicBezTo>
                  <a:close/>
                  <a:moveTo>
                    <a:pt x="7216" y="1351"/>
                  </a:moveTo>
                  <a:cubicBezTo>
                    <a:pt x="7738" y="1351"/>
                    <a:pt x="7738" y="2150"/>
                    <a:pt x="7216" y="2150"/>
                  </a:cubicBezTo>
                  <a:lnTo>
                    <a:pt x="6387" y="2150"/>
                  </a:lnTo>
                  <a:cubicBezTo>
                    <a:pt x="5835" y="2150"/>
                    <a:pt x="5835" y="1351"/>
                    <a:pt x="6387" y="1351"/>
                  </a:cubicBezTo>
                  <a:close/>
                  <a:moveTo>
                    <a:pt x="10625" y="1351"/>
                  </a:moveTo>
                  <a:cubicBezTo>
                    <a:pt x="11147" y="1351"/>
                    <a:pt x="11147" y="2150"/>
                    <a:pt x="10625" y="2150"/>
                  </a:cubicBezTo>
                  <a:lnTo>
                    <a:pt x="9765" y="2150"/>
                  </a:lnTo>
                  <a:cubicBezTo>
                    <a:pt x="9243" y="2150"/>
                    <a:pt x="9243" y="1351"/>
                    <a:pt x="9765" y="1351"/>
                  </a:cubicBezTo>
                  <a:close/>
                  <a:moveTo>
                    <a:pt x="3808" y="3040"/>
                  </a:moveTo>
                  <a:cubicBezTo>
                    <a:pt x="4361" y="3040"/>
                    <a:pt x="4361" y="3838"/>
                    <a:pt x="3808" y="3838"/>
                  </a:cubicBezTo>
                  <a:lnTo>
                    <a:pt x="2979" y="3838"/>
                  </a:lnTo>
                  <a:cubicBezTo>
                    <a:pt x="2426" y="3838"/>
                    <a:pt x="2426" y="3040"/>
                    <a:pt x="2979" y="3040"/>
                  </a:cubicBezTo>
                  <a:close/>
                  <a:moveTo>
                    <a:pt x="7216" y="3040"/>
                  </a:moveTo>
                  <a:cubicBezTo>
                    <a:pt x="7738" y="3040"/>
                    <a:pt x="7738" y="3838"/>
                    <a:pt x="7216" y="3838"/>
                  </a:cubicBezTo>
                  <a:lnTo>
                    <a:pt x="6387" y="3838"/>
                  </a:lnTo>
                  <a:cubicBezTo>
                    <a:pt x="5835" y="3838"/>
                    <a:pt x="5835" y="3040"/>
                    <a:pt x="6387" y="3040"/>
                  </a:cubicBezTo>
                  <a:close/>
                  <a:moveTo>
                    <a:pt x="10625" y="3040"/>
                  </a:moveTo>
                  <a:cubicBezTo>
                    <a:pt x="11147" y="3040"/>
                    <a:pt x="11147" y="3838"/>
                    <a:pt x="10625" y="3838"/>
                  </a:cubicBezTo>
                  <a:lnTo>
                    <a:pt x="9765" y="3838"/>
                  </a:lnTo>
                  <a:cubicBezTo>
                    <a:pt x="9243" y="3838"/>
                    <a:pt x="9243" y="3040"/>
                    <a:pt x="9765" y="3040"/>
                  </a:cubicBezTo>
                  <a:close/>
                  <a:moveTo>
                    <a:pt x="3808" y="4729"/>
                  </a:moveTo>
                  <a:cubicBezTo>
                    <a:pt x="4361" y="4729"/>
                    <a:pt x="4361" y="5527"/>
                    <a:pt x="3808" y="5527"/>
                  </a:cubicBezTo>
                  <a:lnTo>
                    <a:pt x="2979" y="5527"/>
                  </a:lnTo>
                  <a:cubicBezTo>
                    <a:pt x="2426" y="5527"/>
                    <a:pt x="2426" y="4729"/>
                    <a:pt x="2979" y="4729"/>
                  </a:cubicBezTo>
                  <a:close/>
                  <a:moveTo>
                    <a:pt x="7216" y="4729"/>
                  </a:moveTo>
                  <a:cubicBezTo>
                    <a:pt x="7738" y="4729"/>
                    <a:pt x="7738" y="5527"/>
                    <a:pt x="7216" y="5527"/>
                  </a:cubicBezTo>
                  <a:lnTo>
                    <a:pt x="6387" y="5527"/>
                  </a:lnTo>
                  <a:cubicBezTo>
                    <a:pt x="5835" y="5527"/>
                    <a:pt x="5835" y="4729"/>
                    <a:pt x="6387" y="4729"/>
                  </a:cubicBezTo>
                  <a:close/>
                  <a:moveTo>
                    <a:pt x="10625" y="4729"/>
                  </a:moveTo>
                  <a:cubicBezTo>
                    <a:pt x="11147" y="4729"/>
                    <a:pt x="11147" y="5527"/>
                    <a:pt x="10625" y="5527"/>
                  </a:cubicBezTo>
                  <a:lnTo>
                    <a:pt x="9765" y="5527"/>
                  </a:lnTo>
                  <a:cubicBezTo>
                    <a:pt x="9243" y="5527"/>
                    <a:pt x="9243" y="4729"/>
                    <a:pt x="9765" y="4729"/>
                  </a:cubicBezTo>
                  <a:close/>
                  <a:moveTo>
                    <a:pt x="1" y="0"/>
                  </a:moveTo>
                  <a:lnTo>
                    <a:pt x="1" y="6479"/>
                  </a:lnTo>
                  <a:cubicBezTo>
                    <a:pt x="1" y="7124"/>
                    <a:pt x="523" y="7677"/>
                    <a:pt x="1198" y="7677"/>
                  </a:cubicBezTo>
                  <a:lnTo>
                    <a:pt x="12406" y="7677"/>
                  </a:lnTo>
                  <a:cubicBezTo>
                    <a:pt x="13051" y="7646"/>
                    <a:pt x="13603" y="7124"/>
                    <a:pt x="13603" y="6479"/>
                  </a:cubicBezTo>
                  <a:lnTo>
                    <a:pt x="136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70"/>
          <p:cNvGrpSpPr/>
          <p:nvPr/>
        </p:nvGrpSpPr>
        <p:grpSpPr>
          <a:xfrm>
            <a:off x="2172785" y="2120892"/>
            <a:ext cx="323416" cy="312122"/>
            <a:chOff x="2364238" y="1722188"/>
            <a:chExt cx="328575" cy="317100"/>
          </a:xfrm>
        </p:grpSpPr>
        <p:sp>
          <p:nvSpPr>
            <p:cNvPr id="3561" name="Google Shape;3561;p70"/>
            <p:cNvSpPr/>
            <p:nvPr/>
          </p:nvSpPr>
          <p:spPr>
            <a:xfrm>
              <a:off x="2622163" y="1722188"/>
              <a:ext cx="70650" cy="255450"/>
            </a:xfrm>
            <a:custGeom>
              <a:avLst/>
              <a:gdLst/>
              <a:ahLst/>
              <a:cxnLst/>
              <a:rect l="l" t="t" r="r" b="b"/>
              <a:pathLst>
                <a:path w="2826" h="10218" extrusionOk="0">
                  <a:moveTo>
                    <a:pt x="1413" y="0"/>
                  </a:moveTo>
                  <a:cubicBezTo>
                    <a:pt x="645" y="0"/>
                    <a:pt x="0" y="615"/>
                    <a:pt x="0" y="1413"/>
                  </a:cubicBezTo>
                  <a:lnTo>
                    <a:pt x="0" y="8813"/>
                  </a:lnTo>
                  <a:cubicBezTo>
                    <a:pt x="0" y="9749"/>
                    <a:pt x="706" y="10218"/>
                    <a:pt x="1413" y="10218"/>
                  </a:cubicBezTo>
                  <a:cubicBezTo>
                    <a:pt x="2119" y="10218"/>
                    <a:pt x="2825" y="9749"/>
                    <a:pt x="2825" y="8813"/>
                  </a:cubicBezTo>
                  <a:lnTo>
                    <a:pt x="2825" y="1413"/>
                  </a:lnTo>
                  <a:cubicBezTo>
                    <a:pt x="2825" y="615"/>
                    <a:pt x="2211" y="0"/>
                    <a:pt x="1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0"/>
            <p:cNvSpPr/>
            <p:nvPr/>
          </p:nvSpPr>
          <p:spPr>
            <a:xfrm>
              <a:off x="2364238" y="1758263"/>
              <a:ext cx="238750" cy="281025"/>
            </a:xfrm>
            <a:custGeom>
              <a:avLst/>
              <a:gdLst/>
              <a:ahLst/>
              <a:cxnLst/>
              <a:rect l="l" t="t" r="r" b="b"/>
              <a:pathLst>
                <a:path w="9550" h="11241" extrusionOk="0">
                  <a:moveTo>
                    <a:pt x="6295" y="6756"/>
                  </a:moveTo>
                  <a:lnTo>
                    <a:pt x="6295" y="6756"/>
                  </a:lnTo>
                  <a:cubicBezTo>
                    <a:pt x="6663" y="6787"/>
                    <a:pt x="7093" y="6848"/>
                    <a:pt x="7492" y="6909"/>
                  </a:cubicBezTo>
                  <a:cubicBezTo>
                    <a:pt x="7339" y="7370"/>
                    <a:pt x="6970" y="7708"/>
                    <a:pt x="6540" y="7892"/>
                  </a:cubicBezTo>
                  <a:lnTo>
                    <a:pt x="6295" y="6756"/>
                  </a:lnTo>
                  <a:close/>
                  <a:moveTo>
                    <a:pt x="9550" y="1"/>
                  </a:moveTo>
                  <a:cubicBezTo>
                    <a:pt x="7769" y="492"/>
                    <a:pt x="5926" y="768"/>
                    <a:pt x="4084" y="799"/>
                  </a:cubicBezTo>
                  <a:lnTo>
                    <a:pt x="4084" y="5313"/>
                  </a:lnTo>
                  <a:cubicBezTo>
                    <a:pt x="4084" y="5574"/>
                    <a:pt x="3892" y="5704"/>
                    <a:pt x="3700" y="5704"/>
                  </a:cubicBezTo>
                  <a:cubicBezTo>
                    <a:pt x="3508" y="5704"/>
                    <a:pt x="3316" y="5574"/>
                    <a:pt x="3316" y="5313"/>
                  </a:cubicBezTo>
                  <a:lnTo>
                    <a:pt x="3316" y="830"/>
                  </a:lnTo>
                  <a:lnTo>
                    <a:pt x="1935" y="830"/>
                  </a:lnTo>
                  <a:cubicBezTo>
                    <a:pt x="860" y="830"/>
                    <a:pt x="0" y="1659"/>
                    <a:pt x="0" y="2733"/>
                  </a:cubicBezTo>
                  <a:lnTo>
                    <a:pt x="0" y="4606"/>
                  </a:lnTo>
                  <a:cubicBezTo>
                    <a:pt x="0" y="5650"/>
                    <a:pt x="860" y="6510"/>
                    <a:pt x="1935" y="6510"/>
                  </a:cubicBezTo>
                  <a:lnTo>
                    <a:pt x="3378" y="6510"/>
                  </a:lnTo>
                  <a:lnTo>
                    <a:pt x="4053" y="9704"/>
                  </a:lnTo>
                  <a:cubicBezTo>
                    <a:pt x="4237" y="10594"/>
                    <a:pt x="5005" y="11208"/>
                    <a:pt x="5896" y="11239"/>
                  </a:cubicBezTo>
                  <a:cubicBezTo>
                    <a:pt x="5912" y="11240"/>
                    <a:pt x="5928" y="11240"/>
                    <a:pt x="5944" y="11240"/>
                  </a:cubicBezTo>
                  <a:cubicBezTo>
                    <a:pt x="6596" y="11240"/>
                    <a:pt x="7090" y="10639"/>
                    <a:pt x="6970" y="9980"/>
                  </a:cubicBezTo>
                  <a:lnTo>
                    <a:pt x="6694" y="8660"/>
                  </a:lnTo>
                  <a:cubicBezTo>
                    <a:pt x="7431" y="8414"/>
                    <a:pt x="8014" y="7800"/>
                    <a:pt x="8260" y="7063"/>
                  </a:cubicBezTo>
                  <a:cubicBezTo>
                    <a:pt x="8690" y="7124"/>
                    <a:pt x="9120" y="7216"/>
                    <a:pt x="9550" y="7339"/>
                  </a:cubicBezTo>
                  <a:lnTo>
                    <a:pt x="95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70"/>
          <p:cNvGrpSpPr/>
          <p:nvPr/>
        </p:nvGrpSpPr>
        <p:grpSpPr>
          <a:xfrm>
            <a:off x="2913386" y="2109178"/>
            <a:ext cx="218392" cy="335548"/>
            <a:chOff x="3044363" y="1722188"/>
            <a:chExt cx="221875" cy="340900"/>
          </a:xfrm>
        </p:grpSpPr>
        <p:sp>
          <p:nvSpPr>
            <p:cNvPr id="3564" name="Google Shape;3564;p70"/>
            <p:cNvSpPr/>
            <p:nvPr/>
          </p:nvSpPr>
          <p:spPr>
            <a:xfrm>
              <a:off x="3132638" y="1722188"/>
              <a:ext cx="48400" cy="44550"/>
            </a:xfrm>
            <a:custGeom>
              <a:avLst/>
              <a:gdLst/>
              <a:ahLst/>
              <a:cxnLst/>
              <a:rect l="l" t="t" r="r" b="b"/>
              <a:pathLst>
                <a:path w="1936" h="1782" extrusionOk="0">
                  <a:moveTo>
                    <a:pt x="31" y="0"/>
                  </a:moveTo>
                  <a:lnTo>
                    <a:pt x="1" y="1781"/>
                  </a:lnTo>
                  <a:lnTo>
                    <a:pt x="1935" y="1781"/>
                  </a:lnTo>
                  <a:lnTo>
                    <a:pt x="1935" y="400"/>
                  </a:lnTo>
                  <a:cubicBezTo>
                    <a:pt x="1935" y="185"/>
                    <a:pt x="1751" y="0"/>
                    <a:pt x="1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0"/>
            <p:cNvSpPr/>
            <p:nvPr/>
          </p:nvSpPr>
          <p:spPr>
            <a:xfrm>
              <a:off x="3107313" y="1839638"/>
              <a:ext cx="158925" cy="223450"/>
            </a:xfrm>
            <a:custGeom>
              <a:avLst/>
              <a:gdLst/>
              <a:ahLst/>
              <a:cxnLst/>
              <a:rect l="l" t="t" r="r" b="b"/>
              <a:pathLst>
                <a:path w="6357" h="8938" extrusionOk="0">
                  <a:moveTo>
                    <a:pt x="3158" y="4680"/>
                  </a:moveTo>
                  <a:cubicBezTo>
                    <a:pt x="3798" y="4680"/>
                    <a:pt x="4422" y="5176"/>
                    <a:pt x="4422" y="5927"/>
                  </a:cubicBezTo>
                  <a:cubicBezTo>
                    <a:pt x="4422" y="6602"/>
                    <a:pt x="3869" y="7155"/>
                    <a:pt x="3194" y="7186"/>
                  </a:cubicBezTo>
                  <a:lnTo>
                    <a:pt x="3163" y="7186"/>
                  </a:lnTo>
                  <a:cubicBezTo>
                    <a:pt x="2058" y="7186"/>
                    <a:pt x="1505" y="5834"/>
                    <a:pt x="2303" y="5036"/>
                  </a:cubicBezTo>
                  <a:cubicBezTo>
                    <a:pt x="2549" y="4790"/>
                    <a:pt x="2856" y="4680"/>
                    <a:pt x="3158" y="4680"/>
                  </a:cubicBezTo>
                  <a:close/>
                  <a:moveTo>
                    <a:pt x="430" y="0"/>
                  </a:moveTo>
                  <a:cubicBezTo>
                    <a:pt x="215" y="0"/>
                    <a:pt x="31" y="185"/>
                    <a:pt x="31" y="400"/>
                  </a:cubicBezTo>
                  <a:lnTo>
                    <a:pt x="31" y="5712"/>
                  </a:lnTo>
                  <a:cubicBezTo>
                    <a:pt x="0" y="7431"/>
                    <a:pt x="1351" y="8844"/>
                    <a:pt x="3040" y="8936"/>
                  </a:cubicBezTo>
                  <a:cubicBezTo>
                    <a:pt x="3080" y="8937"/>
                    <a:pt x="3119" y="8938"/>
                    <a:pt x="3158" y="8938"/>
                  </a:cubicBezTo>
                  <a:cubicBezTo>
                    <a:pt x="4827" y="8938"/>
                    <a:pt x="6237" y="7668"/>
                    <a:pt x="6357" y="5988"/>
                  </a:cubicBezTo>
                  <a:lnTo>
                    <a:pt x="6357" y="400"/>
                  </a:lnTo>
                  <a:cubicBezTo>
                    <a:pt x="6357" y="185"/>
                    <a:pt x="6172" y="0"/>
                    <a:pt x="59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0"/>
            <p:cNvSpPr/>
            <p:nvPr/>
          </p:nvSpPr>
          <p:spPr>
            <a:xfrm>
              <a:off x="3065863" y="1722188"/>
              <a:ext cx="47625" cy="44550"/>
            </a:xfrm>
            <a:custGeom>
              <a:avLst/>
              <a:gdLst/>
              <a:ahLst/>
              <a:cxnLst/>
              <a:rect l="l" t="t" r="r" b="b"/>
              <a:pathLst>
                <a:path w="1905" h="1782" extrusionOk="0">
                  <a:moveTo>
                    <a:pt x="369" y="0"/>
                  </a:moveTo>
                  <a:cubicBezTo>
                    <a:pt x="154" y="0"/>
                    <a:pt x="0" y="154"/>
                    <a:pt x="0" y="369"/>
                  </a:cubicBezTo>
                  <a:lnTo>
                    <a:pt x="0" y="1751"/>
                  </a:lnTo>
                  <a:lnTo>
                    <a:pt x="1904" y="1781"/>
                  </a:lnTo>
                  <a:lnTo>
                    <a:pt x="19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0"/>
            <p:cNvSpPr/>
            <p:nvPr/>
          </p:nvSpPr>
          <p:spPr>
            <a:xfrm>
              <a:off x="3175638" y="1976288"/>
              <a:ext cx="22275" cy="23050"/>
            </a:xfrm>
            <a:custGeom>
              <a:avLst/>
              <a:gdLst/>
              <a:ahLst/>
              <a:cxnLst/>
              <a:rect l="l" t="t" r="r" b="b"/>
              <a:pathLst>
                <a:path w="891" h="922" extrusionOk="0">
                  <a:moveTo>
                    <a:pt x="430" y="0"/>
                  </a:moveTo>
                  <a:cubicBezTo>
                    <a:pt x="185" y="0"/>
                    <a:pt x="0" y="215"/>
                    <a:pt x="0" y="461"/>
                  </a:cubicBezTo>
                  <a:cubicBezTo>
                    <a:pt x="0" y="706"/>
                    <a:pt x="185" y="921"/>
                    <a:pt x="430" y="921"/>
                  </a:cubicBezTo>
                  <a:cubicBezTo>
                    <a:pt x="707" y="921"/>
                    <a:pt x="891" y="706"/>
                    <a:pt x="891" y="461"/>
                  </a:cubicBezTo>
                  <a:cubicBezTo>
                    <a:pt x="891" y="215"/>
                    <a:pt x="707" y="0"/>
                    <a:pt x="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0"/>
            <p:cNvSpPr/>
            <p:nvPr/>
          </p:nvSpPr>
          <p:spPr>
            <a:xfrm>
              <a:off x="3044363" y="1786663"/>
              <a:ext cx="157400" cy="274850"/>
            </a:xfrm>
            <a:custGeom>
              <a:avLst/>
              <a:gdLst/>
              <a:ahLst/>
              <a:cxnLst/>
              <a:rect l="l" t="t" r="r" b="b"/>
              <a:pathLst>
                <a:path w="6296" h="10994" extrusionOk="0">
                  <a:moveTo>
                    <a:pt x="400" y="1"/>
                  </a:moveTo>
                  <a:cubicBezTo>
                    <a:pt x="185" y="1"/>
                    <a:pt x="1" y="185"/>
                    <a:pt x="1" y="400"/>
                  </a:cubicBezTo>
                  <a:lnTo>
                    <a:pt x="1" y="10625"/>
                  </a:lnTo>
                  <a:cubicBezTo>
                    <a:pt x="1" y="10840"/>
                    <a:pt x="185" y="10993"/>
                    <a:pt x="400" y="10993"/>
                  </a:cubicBezTo>
                  <a:lnTo>
                    <a:pt x="3317" y="10993"/>
                  </a:lnTo>
                  <a:cubicBezTo>
                    <a:pt x="2334" y="10256"/>
                    <a:pt x="1751" y="9059"/>
                    <a:pt x="1751" y="7831"/>
                  </a:cubicBezTo>
                  <a:lnTo>
                    <a:pt x="1751" y="2519"/>
                  </a:lnTo>
                  <a:cubicBezTo>
                    <a:pt x="1720" y="1843"/>
                    <a:pt x="2273" y="1321"/>
                    <a:pt x="2948" y="1321"/>
                  </a:cubicBezTo>
                  <a:lnTo>
                    <a:pt x="6295" y="1321"/>
                  </a:lnTo>
                  <a:lnTo>
                    <a:pt x="6295" y="400"/>
                  </a:lnTo>
                  <a:cubicBezTo>
                    <a:pt x="6295" y="185"/>
                    <a:pt x="6142" y="1"/>
                    <a:pt x="59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9" name="Google Shape;3569;p70"/>
          <p:cNvGrpSpPr/>
          <p:nvPr/>
        </p:nvGrpSpPr>
        <p:grpSpPr>
          <a:xfrm>
            <a:off x="3573334" y="2109572"/>
            <a:ext cx="232000" cy="334760"/>
            <a:chOff x="3709913" y="1722188"/>
            <a:chExt cx="235700" cy="340100"/>
          </a:xfrm>
        </p:grpSpPr>
        <p:sp>
          <p:nvSpPr>
            <p:cNvPr id="3570" name="Google Shape;3570;p70"/>
            <p:cNvSpPr/>
            <p:nvPr/>
          </p:nvSpPr>
          <p:spPr>
            <a:xfrm>
              <a:off x="3712988" y="1876513"/>
              <a:ext cx="94450" cy="83800"/>
            </a:xfrm>
            <a:custGeom>
              <a:avLst/>
              <a:gdLst/>
              <a:ahLst/>
              <a:cxnLst/>
              <a:rect l="l" t="t" r="r" b="b"/>
              <a:pathLst>
                <a:path w="3778" h="3352" extrusionOk="0">
                  <a:moveTo>
                    <a:pt x="2098" y="0"/>
                  </a:moveTo>
                  <a:cubicBezTo>
                    <a:pt x="1761" y="0"/>
                    <a:pt x="1415" y="105"/>
                    <a:pt x="1106" y="337"/>
                  </a:cubicBezTo>
                  <a:cubicBezTo>
                    <a:pt x="0" y="1166"/>
                    <a:pt x="308" y="2916"/>
                    <a:pt x="1659" y="3285"/>
                  </a:cubicBezTo>
                  <a:cubicBezTo>
                    <a:pt x="1812" y="3330"/>
                    <a:pt x="1965" y="3351"/>
                    <a:pt x="2116" y="3351"/>
                  </a:cubicBezTo>
                  <a:cubicBezTo>
                    <a:pt x="2995" y="3351"/>
                    <a:pt x="3777" y="2631"/>
                    <a:pt x="3777" y="1688"/>
                  </a:cubicBezTo>
                  <a:cubicBezTo>
                    <a:pt x="3777" y="693"/>
                    <a:pt x="2965" y="0"/>
                    <a:pt x="2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0"/>
            <p:cNvSpPr/>
            <p:nvPr/>
          </p:nvSpPr>
          <p:spPr>
            <a:xfrm>
              <a:off x="3709913" y="1770538"/>
              <a:ext cx="97525" cy="83650"/>
            </a:xfrm>
            <a:custGeom>
              <a:avLst/>
              <a:gdLst/>
              <a:ahLst/>
              <a:cxnLst/>
              <a:rect l="l" t="t" r="r" b="b"/>
              <a:pathLst>
                <a:path w="3901" h="3346" extrusionOk="0">
                  <a:moveTo>
                    <a:pt x="2242" y="1"/>
                  </a:moveTo>
                  <a:cubicBezTo>
                    <a:pt x="738" y="1"/>
                    <a:pt x="1" y="1813"/>
                    <a:pt x="1045" y="2857"/>
                  </a:cubicBezTo>
                  <a:cubicBezTo>
                    <a:pt x="1393" y="3195"/>
                    <a:pt x="1815" y="3346"/>
                    <a:pt x="2226" y="3346"/>
                  </a:cubicBezTo>
                  <a:cubicBezTo>
                    <a:pt x="3086" y="3346"/>
                    <a:pt x="3900" y="2686"/>
                    <a:pt x="3900" y="1690"/>
                  </a:cubicBezTo>
                  <a:cubicBezTo>
                    <a:pt x="3900" y="738"/>
                    <a:pt x="3163" y="1"/>
                    <a:pt x="2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0"/>
            <p:cNvSpPr/>
            <p:nvPr/>
          </p:nvSpPr>
          <p:spPr>
            <a:xfrm>
              <a:off x="3755988" y="1722188"/>
              <a:ext cx="189625" cy="340100"/>
            </a:xfrm>
            <a:custGeom>
              <a:avLst/>
              <a:gdLst/>
              <a:ahLst/>
              <a:cxnLst/>
              <a:rect l="l" t="t" r="r" b="b"/>
              <a:pathLst>
                <a:path w="7585" h="13604" extrusionOk="0">
                  <a:moveTo>
                    <a:pt x="5496" y="2365"/>
                  </a:moveTo>
                  <a:cubicBezTo>
                    <a:pt x="6018" y="2365"/>
                    <a:pt x="6018" y="3163"/>
                    <a:pt x="5496" y="3163"/>
                  </a:cubicBezTo>
                  <a:lnTo>
                    <a:pt x="3378" y="3163"/>
                  </a:lnTo>
                  <a:cubicBezTo>
                    <a:pt x="2856" y="3163"/>
                    <a:pt x="2856" y="2365"/>
                    <a:pt x="3378" y="2365"/>
                  </a:cubicBezTo>
                  <a:close/>
                  <a:moveTo>
                    <a:pt x="4852" y="4084"/>
                  </a:moveTo>
                  <a:cubicBezTo>
                    <a:pt x="5374" y="4084"/>
                    <a:pt x="5374" y="4883"/>
                    <a:pt x="4852" y="4883"/>
                  </a:cubicBezTo>
                  <a:lnTo>
                    <a:pt x="3378" y="4883"/>
                  </a:lnTo>
                  <a:cubicBezTo>
                    <a:pt x="3132" y="4883"/>
                    <a:pt x="2948" y="4698"/>
                    <a:pt x="2978" y="4453"/>
                  </a:cubicBezTo>
                  <a:cubicBezTo>
                    <a:pt x="2978" y="4238"/>
                    <a:pt x="3163" y="4084"/>
                    <a:pt x="3378" y="4084"/>
                  </a:cubicBezTo>
                  <a:close/>
                  <a:moveTo>
                    <a:pt x="5496" y="6602"/>
                  </a:moveTo>
                  <a:cubicBezTo>
                    <a:pt x="6018" y="6602"/>
                    <a:pt x="6018" y="7401"/>
                    <a:pt x="5496" y="7401"/>
                  </a:cubicBezTo>
                  <a:lnTo>
                    <a:pt x="3378" y="7401"/>
                  </a:lnTo>
                  <a:cubicBezTo>
                    <a:pt x="2856" y="7401"/>
                    <a:pt x="2856" y="6602"/>
                    <a:pt x="3378" y="6602"/>
                  </a:cubicBezTo>
                  <a:close/>
                  <a:moveTo>
                    <a:pt x="4852" y="8322"/>
                  </a:moveTo>
                  <a:cubicBezTo>
                    <a:pt x="5404" y="8322"/>
                    <a:pt x="5404" y="9120"/>
                    <a:pt x="4852" y="9120"/>
                  </a:cubicBezTo>
                  <a:lnTo>
                    <a:pt x="3378" y="9120"/>
                  </a:lnTo>
                  <a:cubicBezTo>
                    <a:pt x="2856" y="9120"/>
                    <a:pt x="2856" y="8322"/>
                    <a:pt x="3378" y="8322"/>
                  </a:cubicBezTo>
                  <a:close/>
                  <a:moveTo>
                    <a:pt x="1198" y="0"/>
                  </a:moveTo>
                  <a:cubicBezTo>
                    <a:pt x="553" y="0"/>
                    <a:pt x="0" y="522"/>
                    <a:pt x="0" y="1167"/>
                  </a:cubicBezTo>
                  <a:cubicBezTo>
                    <a:pt x="158" y="1140"/>
                    <a:pt x="312" y="1127"/>
                    <a:pt x="461" y="1127"/>
                  </a:cubicBezTo>
                  <a:cubicBezTo>
                    <a:pt x="2844" y="1127"/>
                    <a:pt x="3884" y="4442"/>
                    <a:pt x="1658" y="5742"/>
                  </a:cubicBezTo>
                  <a:cubicBezTo>
                    <a:pt x="3883" y="7042"/>
                    <a:pt x="2845" y="10327"/>
                    <a:pt x="464" y="10327"/>
                  </a:cubicBezTo>
                  <a:cubicBezTo>
                    <a:pt x="315" y="10327"/>
                    <a:pt x="160" y="10314"/>
                    <a:pt x="0" y="10287"/>
                  </a:cubicBezTo>
                  <a:lnTo>
                    <a:pt x="0" y="11054"/>
                  </a:lnTo>
                  <a:lnTo>
                    <a:pt x="7584" y="11054"/>
                  </a:lnTo>
                  <a:lnTo>
                    <a:pt x="7584" y="1198"/>
                  </a:lnTo>
                  <a:cubicBezTo>
                    <a:pt x="7584" y="553"/>
                    <a:pt x="7062" y="0"/>
                    <a:pt x="6387" y="0"/>
                  </a:cubicBezTo>
                  <a:close/>
                  <a:moveTo>
                    <a:pt x="0" y="11884"/>
                  </a:moveTo>
                  <a:lnTo>
                    <a:pt x="0" y="12406"/>
                  </a:lnTo>
                  <a:cubicBezTo>
                    <a:pt x="0" y="13050"/>
                    <a:pt x="553" y="13603"/>
                    <a:pt x="1198" y="13603"/>
                  </a:cubicBezTo>
                  <a:lnTo>
                    <a:pt x="6418" y="13603"/>
                  </a:lnTo>
                  <a:cubicBezTo>
                    <a:pt x="7062" y="13603"/>
                    <a:pt x="7584" y="13050"/>
                    <a:pt x="7584" y="12406"/>
                  </a:cubicBezTo>
                  <a:lnTo>
                    <a:pt x="7584" y="1188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3" name="Google Shape;3573;p70"/>
          <p:cNvGrpSpPr/>
          <p:nvPr/>
        </p:nvGrpSpPr>
        <p:grpSpPr>
          <a:xfrm>
            <a:off x="4202375" y="2120387"/>
            <a:ext cx="334760" cy="313130"/>
            <a:chOff x="4403863" y="1722188"/>
            <a:chExt cx="340100" cy="318125"/>
          </a:xfrm>
        </p:grpSpPr>
        <p:sp>
          <p:nvSpPr>
            <p:cNvPr id="3574" name="Google Shape;3574;p70"/>
            <p:cNvSpPr/>
            <p:nvPr/>
          </p:nvSpPr>
          <p:spPr>
            <a:xfrm>
              <a:off x="4509813" y="1784363"/>
              <a:ext cx="22275" cy="23050"/>
            </a:xfrm>
            <a:custGeom>
              <a:avLst/>
              <a:gdLst/>
              <a:ahLst/>
              <a:cxnLst/>
              <a:rect l="l" t="t" r="r" b="b"/>
              <a:pathLst>
                <a:path w="891" h="922" extrusionOk="0">
                  <a:moveTo>
                    <a:pt x="430" y="1"/>
                  </a:moveTo>
                  <a:cubicBezTo>
                    <a:pt x="185" y="1"/>
                    <a:pt x="0" y="216"/>
                    <a:pt x="0" y="461"/>
                  </a:cubicBezTo>
                  <a:cubicBezTo>
                    <a:pt x="0" y="707"/>
                    <a:pt x="185" y="922"/>
                    <a:pt x="430" y="922"/>
                  </a:cubicBezTo>
                  <a:cubicBezTo>
                    <a:pt x="707" y="922"/>
                    <a:pt x="891" y="707"/>
                    <a:pt x="891" y="461"/>
                  </a:cubicBezTo>
                  <a:cubicBezTo>
                    <a:pt x="891" y="216"/>
                    <a:pt x="707" y="1"/>
                    <a:pt x="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0"/>
            <p:cNvSpPr/>
            <p:nvPr/>
          </p:nvSpPr>
          <p:spPr>
            <a:xfrm>
              <a:off x="4447638" y="1722188"/>
              <a:ext cx="147400" cy="211125"/>
            </a:xfrm>
            <a:custGeom>
              <a:avLst/>
              <a:gdLst/>
              <a:ahLst/>
              <a:cxnLst/>
              <a:rect l="l" t="t" r="r" b="b"/>
              <a:pathLst>
                <a:path w="5896" h="8445" extrusionOk="0">
                  <a:moveTo>
                    <a:pt x="2917" y="1689"/>
                  </a:moveTo>
                  <a:cubicBezTo>
                    <a:pt x="4053" y="1689"/>
                    <a:pt x="4606" y="3040"/>
                    <a:pt x="3808" y="3839"/>
                  </a:cubicBezTo>
                  <a:cubicBezTo>
                    <a:pt x="3562" y="4085"/>
                    <a:pt x="3256" y="4195"/>
                    <a:pt x="2953" y="4195"/>
                  </a:cubicBezTo>
                  <a:cubicBezTo>
                    <a:pt x="2313" y="4195"/>
                    <a:pt x="1689" y="3699"/>
                    <a:pt x="1689" y="2948"/>
                  </a:cubicBezTo>
                  <a:cubicBezTo>
                    <a:pt x="1689" y="2242"/>
                    <a:pt x="2242" y="1689"/>
                    <a:pt x="2917" y="1689"/>
                  </a:cubicBezTo>
                  <a:close/>
                  <a:moveTo>
                    <a:pt x="2948" y="0"/>
                  </a:moveTo>
                  <a:cubicBezTo>
                    <a:pt x="1290" y="0"/>
                    <a:pt x="0" y="1321"/>
                    <a:pt x="0" y="2948"/>
                  </a:cubicBezTo>
                  <a:cubicBezTo>
                    <a:pt x="0" y="3624"/>
                    <a:pt x="430" y="4668"/>
                    <a:pt x="1320" y="6234"/>
                  </a:cubicBezTo>
                  <a:cubicBezTo>
                    <a:pt x="1965" y="7339"/>
                    <a:pt x="2579" y="8230"/>
                    <a:pt x="2610" y="8260"/>
                  </a:cubicBezTo>
                  <a:cubicBezTo>
                    <a:pt x="2687" y="8383"/>
                    <a:pt x="2810" y="8444"/>
                    <a:pt x="2933" y="8444"/>
                  </a:cubicBezTo>
                  <a:cubicBezTo>
                    <a:pt x="3055" y="8444"/>
                    <a:pt x="3178" y="8383"/>
                    <a:pt x="3255" y="8260"/>
                  </a:cubicBezTo>
                  <a:cubicBezTo>
                    <a:pt x="3286" y="8230"/>
                    <a:pt x="3900" y="7339"/>
                    <a:pt x="4545" y="6234"/>
                  </a:cubicBezTo>
                  <a:cubicBezTo>
                    <a:pt x="5435" y="4698"/>
                    <a:pt x="5896" y="3624"/>
                    <a:pt x="5896" y="2948"/>
                  </a:cubicBezTo>
                  <a:cubicBezTo>
                    <a:pt x="5896" y="1321"/>
                    <a:pt x="4575" y="0"/>
                    <a:pt x="2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0"/>
            <p:cNvSpPr/>
            <p:nvPr/>
          </p:nvSpPr>
          <p:spPr>
            <a:xfrm>
              <a:off x="4637238" y="1766713"/>
              <a:ext cx="106725" cy="273600"/>
            </a:xfrm>
            <a:custGeom>
              <a:avLst/>
              <a:gdLst/>
              <a:ahLst/>
              <a:cxnLst/>
              <a:rect l="l" t="t" r="r" b="b"/>
              <a:pathLst>
                <a:path w="4269" h="10944" extrusionOk="0">
                  <a:moveTo>
                    <a:pt x="0" y="0"/>
                  </a:moveTo>
                  <a:lnTo>
                    <a:pt x="0" y="10164"/>
                  </a:lnTo>
                  <a:lnTo>
                    <a:pt x="3808" y="10932"/>
                  </a:lnTo>
                  <a:cubicBezTo>
                    <a:pt x="3840" y="10940"/>
                    <a:pt x="3872" y="10944"/>
                    <a:pt x="3903" y="10944"/>
                  </a:cubicBezTo>
                  <a:cubicBezTo>
                    <a:pt x="4106" y="10944"/>
                    <a:pt x="4269" y="10776"/>
                    <a:pt x="4269" y="10563"/>
                  </a:cubicBezTo>
                  <a:lnTo>
                    <a:pt x="4269" y="1167"/>
                  </a:lnTo>
                  <a:cubicBezTo>
                    <a:pt x="4269" y="983"/>
                    <a:pt x="4146" y="799"/>
                    <a:pt x="3962" y="768"/>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0"/>
            <p:cNvSpPr/>
            <p:nvPr/>
          </p:nvSpPr>
          <p:spPr>
            <a:xfrm>
              <a:off x="4403863" y="1764888"/>
              <a:ext cx="107500" cy="272050"/>
            </a:xfrm>
            <a:custGeom>
              <a:avLst/>
              <a:gdLst/>
              <a:ahLst/>
              <a:cxnLst/>
              <a:rect l="l" t="t" r="r" b="b"/>
              <a:pathLst>
                <a:path w="4300" h="10882" extrusionOk="0">
                  <a:moveTo>
                    <a:pt x="396" y="0"/>
                  </a:moveTo>
                  <a:cubicBezTo>
                    <a:pt x="186" y="0"/>
                    <a:pt x="1" y="167"/>
                    <a:pt x="1" y="380"/>
                  </a:cubicBezTo>
                  <a:lnTo>
                    <a:pt x="1" y="9746"/>
                  </a:lnTo>
                  <a:cubicBezTo>
                    <a:pt x="1" y="9930"/>
                    <a:pt x="154" y="10083"/>
                    <a:pt x="339" y="10114"/>
                  </a:cubicBezTo>
                  <a:lnTo>
                    <a:pt x="4300" y="10882"/>
                  </a:lnTo>
                  <a:lnTo>
                    <a:pt x="4269" y="7473"/>
                  </a:lnTo>
                  <a:cubicBezTo>
                    <a:pt x="4054" y="7381"/>
                    <a:pt x="3839" y="7228"/>
                    <a:pt x="3686" y="7013"/>
                  </a:cubicBezTo>
                  <a:cubicBezTo>
                    <a:pt x="3686" y="6982"/>
                    <a:pt x="3041" y="6061"/>
                    <a:pt x="2365" y="4925"/>
                  </a:cubicBezTo>
                  <a:cubicBezTo>
                    <a:pt x="1813" y="3942"/>
                    <a:pt x="953" y="2346"/>
                    <a:pt x="953" y="1240"/>
                  </a:cubicBezTo>
                  <a:cubicBezTo>
                    <a:pt x="922" y="872"/>
                    <a:pt x="983" y="473"/>
                    <a:pt x="1106" y="135"/>
                  </a:cubicBezTo>
                  <a:lnTo>
                    <a:pt x="492" y="12"/>
                  </a:lnTo>
                  <a:cubicBezTo>
                    <a:pt x="460" y="4"/>
                    <a:pt x="428" y="0"/>
                    <a:pt x="3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0"/>
            <p:cNvSpPr/>
            <p:nvPr/>
          </p:nvSpPr>
          <p:spPr>
            <a:xfrm>
              <a:off x="4530538" y="1795888"/>
              <a:ext cx="86775" cy="241825"/>
            </a:xfrm>
            <a:custGeom>
              <a:avLst/>
              <a:gdLst/>
              <a:ahLst/>
              <a:cxnLst/>
              <a:rect l="l" t="t" r="r" b="b"/>
              <a:pathLst>
                <a:path w="3471" h="9673" extrusionOk="0">
                  <a:moveTo>
                    <a:pt x="3470" y="0"/>
                  </a:moveTo>
                  <a:cubicBezTo>
                    <a:pt x="3347" y="553"/>
                    <a:pt x="3194" y="1075"/>
                    <a:pt x="2979" y="1597"/>
                  </a:cubicBezTo>
                  <a:cubicBezTo>
                    <a:pt x="2303" y="3071"/>
                    <a:pt x="1505" y="4453"/>
                    <a:pt x="584" y="5773"/>
                  </a:cubicBezTo>
                  <a:cubicBezTo>
                    <a:pt x="461" y="5988"/>
                    <a:pt x="246" y="6141"/>
                    <a:pt x="0" y="6233"/>
                  </a:cubicBezTo>
                  <a:lnTo>
                    <a:pt x="0" y="9672"/>
                  </a:lnTo>
                  <a:lnTo>
                    <a:pt x="3470" y="8997"/>
                  </a:lnTo>
                  <a:lnTo>
                    <a:pt x="34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 name="Google Shape;3579;p70"/>
          <p:cNvGrpSpPr/>
          <p:nvPr/>
        </p:nvGrpSpPr>
        <p:grpSpPr>
          <a:xfrm>
            <a:off x="4865400" y="2126195"/>
            <a:ext cx="333998" cy="301516"/>
            <a:chOff x="5084788" y="1722188"/>
            <a:chExt cx="339325" cy="306325"/>
          </a:xfrm>
        </p:grpSpPr>
        <p:sp>
          <p:nvSpPr>
            <p:cNvPr id="3580" name="Google Shape;3580;p70"/>
            <p:cNvSpPr/>
            <p:nvPr/>
          </p:nvSpPr>
          <p:spPr>
            <a:xfrm>
              <a:off x="5106263" y="1742913"/>
              <a:ext cx="174300" cy="105200"/>
            </a:xfrm>
            <a:custGeom>
              <a:avLst/>
              <a:gdLst/>
              <a:ahLst/>
              <a:cxnLst/>
              <a:rect l="l" t="t" r="r" b="b"/>
              <a:pathLst>
                <a:path w="6972" h="4208" extrusionOk="0">
                  <a:moveTo>
                    <a:pt x="799" y="0"/>
                  </a:moveTo>
                  <a:cubicBezTo>
                    <a:pt x="339" y="0"/>
                    <a:pt x="1" y="369"/>
                    <a:pt x="1" y="799"/>
                  </a:cubicBezTo>
                  <a:lnTo>
                    <a:pt x="1" y="3409"/>
                  </a:lnTo>
                  <a:cubicBezTo>
                    <a:pt x="1" y="3839"/>
                    <a:pt x="339" y="4207"/>
                    <a:pt x="799" y="4207"/>
                  </a:cubicBezTo>
                  <a:lnTo>
                    <a:pt x="4668" y="4207"/>
                  </a:lnTo>
                  <a:cubicBezTo>
                    <a:pt x="5098" y="4207"/>
                    <a:pt x="5467" y="3839"/>
                    <a:pt x="5467" y="3409"/>
                  </a:cubicBezTo>
                  <a:lnTo>
                    <a:pt x="5467" y="2549"/>
                  </a:lnTo>
                  <a:cubicBezTo>
                    <a:pt x="5497" y="2518"/>
                    <a:pt x="5405" y="2610"/>
                    <a:pt x="6480" y="1382"/>
                  </a:cubicBezTo>
                  <a:cubicBezTo>
                    <a:pt x="6971" y="952"/>
                    <a:pt x="6725" y="123"/>
                    <a:pt x="6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0"/>
            <p:cNvSpPr/>
            <p:nvPr/>
          </p:nvSpPr>
          <p:spPr>
            <a:xfrm>
              <a:off x="5227563" y="1902588"/>
              <a:ext cx="196550" cy="105175"/>
            </a:xfrm>
            <a:custGeom>
              <a:avLst/>
              <a:gdLst/>
              <a:ahLst/>
              <a:cxnLst/>
              <a:rect l="l" t="t" r="r" b="b"/>
              <a:pathLst>
                <a:path w="7862" h="4207" extrusionOk="0">
                  <a:moveTo>
                    <a:pt x="5800" y="1660"/>
                  </a:moveTo>
                  <a:cubicBezTo>
                    <a:pt x="6119" y="1660"/>
                    <a:pt x="6321" y="2067"/>
                    <a:pt x="6080" y="2334"/>
                  </a:cubicBezTo>
                  <a:lnTo>
                    <a:pt x="6080" y="2303"/>
                  </a:lnTo>
                  <a:cubicBezTo>
                    <a:pt x="6025" y="2369"/>
                    <a:pt x="5961" y="2397"/>
                    <a:pt x="5896" y="2397"/>
                  </a:cubicBezTo>
                  <a:cubicBezTo>
                    <a:pt x="5598" y="2397"/>
                    <a:pt x="5272" y="1815"/>
                    <a:pt x="5650" y="1689"/>
                  </a:cubicBezTo>
                  <a:cubicBezTo>
                    <a:pt x="5702" y="1669"/>
                    <a:pt x="5752" y="1660"/>
                    <a:pt x="5800" y="1660"/>
                  </a:cubicBezTo>
                  <a:close/>
                  <a:moveTo>
                    <a:pt x="4059" y="1711"/>
                  </a:moveTo>
                  <a:cubicBezTo>
                    <a:pt x="4173" y="1711"/>
                    <a:pt x="4287" y="1762"/>
                    <a:pt x="4361" y="1873"/>
                  </a:cubicBezTo>
                  <a:cubicBezTo>
                    <a:pt x="4483" y="2058"/>
                    <a:pt x="4453" y="2303"/>
                    <a:pt x="4269" y="2426"/>
                  </a:cubicBezTo>
                  <a:cubicBezTo>
                    <a:pt x="4196" y="2470"/>
                    <a:pt x="4122" y="2489"/>
                    <a:pt x="4051" y="2489"/>
                  </a:cubicBezTo>
                  <a:cubicBezTo>
                    <a:pt x="3824" y="2489"/>
                    <a:pt x="3638" y="2285"/>
                    <a:pt x="3685" y="2027"/>
                  </a:cubicBezTo>
                  <a:cubicBezTo>
                    <a:pt x="3722" y="1825"/>
                    <a:pt x="3890" y="1711"/>
                    <a:pt x="4059" y="1711"/>
                  </a:cubicBezTo>
                  <a:close/>
                  <a:moveTo>
                    <a:pt x="891" y="0"/>
                  </a:moveTo>
                  <a:cubicBezTo>
                    <a:pt x="246" y="123"/>
                    <a:pt x="0" y="952"/>
                    <a:pt x="492" y="1382"/>
                  </a:cubicBezTo>
                  <a:cubicBezTo>
                    <a:pt x="1566" y="2580"/>
                    <a:pt x="1474" y="2487"/>
                    <a:pt x="1505" y="2549"/>
                  </a:cubicBezTo>
                  <a:lnTo>
                    <a:pt x="1505" y="3409"/>
                  </a:lnTo>
                  <a:cubicBezTo>
                    <a:pt x="1505" y="3838"/>
                    <a:pt x="1873" y="4207"/>
                    <a:pt x="2303" y="4207"/>
                  </a:cubicBezTo>
                  <a:lnTo>
                    <a:pt x="7063" y="4207"/>
                  </a:lnTo>
                  <a:cubicBezTo>
                    <a:pt x="7493" y="4207"/>
                    <a:pt x="7861" y="3838"/>
                    <a:pt x="7861" y="3409"/>
                  </a:cubicBezTo>
                  <a:lnTo>
                    <a:pt x="7861" y="799"/>
                  </a:lnTo>
                  <a:cubicBezTo>
                    <a:pt x="7861" y="369"/>
                    <a:pt x="7493" y="0"/>
                    <a:pt x="70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0"/>
            <p:cNvSpPr/>
            <p:nvPr/>
          </p:nvSpPr>
          <p:spPr>
            <a:xfrm>
              <a:off x="5265163" y="1812763"/>
              <a:ext cx="158175" cy="66825"/>
            </a:xfrm>
            <a:custGeom>
              <a:avLst/>
              <a:gdLst/>
              <a:ahLst/>
              <a:cxnLst/>
              <a:rect l="l" t="t" r="r" b="b"/>
              <a:pathLst>
                <a:path w="6327" h="2673" extrusionOk="0">
                  <a:moveTo>
                    <a:pt x="5160" y="1"/>
                  </a:moveTo>
                  <a:lnTo>
                    <a:pt x="5190" y="31"/>
                  </a:lnTo>
                  <a:cubicBezTo>
                    <a:pt x="4653" y="630"/>
                    <a:pt x="3908" y="930"/>
                    <a:pt x="3164" y="930"/>
                  </a:cubicBezTo>
                  <a:cubicBezTo>
                    <a:pt x="2419" y="930"/>
                    <a:pt x="1674" y="630"/>
                    <a:pt x="1137" y="31"/>
                  </a:cubicBezTo>
                  <a:cubicBezTo>
                    <a:pt x="431" y="553"/>
                    <a:pt x="1" y="1382"/>
                    <a:pt x="1" y="2304"/>
                  </a:cubicBezTo>
                  <a:cubicBezTo>
                    <a:pt x="1" y="2488"/>
                    <a:pt x="155" y="2672"/>
                    <a:pt x="369" y="2672"/>
                  </a:cubicBezTo>
                  <a:lnTo>
                    <a:pt x="5927" y="2672"/>
                  </a:lnTo>
                  <a:cubicBezTo>
                    <a:pt x="6142" y="2672"/>
                    <a:pt x="6326" y="2488"/>
                    <a:pt x="6326" y="2304"/>
                  </a:cubicBezTo>
                  <a:cubicBezTo>
                    <a:pt x="6296" y="1382"/>
                    <a:pt x="5897" y="553"/>
                    <a:pt x="5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0"/>
            <p:cNvSpPr/>
            <p:nvPr/>
          </p:nvSpPr>
          <p:spPr>
            <a:xfrm>
              <a:off x="5084788" y="1962463"/>
              <a:ext cx="157375" cy="66050"/>
            </a:xfrm>
            <a:custGeom>
              <a:avLst/>
              <a:gdLst/>
              <a:ahLst/>
              <a:cxnLst/>
              <a:rect l="l" t="t" r="r" b="b"/>
              <a:pathLst>
                <a:path w="6295" h="2642" extrusionOk="0">
                  <a:moveTo>
                    <a:pt x="1136" y="0"/>
                  </a:moveTo>
                  <a:cubicBezTo>
                    <a:pt x="430" y="522"/>
                    <a:pt x="0" y="1351"/>
                    <a:pt x="0" y="2273"/>
                  </a:cubicBezTo>
                  <a:cubicBezTo>
                    <a:pt x="0" y="2487"/>
                    <a:pt x="154" y="2641"/>
                    <a:pt x="369" y="2641"/>
                  </a:cubicBezTo>
                  <a:lnTo>
                    <a:pt x="5926" y="2641"/>
                  </a:lnTo>
                  <a:cubicBezTo>
                    <a:pt x="6141" y="2641"/>
                    <a:pt x="6295" y="2487"/>
                    <a:pt x="6295" y="2273"/>
                  </a:cubicBezTo>
                  <a:cubicBezTo>
                    <a:pt x="6295" y="1382"/>
                    <a:pt x="5865" y="522"/>
                    <a:pt x="5159" y="0"/>
                  </a:cubicBezTo>
                  <a:cubicBezTo>
                    <a:pt x="4621" y="599"/>
                    <a:pt x="3884" y="898"/>
                    <a:pt x="3147" y="898"/>
                  </a:cubicBezTo>
                  <a:cubicBezTo>
                    <a:pt x="2411" y="898"/>
                    <a:pt x="1674" y="599"/>
                    <a:pt x="1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0"/>
            <p:cNvSpPr/>
            <p:nvPr/>
          </p:nvSpPr>
          <p:spPr>
            <a:xfrm>
              <a:off x="5116263" y="1871113"/>
              <a:ext cx="94425" cy="93675"/>
            </a:xfrm>
            <a:custGeom>
              <a:avLst/>
              <a:gdLst/>
              <a:ahLst/>
              <a:cxnLst/>
              <a:rect l="l" t="t" r="r" b="b"/>
              <a:pathLst>
                <a:path w="3777" h="3747" extrusionOk="0">
                  <a:moveTo>
                    <a:pt x="1904" y="0"/>
                  </a:moveTo>
                  <a:cubicBezTo>
                    <a:pt x="860" y="0"/>
                    <a:pt x="0" y="829"/>
                    <a:pt x="0" y="1873"/>
                  </a:cubicBezTo>
                  <a:cubicBezTo>
                    <a:pt x="0" y="2917"/>
                    <a:pt x="860" y="3746"/>
                    <a:pt x="1904" y="3746"/>
                  </a:cubicBezTo>
                  <a:cubicBezTo>
                    <a:pt x="2948" y="3746"/>
                    <a:pt x="3777" y="2917"/>
                    <a:pt x="3777" y="1873"/>
                  </a:cubicBezTo>
                  <a:cubicBezTo>
                    <a:pt x="3777" y="829"/>
                    <a:pt x="2948" y="0"/>
                    <a:pt x="1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0"/>
            <p:cNvSpPr/>
            <p:nvPr/>
          </p:nvSpPr>
          <p:spPr>
            <a:xfrm>
              <a:off x="5297413" y="1722188"/>
              <a:ext cx="93675" cy="94450"/>
            </a:xfrm>
            <a:custGeom>
              <a:avLst/>
              <a:gdLst/>
              <a:ahLst/>
              <a:cxnLst/>
              <a:rect l="l" t="t" r="r" b="b"/>
              <a:pathLst>
                <a:path w="3747" h="3778" extrusionOk="0">
                  <a:moveTo>
                    <a:pt x="1874" y="0"/>
                  </a:moveTo>
                  <a:cubicBezTo>
                    <a:pt x="830" y="0"/>
                    <a:pt x="1" y="829"/>
                    <a:pt x="1" y="1873"/>
                  </a:cubicBezTo>
                  <a:cubicBezTo>
                    <a:pt x="1" y="2917"/>
                    <a:pt x="830" y="3777"/>
                    <a:pt x="1874" y="3777"/>
                  </a:cubicBezTo>
                  <a:cubicBezTo>
                    <a:pt x="2918" y="3777"/>
                    <a:pt x="3747" y="2917"/>
                    <a:pt x="3747" y="1873"/>
                  </a:cubicBezTo>
                  <a:cubicBezTo>
                    <a:pt x="3747" y="829"/>
                    <a:pt x="2918" y="0"/>
                    <a:pt x="1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6" name="Google Shape;3586;p70"/>
          <p:cNvGrpSpPr/>
          <p:nvPr/>
        </p:nvGrpSpPr>
        <p:grpSpPr>
          <a:xfrm>
            <a:off x="5594176" y="2124312"/>
            <a:ext cx="203283" cy="305281"/>
            <a:chOff x="5764138" y="1722188"/>
            <a:chExt cx="206525" cy="310150"/>
          </a:xfrm>
        </p:grpSpPr>
        <p:sp>
          <p:nvSpPr>
            <p:cNvPr id="3587" name="Google Shape;3587;p70"/>
            <p:cNvSpPr/>
            <p:nvPr/>
          </p:nvSpPr>
          <p:spPr>
            <a:xfrm>
              <a:off x="5764138" y="1992388"/>
              <a:ext cx="172750" cy="39950"/>
            </a:xfrm>
            <a:custGeom>
              <a:avLst/>
              <a:gdLst/>
              <a:ahLst/>
              <a:cxnLst/>
              <a:rect l="l" t="t" r="r" b="b"/>
              <a:pathLst>
                <a:path w="6910" h="1598" extrusionOk="0">
                  <a:moveTo>
                    <a:pt x="1" y="1"/>
                  </a:moveTo>
                  <a:lnTo>
                    <a:pt x="1" y="492"/>
                  </a:lnTo>
                  <a:cubicBezTo>
                    <a:pt x="1" y="1106"/>
                    <a:pt x="492" y="1598"/>
                    <a:pt x="1076" y="1598"/>
                  </a:cubicBezTo>
                  <a:lnTo>
                    <a:pt x="5835" y="1598"/>
                  </a:lnTo>
                  <a:cubicBezTo>
                    <a:pt x="6418" y="1598"/>
                    <a:pt x="6910" y="1106"/>
                    <a:pt x="6910" y="492"/>
                  </a:cubicBezTo>
                  <a:lnTo>
                    <a:pt x="69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0"/>
            <p:cNvSpPr/>
            <p:nvPr/>
          </p:nvSpPr>
          <p:spPr>
            <a:xfrm>
              <a:off x="5884663" y="1868038"/>
              <a:ext cx="86000" cy="100575"/>
            </a:xfrm>
            <a:custGeom>
              <a:avLst/>
              <a:gdLst/>
              <a:ahLst/>
              <a:cxnLst/>
              <a:rect l="l" t="t" r="r" b="b"/>
              <a:pathLst>
                <a:path w="3440" h="4023" extrusionOk="0">
                  <a:moveTo>
                    <a:pt x="1751" y="1"/>
                  </a:moveTo>
                  <a:cubicBezTo>
                    <a:pt x="799" y="1"/>
                    <a:pt x="1" y="768"/>
                    <a:pt x="1" y="1720"/>
                  </a:cubicBezTo>
                  <a:cubicBezTo>
                    <a:pt x="1" y="2518"/>
                    <a:pt x="584" y="3225"/>
                    <a:pt x="1383" y="3378"/>
                  </a:cubicBezTo>
                  <a:lnTo>
                    <a:pt x="1383" y="3654"/>
                  </a:lnTo>
                  <a:cubicBezTo>
                    <a:pt x="1383" y="3869"/>
                    <a:pt x="1567" y="4023"/>
                    <a:pt x="1782" y="4023"/>
                  </a:cubicBezTo>
                  <a:cubicBezTo>
                    <a:pt x="2887" y="3869"/>
                    <a:pt x="3440" y="3010"/>
                    <a:pt x="3440" y="1904"/>
                  </a:cubicBezTo>
                  <a:cubicBezTo>
                    <a:pt x="3440" y="830"/>
                    <a:pt x="2734" y="1"/>
                    <a:pt x="1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0"/>
            <p:cNvSpPr/>
            <p:nvPr/>
          </p:nvSpPr>
          <p:spPr>
            <a:xfrm>
              <a:off x="5764138" y="1722188"/>
              <a:ext cx="172750" cy="252575"/>
            </a:xfrm>
            <a:custGeom>
              <a:avLst/>
              <a:gdLst/>
              <a:ahLst/>
              <a:cxnLst/>
              <a:rect l="l" t="t" r="r" b="b"/>
              <a:pathLst>
                <a:path w="6910" h="10103" extrusionOk="0">
                  <a:moveTo>
                    <a:pt x="3494" y="1594"/>
                  </a:moveTo>
                  <a:cubicBezTo>
                    <a:pt x="3944" y="1594"/>
                    <a:pt x="3944" y="2307"/>
                    <a:pt x="3494" y="2307"/>
                  </a:cubicBezTo>
                  <a:cubicBezTo>
                    <a:pt x="3477" y="2307"/>
                    <a:pt x="3459" y="2306"/>
                    <a:pt x="3440" y="2303"/>
                  </a:cubicBezTo>
                  <a:lnTo>
                    <a:pt x="1905" y="2303"/>
                  </a:lnTo>
                  <a:cubicBezTo>
                    <a:pt x="1885" y="2306"/>
                    <a:pt x="1866" y="2307"/>
                    <a:pt x="1847" y="2307"/>
                  </a:cubicBezTo>
                  <a:cubicBezTo>
                    <a:pt x="1371" y="2307"/>
                    <a:pt x="1371" y="1594"/>
                    <a:pt x="1847" y="1594"/>
                  </a:cubicBezTo>
                  <a:cubicBezTo>
                    <a:pt x="1866" y="1594"/>
                    <a:pt x="1885" y="1595"/>
                    <a:pt x="1905" y="1597"/>
                  </a:cubicBezTo>
                  <a:lnTo>
                    <a:pt x="3440" y="1597"/>
                  </a:lnTo>
                  <a:cubicBezTo>
                    <a:pt x="3459" y="1595"/>
                    <a:pt x="3477" y="1594"/>
                    <a:pt x="3494" y="1594"/>
                  </a:cubicBezTo>
                  <a:close/>
                  <a:moveTo>
                    <a:pt x="5060" y="3129"/>
                  </a:moveTo>
                  <a:cubicBezTo>
                    <a:pt x="5518" y="3129"/>
                    <a:pt x="5510" y="3870"/>
                    <a:pt x="5034" y="3870"/>
                  </a:cubicBezTo>
                  <a:cubicBezTo>
                    <a:pt x="5025" y="3870"/>
                    <a:pt x="5015" y="3870"/>
                    <a:pt x="5006" y="3869"/>
                  </a:cubicBezTo>
                  <a:lnTo>
                    <a:pt x="2857" y="3869"/>
                  </a:lnTo>
                  <a:cubicBezTo>
                    <a:pt x="2847" y="3870"/>
                    <a:pt x="2838" y="3870"/>
                    <a:pt x="2829" y="3870"/>
                  </a:cubicBezTo>
                  <a:cubicBezTo>
                    <a:pt x="2353" y="3870"/>
                    <a:pt x="2344" y="3129"/>
                    <a:pt x="2803" y="3129"/>
                  </a:cubicBezTo>
                  <a:cubicBezTo>
                    <a:pt x="2820" y="3129"/>
                    <a:pt x="2838" y="3130"/>
                    <a:pt x="2857" y="3132"/>
                  </a:cubicBezTo>
                  <a:lnTo>
                    <a:pt x="5006" y="3132"/>
                  </a:lnTo>
                  <a:cubicBezTo>
                    <a:pt x="5025" y="3130"/>
                    <a:pt x="5043" y="3129"/>
                    <a:pt x="5060" y="3129"/>
                  </a:cubicBezTo>
                  <a:close/>
                  <a:moveTo>
                    <a:pt x="1893" y="4683"/>
                  </a:moveTo>
                  <a:cubicBezTo>
                    <a:pt x="1927" y="4683"/>
                    <a:pt x="1962" y="4688"/>
                    <a:pt x="1997" y="4698"/>
                  </a:cubicBezTo>
                  <a:cubicBezTo>
                    <a:pt x="2181" y="4760"/>
                    <a:pt x="2304" y="4975"/>
                    <a:pt x="2242" y="5159"/>
                  </a:cubicBezTo>
                  <a:cubicBezTo>
                    <a:pt x="2193" y="5325"/>
                    <a:pt x="2045" y="5410"/>
                    <a:pt x="1895" y="5410"/>
                  </a:cubicBezTo>
                  <a:cubicBezTo>
                    <a:pt x="1767" y="5410"/>
                    <a:pt x="1638" y="5348"/>
                    <a:pt x="1567" y="5220"/>
                  </a:cubicBezTo>
                  <a:cubicBezTo>
                    <a:pt x="1431" y="4976"/>
                    <a:pt x="1632" y="4683"/>
                    <a:pt x="1893" y="4683"/>
                  </a:cubicBezTo>
                  <a:close/>
                  <a:moveTo>
                    <a:pt x="4227" y="4683"/>
                  </a:moveTo>
                  <a:cubicBezTo>
                    <a:pt x="4260" y="4683"/>
                    <a:pt x="4295" y="4688"/>
                    <a:pt x="4330" y="4698"/>
                  </a:cubicBezTo>
                  <a:cubicBezTo>
                    <a:pt x="4515" y="4760"/>
                    <a:pt x="4637" y="4944"/>
                    <a:pt x="4576" y="5128"/>
                  </a:cubicBezTo>
                  <a:lnTo>
                    <a:pt x="4576" y="5159"/>
                  </a:lnTo>
                  <a:cubicBezTo>
                    <a:pt x="4526" y="5325"/>
                    <a:pt x="4378" y="5410"/>
                    <a:pt x="4229" y="5410"/>
                  </a:cubicBezTo>
                  <a:cubicBezTo>
                    <a:pt x="4101" y="5410"/>
                    <a:pt x="3971" y="5348"/>
                    <a:pt x="3901" y="5220"/>
                  </a:cubicBezTo>
                  <a:cubicBezTo>
                    <a:pt x="3765" y="4976"/>
                    <a:pt x="3966" y="4683"/>
                    <a:pt x="4227" y="4683"/>
                  </a:cubicBezTo>
                  <a:close/>
                  <a:moveTo>
                    <a:pt x="3059" y="4681"/>
                  </a:moveTo>
                  <a:cubicBezTo>
                    <a:pt x="3184" y="4681"/>
                    <a:pt x="3309" y="4744"/>
                    <a:pt x="3379" y="4883"/>
                  </a:cubicBezTo>
                  <a:cubicBezTo>
                    <a:pt x="3471" y="5036"/>
                    <a:pt x="3409" y="5251"/>
                    <a:pt x="3256" y="5343"/>
                  </a:cubicBezTo>
                  <a:lnTo>
                    <a:pt x="3225" y="5374"/>
                  </a:lnTo>
                  <a:cubicBezTo>
                    <a:pt x="3171" y="5404"/>
                    <a:pt x="3114" y="5418"/>
                    <a:pt x="3059" y="5418"/>
                  </a:cubicBezTo>
                  <a:cubicBezTo>
                    <a:pt x="2833" y="5418"/>
                    <a:pt x="2629" y="5191"/>
                    <a:pt x="2703" y="4944"/>
                  </a:cubicBezTo>
                  <a:cubicBezTo>
                    <a:pt x="2754" y="4775"/>
                    <a:pt x="2906" y="4681"/>
                    <a:pt x="3059" y="4681"/>
                  </a:cubicBezTo>
                  <a:close/>
                  <a:moveTo>
                    <a:pt x="1076" y="0"/>
                  </a:moveTo>
                  <a:cubicBezTo>
                    <a:pt x="492" y="0"/>
                    <a:pt x="1" y="461"/>
                    <a:pt x="1" y="1075"/>
                  </a:cubicBezTo>
                  <a:lnTo>
                    <a:pt x="1" y="10103"/>
                  </a:lnTo>
                  <a:lnTo>
                    <a:pt x="5651" y="10103"/>
                  </a:lnTo>
                  <a:cubicBezTo>
                    <a:pt x="5589" y="9980"/>
                    <a:pt x="5528" y="9857"/>
                    <a:pt x="5497" y="9734"/>
                  </a:cubicBezTo>
                  <a:cubicBezTo>
                    <a:pt x="4637" y="9335"/>
                    <a:pt x="4115" y="8475"/>
                    <a:pt x="4115" y="7554"/>
                  </a:cubicBezTo>
                  <a:cubicBezTo>
                    <a:pt x="4115" y="6173"/>
                    <a:pt x="5228" y="5102"/>
                    <a:pt x="6551" y="5102"/>
                  </a:cubicBezTo>
                  <a:cubicBezTo>
                    <a:pt x="6669" y="5102"/>
                    <a:pt x="6789" y="5111"/>
                    <a:pt x="6910" y="5128"/>
                  </a:cubicBezTo>
                  <a:lnTo>
                    <a:pt x="6910" y="1075"/>
                  </a:lnTo>
                  <a:cubicBezTo>
                    <a:pt x="6910" y="492"/>
                    <a:pt x="6418" y="0"/>
                    <a:pt x="5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0" name="Google Shape;3590;p70"/>
          <p:cNvGrpSpPr/>
          <p:nvPr/>
        </p:nvGrpSpPr>
        <p:grpSpPr>
          <a:xfrm>
            <a:off x="6202436" y="2151885"/>
            <a:ext cx="333998" cy="250135"/>
            <a:chOff x="6445063" y="1722188"/>
            <a:chExt cx="339325" cy="254125"/>
          </a:xfrm>
        </p:grpSpPr>
        <p:sp>
          <p:nvSpPr>
            <p:cNvPr id="3591" name="Google Shape;3591;p70"/>
            <p:cNvSpPr/>
            <p:nvPr/>
          </p:nvSpPr>
          <p:spPr>
            <a:xfrm>
              <a:off x="6445063" y="1722188"/>
              <a:ext cx="339325" cy="191175"/>
            </a:xfrm>
            <a:custGeom>
              <a:avLst/>
              <a:gdLst/>
              <a:ahLst/>
              <a:cxnLst/>
              <a:rect l="l" t="t" r="r" b="b"/>
              <a:pathLst>
                <a:path w="13573" h="7647" extrusionOk="0">
                  <a:moveTo>
                    <a:pt x="6767" y="2119"/>
                  </a:moveTo>
                  <a:cubicBezTo>
                    <a:pt x="7577" y="2119"/>
                    <a:pt x="8383" y="2426"/>
                    <a:pt x="8997" y="3040"/>
                  </a:cubicBezTo>
                  <a:cubicBezTo>
                    <a:pt x="9283" y="3326"/>
                    <a:pt x="9014" y="3741"/>
                    <a:pt x="8708" y="3741"/>
                  </a:cubicBezTo>
                  <a:cubicBezTo>
                    <a:pt x="8619" y="3741"/>
                    <a:pt x="8527" y="3706"/>
                    <a:pt x="8444" y="3624"/>
                  </a:cubicBezTo>
                  <a:cubicBezTo>
                    <a:pt x="7968" y="3148"/>
                    <a:pt x="7362" y="2910"/>
                    <a:pt x="6759" y="2910"/>
                  </a:cubicBezTo>
                  <a:cubicBezTo>
                    <a:pt x="6157" y="2910"/>
                    <a:pt x="5558" y="3148"/>
                    <a:pt x="5097" y="3624"/>
                  </a:cubicBezTo>
                  <a:cubicBezTo>
                    <a:pt x="5008" y="3706"/>
                    <a:pt x="4910" y="3741"/>
                    <a:pt x="4818" y="3741"/>
                  </a:cubicBezTo>
                  <a:cubicBezTo>
                    <a:pt x="4496" y="3741"/>
                    <a:pt x="4228" y="3326"/>
                    <a:pt x="4514" y="3040"/>
                  </a:cubicBezTo>
                  <a:cubicBezTo>
                    <a:pt x="5143" y="2426"/>
                    <a:pt x="5957" y="2119"/>
                    <a:pt x="6767" y="2119"/>
                  </a:cubicBezTo>
                  <a:close/>
                  <a:moveTo>
                    <a:pt x="6782" y="3823"/>
                  </a:moveTo>
                  <a:cubicBezTo>
                    <a:pt x="7155" y="3823"/>
                    <a:pt x="7523" y="3961"/>
                    <a:pt x="7799" y="4238"/>
                  </a:cubicBezTo>
                  <a:cubicBezTo>
                    <a:pt x="7953" y="4391"/>
                    <a:pt x="7953" y="4668"/>
                    <a:pt x="7799" y="4821"/>
                  </a:cubicBezTo>
                  <a:cubicBezTo>
                    <a:pt x="7723" y="4898"/>
                    <a:pt x="7615" y="4936"/>
                    <a:pt x="7508" y="4936"/>
                  </a:cubicBezTo>
                  <a:cubicBezTo>
                    <a:pt x="7400" y="4936"/>
                    <a:pt x="7293" y="4898"/>
                    <a:pt x="7216" y="4821"/>
                  </a:cubicBezTo>
                  <a:cubicBezTo>
                    <a:pt x="7093" y="4683"/>
                    <a:pt x="6924" y="4614"/>
                    <a:pt x="6755" y="4614"/>
                  </a:cubicBezTo>
                  <a:cubicBezTo>
                    <a:pt x="6587" y="4614"/>
                    <a:pt x="6418" y="4683"/>
                    <a:pt x="6295" y="4821"/>
                  </a:cubicBezTo>
                  <a:cubicBezTo>
                    <a:pt x="6214" y="4895"/>
                    <a:pt x="6125" y="4926"/>
                    <a:pt x="6039" y="4926"/>
                  </a:cubicBezTo>
                  <a:cubicBezTo>
                    <a:pt x="5729" y="4926"/>
                    <a:pt x="5454" y="4526"/>
                    <a:pt x="5742" y="4238"/>
                  </a:cubicBezTo>
                  <a:cubicBezTo>
                    <a:pt x="6034" y="3961"/>
                    <a:pt x="6410" y="3823"/>
                    <a:pt x="6782" y="3823"/>
                  </a:cubicBezTo>
                  <a:close/>
                  <a:moveTo>
                    <a:pt x="6785" y="5543"/>
                  </a:moveTo>
                  <a:cubicBezTo>
                    <a:pt x="6946" y="5543"/>
                    <a:pt x="7103" y="5646"/>
                    <a:pt x="7155" y="5835"/>
                  </a:cubicBezTo>
                  <a:cubicBezTo>
                    <a:pt x="7185" y="6049"/>
                    <a:pt x="7062" y="6234"/>
                    <a:pt x="6878" y="6295"/>
                  </a:cubicBezTo>
                  <a:cubicBezTo>
                    <a:pt x="6842" y="6305"/>
                    <a:pt x="6807" y="6310"/>
                    <a:pt x="6773" y="6310"/>
                  </a:cubicBezTo>
                  <a:cubicBezTo>
                    <a:pt x="6487" y="6310"/>
                    <a:pt x="6284" y="5989"/>
                    <a:pt x="6448" y="5742"/>
                  </a:cubicBezTo>
                  <a:cubicBezTo>
                    <a:pt x="6530" y="5607"/>
                    <a:pt x="6659" y="5543"/>
                    <a:pt x="6785" y="5543"/>
                  </a:cubicBezTo>
                  <a:close/>
                  <a:moveTo>
                    <a:pt x="369" y="0"/>
                  </a:moveTo>
                  <a:cubicBezTo>
                    <a:pt x="154" y="0"/>
                    <a:pt x="0" y="185"/>
                    <a:pt x="0" y="400"/>
                  </a:cubicBezTo>
                  <a:lnTo>
                    <a:pt x="0" y="7247"/>
                  </a:lnTo>
                  <a:cubicBezTo>
                    <a:pt x="0" y="7462"/>
                    <a:pt x="154" y="7646"/>
                    <a:pt x="369" y="7646"/>
                  </a:cubicBezTo>
                  <a:lnTo>
                    <a:pt x="13173" y="7646"/>
                  </a:lnTo>
                  <a:cubicBezTo>
                    <a:pt x="13388" y="7646"/>
                    <a:pt x="13572" y="7462"/>
                    <a:pt x="13572" y="7247"/>
                  </a:cubicBezTo>
                  <a:lnTo>
                    <a:pt x="13572" y="400"/>
                  </a:lnTo>
                  <a:cubicBezTo>
                    <a:pt x="13572" y="185"/>
                    <a:pt x="13388" y="0"/>
                    <a:pt x="13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0"/>
            <p:cNvSpPr/>
            <p:nvPr/>
          </p:nvSpPr>
          <p:spPr>
            <a:xfrm>
              <a:off x="6471163" y="1933288"/>
              <a:ext cx="285575" cy="43025"/>
            </a:xfrm>
            <a:custGeom>
              <a:avLst/>
              <a:gdLst/>
              <a:ahLst/>
              <a:cxnLst/>
              <a:rect l="l" t="t" r="r" b="b"/>
              <a:pathLst>
                <a:path w="11423" h="1721" extrusionOk="0">
                  <a:moveTo>
                    <a:pt x="1628" y="0"/>
                  </a:moveTo>
                  <a:cubicBezTo>
                    <a:pt x="1566" y="369"/>
                    <a:pt x="1320" y="707"/>
                    <a:pt x="983" y="891"/>
                  </a:cubicBezTo>
                  <a:lnTo>
                    <a:pt x="430" y="891"/>
                  </a:lnTo>
                  <a:cubicBezTo>
                    <a:pt x="215" y="891"/>
                    <a:pt x="31" y="1075"/>
                    <a:pt x="31" y="1290"/>
                  </a:cubicBezTo>
                  <a:cubicBezTo>
                    <a:pt x="0" y="1505"/>
                    <a:pt x="184" y="1720"/>
                    <a:pt x="399" y="1720"/>
                  </a:cubicBezTo>
                  <a:lnTo>
                    <a:pt x="11024" y="1720"/>
                  </a:lnTo>
                  <a:cubicBezTo>
                    <a:pt x="11239" y="1720"/>
                    <a:pt x="11423" y="1505"/>
                    <a:pt x="11423" y="1290"/>
                  </a:cubicBezTo>
                  <a:cubicBezTo>
                    <a:pt x="11392" y="1075"/>
                    <a:pt x="11239" y="922"/>
                    <a:pt x="11024" y="891"/>
                  </a:cubicBezTo>
                  <a:lnTo>
                    <a:pt x="10471" y="891"/>
                  </a:lnTo>
                  <a:cubicBezTo>
                    <a:pt x="10133" y="707"/>
                    <a:pt x="9887" y="369"/>
                    <a:pt x="98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70"/>
          <p:cNvGrpSpPr/>
          <p:nvPr/>
        </p:nvGrpSpPr>
        <p:grpSpPr>
          <a:xfrm>
            <a:off x="6877198" y="2115465"/>
            <a:ext cx="335499" cy="322973"/>
            <a:chOff x="7123663" y="1721863"/>
            <a:chExt cx="340850" cy="328125"/>
          </a:xfrm>
        </p:grpSpPr>
        <p:sp>
          <p:nvSpPr>
            <p:cNvPr id="3594" name="Google Shape;3594;p70"/>
            <p:cNvSpPr/>
            <p:nvPr/>
          </p:nvSpPr>
          <p:spPr>
            <a:xfrm>
              <a:off x="7349338" y="1721863"/>
              <a:ext cx="115175" cy="63150"/>
            </a:xfrm>
            <a:custGeom>
              <a:avLst/>
              <a:gdLst/>
              <a:ahLst/>
              <a:cxnLst/>
              <a:rect l="l" t="t" r="r" b="b"/>
              <a:pathLst>
                <a:path w="4607" h="2526" extrusionOk="0">
                  <a:moveTo>
                    <a:pt x="3551" y="1"/>
                  </a:moveTo>
                  <a:cubicBezTo>
                    <a:pt x="3253" y="1"/>
                    <a:pt x="2979" y="346"/>
                    <a:pt x="3225" y="658"/>
                  </a:cubicBezTo>
                  <a:lnTo>
                    <a:pt x="3378" y="873"/>
                  </a:lnTo>
                  <a:lnTo>
                    <a:pt x="553" y="873"/>
                  </a:lnTo>
                  <a:cubicBezTo>
                    <a:pt x="1" y="873"/>
                    <a:pt x="1" y="1672"/>
                    <a:pt x="553" y="1672"/>
                  </a:cubicBezTo>
                  <a:lnTo>
                    <a:pt x="3378" y="1672"/>
                  </a:lnTo>
                  <a:lnTo>
                    <a:pt x="3225" y="1856"/>
                  </a:lnTo>
                  <a:cubicBezTo>
                    <a:pt x="2975" y="2174"/>
                    <a:pt x="3263" y="2525"/>
                    <a:pt x="3566" y="2525"/>
                  </a:cubicBezTo>
                  <a:cubicBezTo>
                    <a:pt x="3673" y="2525"/>
                    <a:pt x="3782" y="2482"/>
                    <a:pt x="3870" y="2378"/>
                  </a:cubicBezTo>
                  <a:lnTo>
                    <a:pt x="4515" y="1487"/>
                  </a:lnTo>
                  <a:cubicBezTo>
                    <a:pt x="4607" y="1364"/>
                    <a:pt x="4607" y="1150"/>
                    <a:pt x="4515" y="1027"/>
                  </a:cubicBezTo>
                  <a:lnTo>
                    <a:pt x="3870" y="167"/>
                  </a:lnTo>
                  <a:cubicBezTo>
                    <a:pt x="3777" y="50"/>
                    <a:pt x="3662" y="1"/>
                    <a:pt x="35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0"/>
            <p:cNvSpPr/>
            <p:nvPr/>
          </p:nvSpPr>
          <p:spPr>
            <a:xfrm>
              <a:off x="7306363" y="1800488"/>
              <a:ext cx="103650" cy="181950"/>
            </a:xfrm>
            <a:custGeom>
              <a:avLst/>
              <a:gdLst/>
              <a:ahLst/>
              <a:cxnLst/>
              <a:rect l="l" t="t" r="r" b="b"/>
              <a:pathLst>
                <a:path w="4146" h="7278" extrusionOk="0">
                  <a:moveTo>
                    <a:pt x="4146" y="0"/>
                  </a:moveTo>
                  <a:lnTo>
                    <a:pt x="0" y="3624"/>
                  </a:lnTo>
                  <a:lnTo>
                    <a:pt x="4146" y="7278"/>
                  </a:lnTo>
                  <a:lnTo>
                    <a:pt x="4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0"/>
            <p:cNvSpPr/>
            <p:nvPr/>
          </p:nvSpPr>
          <p:spPr>
            <a:xfrm>
              <a:off x="7137463" y="1785888"/>
              <a:ext cx="258725" cy="113650"/>
            </a:xfrm>
            <a:custGeom>
              <a:avLst/>
              <a:gdLst/>
              <a:ahLst/>
              <a:cxnLst/>
              <a:rect l="l" t="t" r="r" b="b"/>
              <a:pathLst>
                <a:path w="10349" h="4546" extrusionOk="0">
                  <a:moveTo>
                    <a:pt x="1" y="1"/>
                  </a:moveTo>
                  <a:lnTo>
                    <a:pt x="5190" y="4545"/>
                  </a:lnTo>
                  <a:lnTo>
                    <a:pt x="103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0"/>
            <p:cNvSpPr/>
            <p:nvPr/>
          </p:nvSpPr>
          <p:spPr>
            <a:xfrm>
              <a:off x="7123663" y="1800488"/>
              <a:ext cx="104425" cy="181950"/>
            </a:xfrm>
            <a:custGeom>
              <a:avLst/>
              <a:gdLst/>
              <a:ahLst/>
              <a:cxnLst/>
              <a:rect l="l" t="t" r="r" b="b"/>
              <a:pathLst>
                <a:path w="4177" h="7278" extrusionOk="0">
                  <a:moveTo>
                    <a:pt x="0" y="0"/>
                  </a:moveTo>
                  <a:lnTo>
                    <a:pt x="0" y="7278"/>
                  </a:lnTo>
                  <a:lnTo>
                    <a:pt x="4176" y="3624"/>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0"/>
            <p:cNvSpPr/>
            <p:nvPr/>
          </p:nvSpPr>
          <p:spPr>
            <a:xfrm>
              <a:off x="7137463" y="1904888"/>
              <a:ext cx="258725" cy="92150"/>
            </a:xfrm>
            <a:custGeom>
              <a:avLst/>
              <a:gdLst/>
              <a:ahLst/>
              <a:cxnLst/>
              <a:rect l="l" t="t" r="r" b="b"/>
              <a:pathLst>
                <a:path w="10349" h="3686" extrusionOk="0">
                  <a:moveTo>
                    <a:pt x="4238" y="0"/>
                  </a:moveTo>
                  <a:lnTo>
                    <a:pt x="1" y="3685"/>
                  </a:lnTo>
                  <a:lnTo>
                    <a:pt x="10349" y="3685"/>
                  </a:lnTo>
                  <a:lnTo>
                    <a:pt x="6173" y="0"/>
                  </a:lnTo>
                  <a:lnTo>
                    <a:pt x="5467" y="614"/>
                  </a:lnTo>
                  <a:cubicBezTo>
                    <a:pt x="5390" y="676"/>
                    <a:pt x="5298" y="707"/>
                    <a:pt x="5206" y="707"/>
                  </a:cubicBezTo>
                  <a:cubicBezTo>
                    <a:pt x="5113" y="707"/>
                    <a:pt x="5021" y="676"/>
                    <a:pt x="4945" y="614"/>
                  </a:cubicBezTo>
                  <a:lnTo>
                    <a:pt x="42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0"/>
            <p:cNvSpPr/>
            <p:nvPr/>
          </p:nvSpPr>
          <p:spPr>
            <a:xfrm>
              <a:off x="7178163" y="1838863"/>
              <a:ext cx="284825" cy="211125"/>
            </a:xfrm>
            <a:custGeom>
              <a:avLst/>
              <a:gdLst/>
              <a:ahLst/>
              <a:cxnLst/>
              <a:rect l="l" t="t" r="r" b="b"/>
              <a:pathLst>
                <a:path w="11393" h="8445" extrusionOk="0">
                  <a:moveTo>
                    <a:pt x="10072" y="1"/>
                  </a:moveTo>
                  <a:lnTo>
                    <a:pt x="10072" y="6695"/>
                  </a:lnTo>
                  <a:cubicBezTo>
                    <a:pt x="10072" y="6909"/>
                    <a:pt x="9918" y="7094"/>
                    <a:pt x="9703" y="7094"/>
                  </a:cubicBezTo>
                  <a:lnTo>
                    <a:pt x="0" y="7094"/>
                  </a:lnTo>
                  <a:lnTo>
                    <a:pt x="0" y="8046"/>
                  </a:lnTo>
                  <a:cubicBezTo>
                    <a:pt x="0" y="8261"/>
                    <a:pt x="154" y="8445"/>
                    <a:pt x="369" y="8445"/>
                  </a:cubicBezTo>
                  <a:lnTo>
                    <a:pt x="11024" y="8445"/>
                  </a:lnTo>
                  <a:cubicBezTo>
                    <a:pt x="11239" y="8445"/>
                    <a:pt x="11392" y="8261"/>
                    <a:pt x="11392" y="8046"/>
                  </a:cubicBezTo>
                  <a:lnTo>
                    <a:pt x="11392" y="400"/>
                  </a:lnTo>
                  <a:cubicBezTo>
                    <a:pt x="11392" y="185"/>
                    <a:pt x="11239" y="31"/>
                    <a:pt x="11024" y="31"/>
                  </a:cubicBezTo>
                  <a:lnTo>
                    <a:pt x="110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0" name="Google Shape;3600;p70"/>
          <p:cNvGrpSpPr/>
          <p:nvPr/>
        </p:nvGrpSpPr>
        <p:grpSpPr>
          <a:xfrm>
            <a:off x="7539078" y="2109572"/>
            <a:ext cx="340051" cy="334760"/>
            <a:chOff x="7800713" y="1722188"/>
            <a:chExt cx="345475" cy="340100"/>
          </a:xfrm>
        </p:grpSpPr>
        <p:sp>
          <p:nvSpPr>
            <p:cNvPr id="3601" name="Google Shape;3601;p70"/>
            <p:cNvSpPr/>
            <p:nvPr/>
          </p:nvSpPr>
          <p:spPr>
            <a:xfrm>
              <a:off x="7909738" y="1870338"/>
              <a:ext cx="128975" cy="43775"/>
            </a:xfrm>
            <a:custGeom>
              <a:avLst/>
              <a:gdLst/>
              <a:ahLst/>
              <a:cxnLst/>
              <a:rect l="l" t="t" r="r" b="b"/>
              <a:pathLst>
                <a:path w="5159" h="1751" extrusionOk="0">
                  <a:moveTo>
                    <a:pt x="123" y="1"/>
                  </a:moveTo>
                  <a:cubicBezTo>
                    <a:pt x="62" y="1"/>
                    <a:pt x="0" y="62"/>
                    <a:pt x="0" y="123"/>
                  </a:cubicBezTo>
                  <a:lnTo>
                    <a:pt x="0" y="1628"/>
                  </a:lnTo>
                  <a:cubicBezTo>
                    <a:pt x="0" y="1689"/>
                    <a:pt x="62" y="1751"/>
                    <a:pt x="123" y="1751"/>
                  </a:cubicBezTo>
                  <a:lnTo>
                    <a:pt x="5005" y="1751"/>
                  </a:lnTo>
                  <a:cubicBezTo>
                    <a:pt x="5097" y="1751"/>
                    <a:pt x="5159" y="1689"/>
                    <a:pt x="5159" y="1628"/>
                  </a:cubicBezTo>
                  <a:lnTo>
                    <a:pt x="5159" y="123"/>
                  </a:lnTo>
                  <a:cubicBezTo>
                    <a:pt x="5159" y="62"/>
                    <a:pt x="5097" y="1"/>
                    <a:pt x="5005" y="1"/>
                  </a:cubicBezTo>
                  <a:lnTo>
                    <a:pt x="4238" y="1"/>
                  </a:lnTo>
                  <a:lnTo>
                    <a:pt x="4238" y="431"/>
                  </a:lnTo>
                  <a:cubicBezTo>
                    <a:pt x="4238" y="645"/>
                    <a:pt x="4084" y="830"/>
                    <a:pt x="3869" y="830"/>
                  </a:cubicBezTo>
                  <a:cubicBezTo>
                    <a:pt x="3851" y="832"/>
                    <a:pt x="3833" y="833"/>
                    <a:pt x="3816" y="833"/>
                  </a:cubicBezTo>
                  <a:cubicBezTo>
                    <a:pt x="3597" y="833"/>
                    <a:pt x="3439" y="660"/>
                    <a:pt x="3439" y="461"/>
                  </a:cubicBezTo>
                  <a:lnTo>
                    <a:pt x="34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0"/>
            <p:cNvSpPr/>
            <p:nvPr/>
          </p:nvSpPr>
          <p:spPr>
            <a:xfrm>
              <a:off x="7875963" y="1997763"/>
              <a:ext cx="196525" cy="64525"/>
            </a:xfrm>
            <a:custGeom>
              <a:avLst/>
              <a:gdLst/>
              <a:ahLst/>
              <a:cxnLst/>
              <a:rect l="l" t="t" r="r" b="b"/>
              <a:pathLst>
                <a:path w="7861" h="2581" extrusionOk="0">
                  <a:moveTo>
                    <a:pt x="3531" y="1"/>
                  </a:moveTo>
                  <a:lnTo>
                    <a:pt x="3531" y="1782"/>
                  </a:lnTo>
                  <a:lnTo>
                    <a:pt x="522" y="1782"/>
                  </a:lnTo>
                  <a:cubicBezTo>
                    <a:pt x="0" y="1782"/>
                    <a:pt x="0" y="2580"/>
                    <a:pt x="522" y="2580"/>
                  </a:cubicBezTo>
                  <a:lnTo>
                    <a:pt x="7308" y="2580"/>
                  </a:lnTo>
                  <a:cubicBezTo>
                    <a:pt x="7861" y="2580"/>
                    <a:pt x="7861" y="1782"/>
                    <a:pt x="7308" y="1782"/>
                  </a:cubicBezTo>
                  <a:lnTo>
                    <a:pt x="4330" y="1782"/>
                  </a:lnTo>
                  <a:lnTo>
                    <a:pt x="43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0"/>
            <p:cNvSpPr/>
            <p:nvPr/>
          </p:nvSpPr>
          <p:spPr>
            <a:xfrm>
              <a:off x="7909738" y="1934063"/>
              <a:ext cx="128975" cy="43775"/>
            </a:xfrm>
            <a:custGeom>
              <a:avLst/>
              <a:gdLst/>
              <a:ahLst/>
              <a:cxnLst/>
              <a:rect l="l" t="t" r="r" b="b"/>
              <a:pathLst>
                <a:path w="5159" h="1751" extrusionOk="0">
                  <a:moveTo>
                    <a:pt x="123" y="0"/>
                  </a:moveTo>
                  <a:cubicBezTo>
                    <a:pt x="62" y="0"/>
                    <a:pt x="0" y="62"/>
                    <a:pt x="0" y="123"/>
                  </a:cubicBezTo>
                  <a:lnTo>
                    <a:pt x="0" y="1628"/>
                  </a:lnTo>
                  <a:cubicBezTo>
                    <a:pt x="0" y="1689"/>
                    <a:pt x="62" y="1750"/>
                    <a:pt x="123" y="1750"/>
                  </a:cubicBezTo>
                  <a:lnTo>
                    <a:pt x="5005" y="1750"/>
                  </a:lnTo>
                  <a:cubicBezTo>
                    <a:pt x="5097" y="1750"/>
                    <a:pt x="5159" y="1689"/>
                    <a:pt x="5159" y="1628"/>
                  </a:cubicBezTo>
                  <a:lnTo>
                    <a:pt x="5159" y="123"/>
                  </a:lnTo>
                  <a:cubicBezTo>
                    <a:pt x="5159" y="62"/>
                    <a:pt x="5097" y="0"/>
                    <a:pt x="5005" y="0"/>
                  </a:cubicBezTo>
                  <a:lnTo>
                    <a:pt x="4238" y="0"/>
                  </a:lnTo>
                  <a:lnTo>
                    <a:pt x="4238" y="430"/>
                  </a:lnTo>
                  <a:cubicBezTo>
                    <a:pt x="4238" y="645"/>
                    <a:pt x="4084" y="829"/>
                    <a:pt x="3869" y="860"/>
                  </a:cubicBezTo>
                  <a:cubicBezTo>
                    <a:pt x="3623" y="860"/>
                    <a:pt x="3439" y="676"/>
                    <a:pt x="3439" y="461"/>
                  </a:cubicBezTo>
                  <a:lnTo>
                    <a:pt x="34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0"/>
            <p:cNvSpPr/>
            <p:nvPr/>
          </p:nvSpPr>
          <p:spPr>
            <a:xfrm>
              <a:off x="7800713" y="1722188"/>
              <a:ext cx="345475" cy="228025"/>
            </a:xfrm>
            <a:custGeom>
              <a:avLst/>
              <a:gdLst/>
              <a:ahLst/>
              <a:cxnLst/>
              <a:rect l="l" t="t" r="r" b="b"/>
              <a:pathLst>
                <a:path w="13819" h="9121" extrusionOk="0">
                  <a:moveTo>
                    <a:pt x="6969" y="0"/>
                  </a:moveTo>
                  <a:cubicBezTo>
                    <a:pt x="5298" y="0"/>
                    <a:pt x="3635" y="1193"/>
                    <a:pt x="3563" y="3255"/>
                  </a:cubicBezTo>
                  <a:cubicBezTo>
                    <a:pt x="3388" y="3224"/>
                    <a:pt x="3214" y="3209"/>
                    <a:pt x="3043" y="3209"/>
                  </a:cubicBezTo>
                  <a:cubicBezTo>
                    <a:pt x="1534" y="3209"/>
                    <a:pt x="234" y="4382"/>
                    <a:pt x="124" y="5927"/>
                  </a:cubicBezTo>
                  <a:cubicBezTo>
                    <a:pt x="1" y="7646"/>
                    <a:pt x="1383" y="9120"/>
                    <a:pt x="3102" y="9120"/>
                  </a:cubicBezTo>
                  <a:lnTo>
                    <a:pt x="3563" y="9120"/>
                  </a:lnTo>
                  <a:lnTo>
                    <a:pt x="3563" y="5927"/>
                  </a:lnTo>
                  <a:cubicBezTo>
                    <a:pt x="3563" y="5466"/>
                    <a:pt x="3931" y="5128"/>
                    <a:pt x="4361" y="5128"/>
                  </a:cubicBezTo>
                  <a:lnTo>
                    <a:pt x="9520" y="5128"/>
                  </a:lnTo>
                  <a:cubicBezTo>
                    <a:pt x="9950" y="5128"/>
                    <a:pt x="10318" y="5466"/>
                    <a:pt x="10318" y="5927"/>
                  </a:cubicBezTo>
                  <a:lnTo>
                    <a:pt x="10318" y="9089"/>
                  </a:lnTo>
                  <a:cubicBezTo>
                    <a:pt x="12283" y="8997"/>
                    <a:pt x="13819" y="7339"/>
                    <a:pt x="13726" y="5343"/>
                  </a:cubicBezTo>
                  <a:cubicBezTo>
                    <a:pt x="13637" y="3434"/>
                    <a:pt x="12041" y="1931"/>
                    <a:pt x="10148" y="1931"/>
                  </a:cubicBezTo>
                  <a:cubicBezTo>
                    <a:pt x="10093" y="1931"/>
                    <a:pt x="10037" y="1932"/>
                    <a:pt x="9980" y="1935"/>
                  </a:cubicBezTo>
                  <a:cubicBezTo>
                    <a:pt x="9354" y="606"/>
                    <a:pt x="8159" y="0"/>
                    <a:pt x="6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70"/>
          <p:cNvGrpSpPr/>
          <p:nvPr/>
        </p:nvGrpSpPr>
        <p:grpSpPr>
          <a:xfrm>
            <a:off x="847610" y="2778219"/>
            <a:ext cx="336261" cy="335326"/>
            <a:chOff x="1003963" y="2401738"/>
            <a:chExt cx="341625" cy="340675"/>
          </a:xfrm>
        </p:grpSpPr>
        <p:sp>
          <p:nvSpPr>
            <p:cNvPr id="3606" name="Google Shape;3606;p70"/>
            <p:cNvSpPr/>
            <p:nvPr/>
          </p:nvSpPr>
          <p:spPr>
            <a:xfrm>
              <a:off x="1048463" y="2401738"/>
              <a:ext cx="297125" cy="293875"/>
            </a:xfrm>
            <a:custGeom>
              <a:avLst/>
              <a:gdLst/>
              <a:ahLst/>
              <a:cxnLst/>
              <a:rect l="l" t="t" r="r" b="b"/>
              <a:pathLst>
                <a:path w="11885" h="11755" extrusionOk="0">
                  <a:moveTo>
                    <a:pt x="2903" y="1"/>
                  </a:moveTo>
                  <a:cubicBezTo>
                    <a:pt x="2795" y="1"/>
                    <a:pt x="2688" y="39"/>
                    <a:pt x="2611" y="116"/>
                  </a:cubicBezTo>
                  <a:lnTo>
                    <a:pt x="492" y="2265"/>
                  </a:lnTo>
                  <a:cubicBezTo>
                    <a:pt x="308" y="2419"/>
                    <a:pt x="308" y="2664"/>
                    <a:pt x="492" y="2818"/>
                  </a:cubicBezTo>
                  <a:lnTo>
                    <a:pt x="2181" y="4538"/>
                  </a:lnTo>
                  <a:cubicBezTo>
                    <a:pt x="2258" y="4614"/>
                    <a:pt x="2365" y="4653"/>
                    <a:pt x="2473" y="4653"/>
                  </a:cubicBezTo>
                  <a:cubicBezTo>
                    <a:pt x="2580" y="4653"/>
                    <a:pt x="2688" y="4614"/>
                    <a:pt x="2764" y="4538"/>
                  </a:cubicBezTo>
                  <a:lnTo>
                    <a:pt x="3532" y="3770"/>
                  </a:lnTo>
                  <a:lnTo>
                    <a:pt x="4116" y="4353"/>
                  </a:lnTo>
                  <a:lnTo>
                    <a:pt x="3440" y="5029"/>
                  </a:lnTo>
                  <a:cubicBezTo>
                    <a:pt x="3286" y="5182"/>
                    <a:pt x="3286" y="5459"/>
                    <a:pt x="3440" y="5612"/>
                  </a:cubicBezTo>
                  <a:lnTo>
                    <a:pt x="4545" y="6718"/>
                  </a:lnTo>
                  <a:lnTo>
                    <a:pt x="3993" y="7301"/>
                  </a:lnTo>
                  <a:cubicBezTo>
                    <a:pt x="3435" y="6867"/>
                    <a:pt x="2768" y="6652"/>
                    <a:pt x="2102" y="6652"/>
                  </a:cubicBezTo>
                  <a:cubicBezTo>
                    <a:pt x="1447" y="6652"/>
                    <a:pt x="794" y="6860"/>
                    <a:pt x="247" y="7270"/>
                  </a:cubicBezTo>
                  <a:cubicBezTo>
                    <a:pt x="32" y="7393"/>
                    <a:pt x="1" y="7700"/>
                    <a:pt x="185" y="7854"/>
                  </a:cubicBezTo>
                  <a:lnTo>
                    <a:pt x="3993" y="11631"/>
                  </a:lnTo>
                  <a:cubicBezTo>
                    <a:pt x="4063" y="11715"/>
                    <a:pt x="4166" y="11754"/>
                    <a:pt x="4268" y="11754"/>
                  </a:cubicBezTo>
                  <a:cubicBezTo>
                    <a:pt x="4389" y="11754"/>
                    <a:pt x="4510" y="11700"/>
                    <a:pt x="4576" y="11600"/>
                  </a:cubicBezTo>
                  <a:cubicBezTo>
                    <a:pt x="5405" y="10464"/>
                    <a:pt x="5405" y="8959"/>
                    <a:pt x="4545" y="7854"/>
                  </a:cubicBezTo>
                  <a:lnTo>
                    <a:pt x="5129" y="7270"/>
                  </a:lnTo>
                  <a:lnTo>
                    <a:pt x="6234" y="8376"/>
                  </a:lnTo>
                  <a:cubicBezTo>
                    <a:pt x="6311" y="8453"/>
                    <a:pt x="6411" y="8491"/>
                    <a:pt x="6511" y="8491"/>
                  </a:cubicBezTo>
                  <a:cubicBezTo>
                    <a:pt x="6610" y="8491"/>
                    <a:pt x="6710" y="8453"/>
                    <a:pt x="6787" y="8376"/>
                  </a:cubicBezTo>
                  <a:lnTo>
                    <a:pt x="7463" y="7700"/>
                  </a:lnTo>
                  <a:lnTo>
                    <a:pt x="8077" y="8314"/>
                  </a:lnTo>
                  <a:lnTo>
                    <a:pt x="7309" y="9082"/>
                  </a:lnTo>
                  <a:cubicBezTo>
                    <a:pt x="7125" y="9205"/>
                    <a:pt x="7125" y="9481"/>
                    <a:pt x="7309" y="9635"/>
                  </a:cubicBezTo>
                  <a:lnTo>
                    <a:pt x="8998" y="11324"/>
                  </a:lnTo>
                  <a:cubicBezTo>
                    <a:pt x="9075" y="11416"/>
                    <a:pt x="9174" y="11462"/>
                    <a:pt x="9274" y="11462"/>
                  </a:cubicBezTo>
                  <a:cubicBezTo>
                    <a:pt x="9374" y="11462"/>
                    <a:pt x="9474" y="11416"/>
                    <a:pt x="9551" y="11324"/>
                  </a:cubicBezTo>
                  <a:lnTo>
                    <a:pt x="11731" y="9205"/>
                  </a:lnTo>
                  <a:cubicBezTo>
                    <a:pt x="11884" y="9051"/>
                    <a:pt x="11884" y="8775"/>
                    <a:pt x="11731" y="8652"/>
                  </a:cubicBezTo>
                  <a:lnTo>
                    <a:pt x="9980" y="6963"/>
                  </a:lnTo>
                  <a:cubicBezTo>
                    <a:pt x="9904" y="6871"/>
                    <a:pt x="9804" y="6825"/>
                    <a:pt x="9704" y="6825"/>
                  </a:cubicBezTo>
                  <a:cubicBezTo>
                    <a:pt x="9604" y="6825"/>
                    <a:pt x="9504" y="6871"/>
                    <a:pt x="9428" y="6963"/>
                  </a:cubicBezTo>
                  <a:lnTo>
                    <a:pt x="8660" y="7731"/>
                  </a:lnTo>
                  <a:lnTo>
                    <a:pt x="8046" y="7117"/>
                  </a:lnTo>
                  <a:lnTo>
                    <a:pt x="11731" y="3463"/>
                  </a:lnTo>
                  <a:cubicBezTo>
                    <a:pt x="11884" y="3309"/>
                    <a:pt x="11884" y="3064"/>
                    <a:pt x="11731" y="2910"/>
                  </a:cubicBezTo>
                  <a:lnTo>
                    <a:pt x="10595" y="1774"/>
                  </a:lnTo>
                  <a:lnTo>
                    <a:pt x="10902" y="1467"/>
                  </a:lnTo>
                  <a:cubicBezTo>
                    <a:pt x="11208" y="1184"/>
                    <a:pt x="10935" y="793"/>
                    <a:pt x="10626" y="793"/>
                  </a:cubicBezTo>
                  <a:cubicBezTo>
                    <a:pt x="10532" y="793"/>
                    <a:pt x="10435" y="829"/>
                    <a:pt x="10349" y="914"/>
                  </a:cubicBezTo>
                  <a:lnTo>
                    <a:pt x="10042" y="1221"/>
                  </a:lnTo>
                  <a:lnTo>
                    <a:pt x="8936" y="116"/>
                  </a:lnTo>
                  <a:cubicBezTo>
                    <a:pt x="8860" y="39"/>
                    <a:pt x="8752" y="1"/>
                    <a:pt x="8645" y="1"/>
                  </a:cubicBezTo>
                  <a:cubicBezTo>
                    <a:pt x="8537" y="1"/>
                    <a:pt x="8430" y="39"/>
                    <a:pt x="8353" y="116"/>
                  </a:cubicBezTo>
                  <a:lnTo>
                    <a:pt x="4699" y="3770"/>
                  </a:lnTo>
                  <a:lnTo>
                    <a:pt x="4085" y="3186"/>
                  </a:lnTo>
                  <a:lnTo>
                    <a:pt x="4852" y="2419"/>
                  </a:lnTo>
                  <a:cubicBezTo>
                    <a:pt x="5037" y="2265"/>
                    <a:pt x="5037" y="2020"/>
                    <a:pt x="4852" y="1866"/>
                  </a:cubicBezTo>
                  <a:lnTo>
                    <a:pt x="3194" y="116"/>
                  </a:lnTo>
                  <a:cubicBezTo>
                    <a:pt x="3118" y="39"/>
                    <a:pt x="3010" y="1"/>
                    <a:pt x="2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0"/>
            <p:cNvSpPr/>
            <p:nvPr/>
          </p:nvSpPr>
          <p:spPr>
            <a:xfrm>
              <a:off x="1047713" y="2636638"/>
              <a:ext cx="65275" cy="62025"/>
            </a:xfrm>
            <a:custGeom>
              <a:avLst/>
              <a:gdLst/>
              <a:ahLst/>
              <a:cxnLst/>
              <a:rect l="l" t="t" r="r" b="b"/>
              <a:pathLst>
                <a:path w="2611" h="2481" extrusionOk="0">
                  <a:moveTo>
                    <a:pt x="399" y="1"/>
                  </a:moveTo>
                  <a:cubicBezTo>
                    <a:pt x="200" y="1"/>
                    <a:pt x="0" y="131"/>
                    <a:pt x="0" y="392"/>
                  </a:cubicBezTo>
                  <a:cubicBezTo>
                    <a:pt x="0" y="1559"/>
                    <a:pt x="921" y="2480"/>
                    <a:pt x="2088" y="2480"/>
                  </a:cubicBezTo>
                  <a:cubicBezTo>
                    <a:pt x="2610" y="2480"/>
                    <a:pt x="2610" y="1682"/>
                    <a:pt x="2088" y="1682"/>
                  </a:cubicBezTo>
                  <a:cubicBezTo>
                    <a:pt x="1382" y="1682"/>
                    <a:pt x="799" y="1098"/>
                    <a:pt x="799" y="392"/>
                  </a:cubicBezTo>
                  <a:cubicBezTo>
                    <a:pt x="799" y="131"/>
                    <a:pt x="599"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0"/>
            <p:cNvSpPr/>
            <p:nvPr/>
          </p:nvSpPr>
          <p:spPr>
            <a:xfrm>
              <a:off x="1003963" y="2636638"/>
              <a:ext cx="109775" cy="105775"/>
            </a:xfrm>
            <a:custGeom>
              <a:avLst/>
              <a:gdLst/>
              <a:ahLst/>
              <a:cxnLst/>
              <a:rect l="l" t="t" r="r" b="b"/>
              <a:pathLst>
                <a:path w="4391" h="4231" extrusionOk="0">
                  <a:moveTo>
                    <a:pt x="399" y="1"/>
                  </a:moveTo>
                  <a:cubicBezTo>
                    <a:pt x="200" y="1"/>
                    <a:pt x="0" y="131"/>
                    <a:pt x="0" y="392"/>
                  </a:cubicBezTo>
                  <a:cubicBezTo>
                    <a:pt x="0" y="2511"/>
                    <a:pt x="1720" y="4230"/>
                    <a:pt x="3838" y="4230"/>
                  </a:cubicBezTo>
                  <a:cubicBezTo>
                    <a:pt x="4391" y="4230"/>
                    <a:pt x="4391" y="3432"/>
                    <a:pt x="3838" y="3432"/>
                  </a:cubicBezTo>
                  <a:cubicBezTo>
                    <a:pt x="2180" y="3432"/>
                    <a:pt x="798" y="2050"/>
                    <a:pt x="798" y="392"/>
                  </a:cubicBezTo>
                  <a:cubicBezTo>
                    <a:pt x="798" y="131"/>
                    <a:pt x="599"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9" name="Google Shape;3609;p70"/>
          <p:cNvGrpSpPr/>
          <p:nvPr/>
        </p:nvGrpSpPr>
        <p:grpSpPr>
          <a:xfrm>
            <a:off x="1520367" y="2800071"/>
            <a:ext cx="330233" cy="291623"/>
            <a:chOff x="1684088" y="2402388"/>
            <a:chExt cx="335500" cy="296275"/>
          </a:xfrm>
        </p:grpSpPr>
        <p:sp>
          <p:nvSpPr>
            <p:cNvPr id="3610" name="Google Shape;3610;p70"/>
            <p:cNvSpPr/>
            <p:nvPr/>
          </p:nvSpPr>
          <p:spPr>
            <a:xfrm>
              <a:off x="1684088" y="2402388"/>
              <a:ext cx="206525" cy="217200"/>
            </a:xfrm>
            <a:custGeom>
              <a:avLst/>
              <a:gdLst/>
              <a:ahLst/>
              <a:cxnLst/>
              <a:rect l="l" t="t" r="r" b="b"/>
              <a:pathLst>
                <a:path w="8261" h="8688" extrusionOk="0">
                  <a:moveTo>
                    <a:pt x="4415" y="0"/>
                  </a:moveTo>
                  <a:cubicBezTo>
                    <a:pt x="2203" y="0"/>
                    <a:pt x="1" y="1620"/>
                    <a:pt x="1" y="4358"/>
                  </a:cubicBezTo>
                  <a:cubicBezTo>
                    <a:pt x="1" y="4972"/>
                    <a:pt x="154" y="5617"/>
                    <a:pt x="430" y="6200"/>
                  </a:cubicBezTo>
                  <a:lnTo>
                    <a:pt x="31" y="8227"/>
                  </a:lnTo>
                  <a:cubicBezTo>
                    <a:pt x="1" y="8473"/>
                    <a:pt x="185" y="8688"/>
                    <a:pt x="430" y="8688"/>
                  </a:cubicBezTo>
                  <a:lnTo>
                    <a:pt x="2488" y="8258"/>
                  </a:lnTo>
                  <a:cubicBezTo>
                    <a:pt x="2764" y="8380"/>
                    <a:pt x="3071" y="8503"/>
                    <a:pt x="3378" y="8565"/>
                  </a:cubicBezTo>
                  <a:cubicBezTo>
                    <a:pt x="2703" y="5433"/>
                    <a:pt x="5067" y="2485"/>
                    <a:pt x="8260" y="2424"/>
                  </a:cubicBezTo>
                  <a:cubicBezTo>
                    <a:pt x="7438" y="755"/>
                    <a:pt x="5924"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0"/>
            <p:cNvSpPr/>
            <p:nvPr/>
          </p:nvSpPr>
          <p:spPr>
            <a:xfrm>
              <a:off x="1785413" y="2481363"/>
              <a:ext cx="234175" cy="217300"/>
            </a:xfrm>
            <a:custGeom>
              <a:avLst/>
              <a:gdLst/>
              <a:ahLst/>
              <a:cxnLst/>
              <a:rect l="l" t="t" r="r" b="b"/>
              <a:pathLst>
                <a:path w="9367" h="8692" extrusionOk="0">
                  <a:moveTo>
                    <a:pt x="4402" y="0"/>
                  </a:moveTo>
                  <a:cubicBezTo>
                    <a:pt x="2057" y="0"/>
                    <a:pt x="123" y="1881"/>
                    <a:pt x="62" y="4239"/>
                  </a:cubicBezTo>
                  <a:cubicBezTo>
                    <a:pt x="1" y="6634"/>
                    <a:pt x="1904" y="8630"/>
                    <a:pt x="4300" y="8691"/>
                  </a:cubicBezTo>
                  <a:cubicBezTo>
                    <a:pt x="4944" y="8691"/>
                    <a:pt x="5589" y="8538"/>
                    <a:pt x="6173" y="8261"/>
                  </a:cubicBezTo>
                  <a:cubicBezTo>
                    <a:pt x="8178" y="8668"/>
                    <a:pt x="8270" y="8692"/>
                    <a:pt x="8285" y="8692"/>
                  </a:cubicBezTo>
                  <a:cubicBezTo>
                    <a:pt x="8287" y="8692"/>
                    <a:pt x="8288" y="8691"/>
                    <a:pt x="8291" y="8691"/>
                  </a:cubicBezTo>
                  <a:cubicBezTo>
                    <a:pt x="8537" y="8691"/>
                    <a:pt x="8721" y="8476"/>
                    <a:pt x="8691" y="8231"/>
                  </a:cubicBezTo>
                  <a:lnTo>
                    <a:pt x="8261" y="6204"/>
                  </a:lnTo>
                  <a:cubicBezTo>
                    <a:pt x="8322" y="6051"/>
                    <a:pt x="8383" y="5897"/>
                    <a:pt x="8445" y="5743"/>
                  </a:cubicBezTo>
                  <a:cubicBezTo>
                    <a:pt x="9366" y="3011"/>
                    <a:pt x="7401" y="124"/>
                    <a:pt x="4514" y="1"/>
                  </a:cubicBezTo>
                  <a:cubicBezTo>
                    <a:pt x="4477" y="1"/>
                    <a:pt x="4439" y="0"/>
                    <a:pt x="44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70"/>
          <p:cNvGrpSpPr/>
          <p:nvPr/>
        </p:nvGrpSpPr>
        <p:grpSpPr>
          <a:xfrm>
            <a:off x="2167495" y="2821197"/>
            <a:ext cx="333998" cy="249372"/>
            <a:chOff x="2364238" y="2402313"/>
            <a:chExt cx="339325" cy="253350"/>
          </a:xfrm>
        </p:grpSpPr>
        <p:sp>
          <p:nvSpPr>
            <p:cNvPr id="3613" name="Google Shape;3613;p70"/>
            <p:cNvSpPr/>
            <p:nvPr/>
          </p:nvSpPr>
          <p:spPr>
            <a:xfrm>
              <a:off x="2546938" y="2416138"/>
              <a:ext cx="102875" cy="113625"/>
            </a:xfrm>
            <a:custGeom>
              <a:avLst/>
              <a:gdLst/>
              <a:ahLst/>
              <a:cxnLst/>
              <a:rect l="l" t="t" r="r" b="b"/>
              <a:pathLst>
                <a:path w="4115" h="4545" extrusionOk="0">
                  <a:moveTo>
                    <a:pt x="4115" y="0"/>
                  </a:moveTo>
                  <a:lnTo>
                    <a:pt x="0" y="3654"/>
                  </a:lnTo>
                  <a:lnTo>
                    <a:pt x="1013" y="4545"/>
                  </a:lnTo>
                  <a:lnTo>
                    <a:pt x="1044" y="4484"/>
                  </a:lnTo>
                  <a:cubicBezTo>
                    <a:pt x="1157" y="3077"/>
                    <a:pt x="2352" y="2031"/>
                    <a:pt x="3732" y="2031"/>
                  </a:cubicBezTo>
                  <a:cubicBezTo>
                    <a:pt x="3858" y="2031"/>
                    <a:pt x="3986" y="2040"/>
                    <a:pt x="4115" y="2058"/>
                  </a:cubicBezTo>
                  <a:lnTo>
                    <a:pt x="4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0"/>
            <p:cNvSpPr/>
            <p:nvPr/>
          </p:nvSpPr>
          <p:spPr>
            <a:xfrm>
              <a:off x="2577638" y="2487563"/>
              <a:ext cx="125925" cy="168100"/>
            </a:xfrm>
            <a:custGeom>
              <a:avLst/>
              <a:gdLst/>
              <a:ahLst/>
              <a:cxnLst/>
              <a:rect l="l" t="t" r="r" b="b"/>
              <a:pathLst>
                <a:path w="5037" h="6724" extrusionOk="0">
                  <a:moveTo>
                    <a:pt x="2503" y="836"/>
                  </a:moveTo>
                  <a:cubicBezTo>
                    <a:pt x="3025" y="836"/>
                    <a:pt x="3547" y="1181"/>
                    <a:pt x="3593" y="1872"/>
                  </a:cubicBezTo>
                  <a:lnTo>
                    <a:pt x="3593" y="2333"/>
                  </a:lnTo>
                  <a:lnTo>
                    <a:pt x="1413" y="2333"/>
                  </a:lnTo>
                  <a:lnTo>
                    <a:pt x="1413" y="1872"/>
                  </a:lnTo>
                  <a:cubicBezTo>
                    <a:pt x="1459" y="1181"/>
                    <a:pt x="1981" y="836"/>
                    <a:pt x="2503" y="836"/>
                  </a:cubicBezTo>
                  <a:close/>
                  <a:moveTo>
                    <a:pt x="2518" y="4029"/>
                  </a:moveTo>
                  <a:cubicBezTo>
                    <a:pt x="2718" y="4029"/>
                    <a:pt x="2917" y="4160"/>
                    <a:pt x="2917" y="4421"/>
                  </a:cubicBezTo>
                  <a:lnTo>
                    <a:pt x="2917" y="4636"/>
                  </a:lnTo>
                  <a:cubicBezTo>
                    <a:pt x="2917" y="4897"/>
                    <a:pt x="2718" y="5027"/>
                    <a:pt x="2518" y="5027"/>
                  </a:cubicBezTo>
                  <a:cubicBezTo>
                    <a:pt x="2319" y="5027"/>
                    <a:pt x="2119" y="4897"/>
                    <a:pt x="2119" y="4636"/>
                  </a:cubicBezTo>
                  <a:lnTo>
                    <a:pt x="2119" y="4421"/>
                  </a:lnTo>
                  <a:cubicBezTo>
                    <a:pt x="2119" y="4160"/>
                    <a:pt x="2319" y="4029"/>
                    <a:pt x="2518" y="4029"/>
                  </a:cubicBezTo>
                  <a:close/>
                  <a:moveTo>
                    <a:pt x="2522" y="1"/>
                  </a:moveTo>
                  <a:cubicBezTo>
                    <a:pt x="1575" y="1"/>
                    <a:pt x="629" y="648"/>
                    <a:pt x="645" y="1903"/>
                  </a:cubicBezTo>
                  <a:lnTo>
                    <a:pt x="645" y="2363"/>
                  </a:lnTo>
                  <a:lnTo>
                    <a:pt x="399" y="2363"/>
                  </a:lnTo>
                  <a:cubicBezTo>
                    <a:pt x="185" y="2363"/>
                    <a:pt x="0" y="2517"/>
                    <a:pt x="0" y="2732"/>
                  </a:cubicBezTo>
                  <a:lnTo>
                    <a:pt x="0" y="6355"/>
                  </a:lnTo>
                  <a:cubicBezTo>
                    <a:pt x="0" y="6570"/>
                    <a:pt x="185" y="6724"/>
                    <a:pt x="399" y="6724"/>
                  </a:cubicBezTo>
                  <a:lnTo>
                    <a:pt x="4668" y="6724"/>
                  </a:lnTo>
                  <a:cubicBezTo>
                    <a:pt x="4883" y="6724"/>
                    <a:pt x="5036" y="6570"/>
                    <a:pt x="5036" y="6355"/>
                  </a:cubicBezTo>
                  <a:lnTo>
                    <a:pt x="5036" y="2732"/>
                  </a:lnTo>
                  <a:cubicBezTo>
                    <a:pt x="5036" y="2517"/>
                    <a:pt x="4883" y="2363"/>
                    <a:pt x="4668" y="2363"/>
                  </a:cubicBezTo>
                  <a:lnTo>
                    <a:pt x="4391" y="2363"/>
                  </a:lnTo>
                  <a:lnTo>
                    <a:pt x="4391" y="1719"/>
                  </a:lnTo>
                  <a:cubicBezTo>
                    <a:pt x="4288" y="563"/>
                    <a:pt x="3405" y="1"/>
                    <a:pt x="2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0"/>
            <p:cNvSpPr/>
            <p:nvPr/>
          </p:nvSpPr>
          <p:spPr>
            <a:xfrm>
              <a:off x="2364238" y="2416913"/>
              <a:ext cx="103650" cy="181950"/>
            </a:xfrm>
            <a:custGeom>
              <a:avLst/>
              <a:gdLst/>
              <a:ahLst/>
              <a:cxnLst/>
              <a:rect l="l" t="t" r="r" b="b"/>
              <a:pathLst>
                <a:path w="4146" h="7278" extrusionOk="0">
                  <a:moveTo>
                    <a:pt x="0" y="0"/>
                  </a:moveTo>
                  <a:lnTo>
                    <a:pt x="0" y="7277"/>
                  </a:lnTo>
                  <a:lnTo>
                    <a:pt x="4145" y="36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0"/>
            <p:cNvSpPr/>
            <p:nvPr/>
          </p:nvSpPr>
          <p:spPr>
            <a:xfrm>
              <a:off x="2377288" y="2402313"/>
              <a:ext cx="259475" cy="113650"/>
            </a:xfrm>
            <a:custGeom>
              <a:avLst/>
              <a:gdLst/>
              <a:ahLst/>
              <a:cxnLst/>
              <a:rect l="l" t="t" r="r" b="b"/>
              <a:pathLst>
                <a:path w="10379" h="4546" extrusionOk="0">
                  <a:moveTo>
                    <a:pt x="0" y="1"/>
                  </a:moveTo>
                  <a:lnTo>
                    <a:pt x="5220" y="4545"/>
                  </a:lnTo>
                  <a:lnTo>
                    <a:pt x="103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0"/>
            <p:cNvSpPr/>
            <p:nvPr/>
          </p:nvSpPr>
          <p:spPr>
            <a:xfrm>
              <a:off x="2378038" y="2521313"/>
              <a:ext cx="181200" cy="92125"/>
            </a:xfrm>
            <a:custGeom>
              <a:avLst/>
              <a:gdLst/>
              <a:ahLst/>
              <a:cxnLst/>
              <a:rect l="l" t="t" r="r" b="b"/>
              <a:pathLst>
                <a:path w="7248" h="3685" extrusionOk="0">
                  <a:moveTo>
                    <a:pt x="4207" y="0"/>
                  </a:moveTo>
                  <a:lnTo>
                    <a:pt x="1" y="3685"/>
                  </a:lnTo>
                  <a:lnTo>
                    <a:pt x="7186" y="3685"/>
                  </a:lnTo>
                  <a:lnTo>
                    <a:pt x="7155" y="1382"/>
                  </a:lnTo>
                  <a:cubicBezTo>
                    <a:pt x="7155" y="1228"/>
                    <a:pt x="7186" y="1075"/>
                    <a:pt x="7247" y="952"/>
                  </a:cubicBezTo>
                  <a:lnTo>
                    <a:pt x="6142" y="0"/>
                  </a:lnTo>
                  <a:cubicBezTo>
                    <a:pt x="5405" y="645"/>
                    <a:pt x="5436" y="614"/>
                    <a:pt x="5374" y="645"/>
                  </a:cubicBezTo>
                  <a:cubicBezTo>
                    <a:pt x="5313" y="676"/>
                    <a:pt x="5244" y="691"/>
                    <a:pt x="5175" y="691"/>
                  </a:cubicBezTo>
                  <a:cubicBezTo>
                    <a:pt x="5106" y="691"/>
                    <a:pt x="5037" y="676"/>
                    <a:pt x="4975" y="645"/>
                  </a:cubicBezTo>
                  <a:cubicBezTo>
                    <a:pt x="4944" y="614"/>
                    <a:pt x="4975" y="645"/>
                    <a:pt x="4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 name="Google Shape;3618;p70"/>
          <p:cNvGrpSpPr/>
          <p:nvPr/>
        </p:nvGrpSpPr>
        <p:grpSpPr>
          <a:xfrm>
            <a:off x="2852998" y="2778748"/>
            <a:ext cx="339165" cy="334268"/>
            <a:chOff x="3039888" y="2402313"/>
            <a:chExt cx="344575" cy="339600"/>
          </a:xfrm>
        </p:grpSpPr>
        <p:sp>
          <p:nvSpPr>
            <p:cNvPr id="3619" name="Google Shape;3619;p70"/>
            <p:cNvSpPr/>
            <p:nvPr/>
          </p:nvSpPr>
          <p:spPr>
            <a:xfrm>
              <a:off x="3114663" y="2575038"/>
              <a:ext cx="41025" cy="33525"/>
            </a:xfrm>
            <a:custGeom>
              <a:avLst/>
              <a:gdLst/>
              <a:ahLst/>
              <a:cxnLst/>
              <a:rect l="l" t="t" r="r" b="b"/>
              <a:pathLst>
                <a:path w="1641" h="1341" extrusionOk="0">
                  <a:moveTo>
                    <a:pt x="1242" y="1"/>
                  </a:moveTo>
                  <a:lnTo>
                    <a:pt x="351" y="615"/>
                  </a:lnTo>
                  <a:cubicBezTo>
                    <a:pt x="1" y="865"/>
                    <a:pt x="222" y="1340"/>
                    <a:pt x="566" y="1340"/>
                  </a:cubicBezTo>
                  <a:cubicBezTo>
                    <a:pt x="643" y="1340"/>
                    <a:pt x="727" y="1316"/>
                    <a:pt x="812" y="1260"/>
                  </a:cubicBezTo>
                  <a:lnTo>
                    <a:pt x="1641" y="707"/>
                  </a:lnTo>
                  <a:cubicBezTo>
                    <a:pt x="1487" y="492"/>
                    <a:pt x="1334" y="246"/>
                    <a:pt x="1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0"/>
            <p:cNvSpPr/>
            <p:nvPr/>
          </p:nvSpPr>
          <p:spPr>
            <a:xfrm>
              <a:off x="3213238" y="2402313"/>
              <a:ext cx="171225" cy="168150"/>
            </a:xfrm>
            <a:custGeom>
              <a:avLst/>
              <a:gdLst/>
              <a:ahLst/>
              <a:cxnLst/>
              <a:rect l="l" t="t" r="r" b="b"/>
              <a:pathLst>
                <a:path w="6849" h="6726" extrusionOk="0">
                  <a:moveTo>
                    <a:pt x="2181" y="1"/>
                  </a:moveTo>
                  <a:cubicBezTo>
                    <a:pt x="1413" y="1"/>
                    <a:pt x="676" y="185"/>
                    <a:pt x="1" y="553"/>
                  </a:cubicBezTo>
                  <a:lnTo>
                    <a:pt x="32" y="1260"/>
                  </a:lnTo>
                  <a:lnTo>
                    <a:pt x="32" y="1290"/>
                  </a:lnTo>
                  <a:cubicBezTo>
                    <a:pt x="32" y="2150"/>
                    <a:pt x="369" y="3501"/>
                    <a:pt x="1813" y="4944"/>
                  </a:cubicBezTo>
                  <a:cubicBezTo>
                    <a:pt x="2826" y="5988"/>
                    <a:pt x="4115" y="6725"/>
                    <a:pt x="5589" y="6725"/>
                  </a:cubicBezTo>
                  <a:lnTo>
                    <a:pt x="6326" y="6725"/>
                  </a:lnTo>
                  <a:cubicBezTo>
                    <a:pt x="6664" y="6081"/>
                    <a:pt x="6848" y="5344"/>
                    <a:pt x="6848" y="4637"/>
                  </a:cubicBezTo>
                  <a:cubicBezTo>
                    <a:pt x="6818" y="2058"/>
                    <a:pt x="4760" y="1"/>
                    <a:pt x="2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0"/>
            <p:cNvSpPr/>
            <p:nvPr/>
          </p:nvSpPr>
          <p:spPr>
            <a:xfrm>
              <a:off x="3039888" y="2429188"/>
              <a:ext cx="318475" cy="312725"/>
            </a:xfrm>
            <a:custGeom>
              <a:avLst/>
              <a:gdLst/>
              <a:ahLst/>
              <a:cxnLst/>
              <a:rect l="l" t="t" r="r" b="b"/>
              <a:pathLst>
                <a:path w="12739" h="12509" extrusionOk="0">
                  <a:moveTo>
                    <a:pt x="6167" y="0"/>
                  </a:moveTo>
                  <a:cubicBezTo>
                    <a:pt x="5277" y="737"/>
                    <a:pt x="4724" y="1781"/>
                    <a:pt x="4570" y="2948"/>
                  </a:cubicBezTo>
                  <a:cubicBezTo>
                    <a:pt x="4570" y="3010"/>
                    <a:pt x="4540" y="3071"/>
                    <a:pt x="4540" y="3132"/>
                  </a:cubicBezTo>
                  <a:lnTo>
                    <a:pt x="394" y="5343"/>
                  </a:lnTo>
                  <a:cubicBezTo>
                    <a:pt x="0" y="5553"/>
                    <a:pt x="213" y="6101"/>
                    <a:pt x="571" y="6101"/>
                  </a:cubicBezTo>
                  <a:cubicBezTo>
                    <a:pt x="632" y="6101"/>
                    <a:pt x="696" y="6085"/>
                    <a:pt x="763" y="6050"/>
                  </a:cubicBezTo>
                  <a:lnTo>
                    <a:pt x="4570" y="4023"/>
                  </a:lnTo>
                  <a:cubicBezTo>
                    <a:pt x="4601" y="4269"/>
                    <a:pt x="4632" y="4514"/>
                    <a:pt x="4693" y="4760"/>
                  </a:cubicBezTo>
                  <a:cubicBezTo>
                    <a:pt x="5154" y="6357"/>
                    <a:pt x="6413" y="7616"/>
                    <a:pt x="8040" y="8015"/>
                  </a:cubicBezTo>
                  <a:cubicBezTo>
                    <a:pt x="8225" y="8076"/>
                    <a:pt x="8439" y="8107"/>
                    <a:pt x="8654" y="8138"/>
                  </a:cubicBezTo>
                  <a:lnTo>
                    <a:pt x="6628" y="11914"/>
                  </a:lnTo>
                  <a:cubicBezTo>
                    <a:pt x="6462" y="12225"/>
                    <a:pt x="6730" y="12508"/>
                    <a:pt x="6997" y="12508"/>
                  </a:cubicBezTo>
                  <a:cubicBezTo>
                    <a:pt x="7126" y="12508"/>
                    <a:pt x="7254" y="12443"/>
                    <a:pt x="7334" y="12283"/>
                  </a:cubicBezTo>
                  <a:lnTo>
                    <a:pt x="9545" y="8138"/>
                  </a:lnTo>
                  <a:cubicBezTo>
                    <a:pt x="9791" y="8138"/>
                    <a:pt x="10067" y="8076"/>
                    <a:pt x="10313" y="8015"/>
                  </a:cubicBezTo>
                  <a:cubicBezTo>
                    <a:pt x="11264" y="7769"/>
                    <a:pt x="12124" y="7216"/>
                    <a:pt x="12738" y="6449"/>
                  </a:cubicBezTo>
                  <a:lnTo>
                    <a:pt x="12523" y="6449"/>
                  </a:lnTo>
                  <a:cubicBezTo>
                    <a:pt x="11449" y="6449"/>
                    <a:pt x="9821" y="6111"/>
                    <a:pt x="8163" y="4422"/>
                  </a:cubicBezTo>
                  <a:cubicBezTo>
                    <a:pt x="6505" y="2764"/>
                    <a:pt x="6198" y="1259"/>
                    <a:pt x="6167" y="215"/>
                  </a:cubicBezTo>
                  <a:lnTo>
                    <a:pt x="61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0"/>
            <p:cNvSpPr/>
            <p:nvPr/>
          </p:nvSpPr>
          <p:spPr>
            <a:xfrm>
              <a:off x="3174038" y="2631088"/>
              <a:ext cx="36925" cy="35950"/>
            </a:xfrm>
            <a:custGeom>
              <a:avLst/>
              <a:gdLst/>
              <a:ahLst/>
              <a:cxnLst/>
              <a:rect l="l" t="t" r="r" b="b"/>
              <a:pathLst>
                <a:path w="1477" h="1438" extrusionOk="0">
                  <a:moveTo>
                    <a:pt x="771" y="0"/>
                  </a:moveTo>
                  <a:lnTo>
                    <a:pt x="218" y="829"/>
                  </a:lnTo>
                  <a:cubicBezTo>
                    <a:pt x="1" y="1133"/>
                    <a:pt x="259" y="1437"/>
                    <a:pt x="538" y="1437"/>
                  </a:cubicBezTo>
                  <a:cubicBezTo>
                    <a:pt x="654" y="1437"/>
                    <a:pt x="773" y="1385"/>
                    <a:pt x="863" y="1259"/>
                  </a:cubicBezTo>
                  <a:lnTo>
                    <a:pt x="1477" y="369"/>
                  </a:lnTo>
                  <a:cubicBezTo>
                    <a:pt x="1231" y="276"/>
                    <a:pt x="1016" y="154"/>
                    <a:pt x="7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 name="Google Shape;3623;p70"/>
          <p:cNvGrpSpPr/>
          <p:nvPr/>
        </p:nvGrpSpPr>
        <p:grpSpPr>
          <a:xfrm>
            <a:off x="3516663" y="2778637"/>
            <a:ext cx="345342" cy="334490"/>
            <a:chOff x="3715288" y="2401913"/>
            <a:chExt cx="350850" cy="339825"/>
          </a:xfrm>
        </p:grpSpPr>
        <p:sp>
          <p:nvSpPr>
            <p:cNvPr id="3624" name="Google Shape;3624;p70"/>
            <p:cNvSpPr/>
            <p:nvPr/>
          </p:nvSpPr>
          <p:spPr>
            <a:xfrm>
              <a:off x="3885388" y="2540188"/>
              <a:ext cx="44575" cy="36725"/>
            </a:xfrm>
            <a:custGeom>
              <a:avLst/>
              <a:gdLst/>
              <a:ahLst/>
              <a:cxnLst/>
              <a:rect l="l" t="t" r="r" b="b"/>
              <a:pathLst>
                <a:path w="1783" h="1469" extrusionOk="0">
                  <a:moveTo>
                    <a:pt x="1159" y="1"/>
                  </a:moveTo>
                  <a:cubicBezTo>
                    <a:pt x="1065" y="1"/>
                    <a:pt x="966" y="32"/>
                    <a:pt x="873" y="105"/>
                  </a:cubicBezTo>
                  <a:lnTo>
                    <a:pt x="290" y="719"/>
                  </a:lnTo>
                  <a:cubicBezTo>
                    <a:pt x="1" y="1056"/>
                    <a:pt x="278" y="1468"/>
                    <a:pt x="618" y="1468"/>
                  </a:cubicBezTo>
                  <a:cubicBezTo>
                    <a:pt x="712" y="1468"/>
                    <a:pt x="811" y="1437"/>
                    <a:pt x="904" y="1364"/>
                  </a:cubicBezTo>
                  <a:lnTo>
                    <a:pt x="1518" y="750"/>
                  </a:lnTo>
                  <a:cubicBezTo>
                    <a:pt x="1783" y="413"/>
                    <a:pt x="1500" y="1"/>
                    <a:pt x="1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0"/>
            <p:cNvSpPr/>
            <p:nvPr/>
          </p:nvSpPr>
          <p:spPr>
            <a:xfrm>
              <a:off x="3715288" y="2401913"/>
              <a:ext cx="350850" cy="339825"/>
            </a:xfrm>
            <a:custGeom>
              <a:avLst/>
              <a:gdLst/>
              <a:ahLst/>
              <a:cxnLst/>
              <a:rect l="l" t="t" r="r" b="b"/>
              <a:pathLst>
                <a:path w="14034" h="13593" extrusionOk="0">
                  <a:moveTo>
                    <a:pt x="9269" y="4287"/>
                  </a:moveTo>
                  <a:cubicBezTo>
                    <a:pt x="9572" y="4287"/>
                    <a:pt x="9833" y="4684"/>
                    <a:pt x="9550" y="4991"/>
                  </a:cubicBezTo>
                  <a:lnTo>
                    <a:pt x="9519" y="4991"/>
                  </a:lnTo>
                  <a:lnTo>
                    <a:pt x="9120" y="5390"/>
                  </a:lnTo>
                  <a:cubicBezTo>
                    <a:pt x="9366" y="5882"/>
                    <a:pt x="9243" y="6465"/>
                    <a:pt x="8875" y="6833"/>
                  </a:cubicBezTo>
                  <a:lnTo>
                    <a:pt x="8291" y="7448"/>
                  </a:lnTo>
                  <a:cubicBezTo>
                    <a:pt x="8034" y="7685"/>
                    <a:pt x="7701" y="7807"/>
                    <a:pt x="7373" y="7807"/>
                  </a:cubicBezTo>
                  <a:cubicBezTo>
                    <a:pt x="7192" y="7807"/>
                    <a:pt x="7012" y="7770"/>
                    <a:pt x="6848" y="7693"/>
                  </a:cubicBezTo>
                  <a:lnTo>
                    <a:pt x="6449" y="8062"/>
                  </a:lnTo>
                  <a:cubicBezTo>
                    <a:pt x="6364" y="8133"/>
                    <a:pt x="6274" y="8163"/>
                    <a:pt x="6189" y="8163"/>
                  </a:cubicBezTo>
                  <a:cubicBezTo>
                    <a:pt x="5870" y="8163"/>
                    <a:pt x="5612" y="7745"/>
                    <a:pt x="5927" y="7478"/>
                  </a:cubicBezTo>
                  <a:lnTo>
                    <a:pt x="6326" y="7079"/>
                  </a:lnTo>
                  <a:cubicBezTo>
                    <a:pt x="6080" y="6619"/>
                    <a:pt x="6172" y="6035"/>
                    <a:pt x="6541" y="5667"/>
                  </a:cubicBezTo>
                  <a:lnTo>
                    <a:pt x="7155" y="5053"/>
                  </a:lnTo>
                  <a:cubicBezTo>
                    <a:pt x="7392" y="4815"/>
                    <a:pt x="7718" y="4693"/>
                    <a:pt x="8052" y="4693"/>
                  </a:cubicBezTo>
                  <a:cubicBezTo>
                    <a:pt x="8236" y="4693"/>
                    <a:pt x="8423" y="4730"/>
                    <a:pt x="8598" y="4807"/>
                  </a:cubicBezTo>
                  <a:lnTo>
                    <a:pt x="8997" y="4408"/>
                  </a:lnTo>
                  <a:cubicBezTo>
                    <a:pt x="9083" y="4323"/>
                    <a:pt x="9178" y="4287"/>
                    <a:pt x="9269" y="4287"/>
                  </a:cubicBezTo>
                  <a:close/>
                  <a:moveTo>
                    <a:pt x="13550" y="1"/>
                  </a:moveTo>
                  <a:cubicBezTo>
                    <a:pt x="13516" y="1"/>
                    <a:pt x="13482" y="6"/>
                    <a:pt x="13450" y="17"/>
                  </a:cubicBezTo>
                  <a:lnTo>
                    <a:pt x="11515" y="600"/>
                  </a:lnTo>
                  <a:cubicBezTo>
                    <a:pt x="10717" y="815"/>
                    <a:pt x="10226" y="1644"/>
                    <a:pt x="10441" y="2443"/>
                  </a:cubicBezTo>
                  <a:cubicBezTo>
                    <a:pt x="10502" y="2719"/>
                    <a:pt x="10441" y="2965"/>
                    <a:pt x="10256" y="3149"/>
                  </a:cubicBezTo>
                  <a:lnTo>
                    <a:pt x="9857" y="3548"/>
                  </a:lnTo>
                  <a:cubicBezTo>
                    <a:pt x="9162" y="2981"/>
                    <a:pt x="8323" y="2702"/>
                    <a:pt x="7486" y="2702"/>
                  </a:cubicBezTo>
                  <a:cubicBezTo>
                    <a:pt x="6509" y="2702"/>
                    <a:pt x="5534" y="3081"/>
                    <a:pt x="4791" y="3824"/>
                  </a:cubicBezTo>
                  <a:lnTo>
                    <a:pt x="1444" y="7141"/>
                  </a:lnTo>
                  <a:cubicBezTo>
                    <a:pt x="1" y="8614"/>
                    <a:pt x="1" y="11009"/>
                    <a:pt x="1474" y="12483"/>
                  </a:cubicBezTo>
                  <a:cubicBezTo>
                    <a:pt x="2215" y="13224"/>
                    <a:pt x="3189" y="13593"/>
                    <a:pt x="4161" y="13593"/>
                  </a:cubicBezTo>
                  <a:cubicBezTo>
                    <a:pt x="5123" y="13593"/>
                    <a:pt x="6084" y="13232"/>
                    <a:pt x="6817" y="12514"/>
                  </a:cubicBezTo>
                  <a:lnTo>
                    <a:pt x="10164" y="9198"/>
                  </a:lnTo>
                  <a:cubicBezTo>
                    <a:pt x="11546" y="7816"/>
                    <a:pt x="11669" y="5605"/>
                    <a:pt x="10441" y="4101"/>
                  </a:cubicBezTo>
                  <a:lnTo>
                    <a:pt x="10809" y="3732"/>
                  </a:lnTo>
                  <a:cubicBezTo>
                    <a:pt x="11208" y="3333"/>
                    <a:pt x="11362" y="2780"/>
                    <a:pt x="11208" y="2258"/>
                  </a:cubicBezTo>
                  <a:cubicBezTo>
                    <a:pt x="11116" y="1859"/>
                    <a:pt x="11362" y="1460"/>
                    <a:pt x="11730" y="1368"/>
                  </a:cubicBezTo>
                  <a:lnTo>
                    <a:pt x="13695" y="784"/>
                  </a:lnTo>
                  <a:cubicBezTo>
                    <a:pt x="13910" y="723"/>
                    <a:pt x="14033" y="508"/>
                    <a:pt x="13941" y="293"/>
                  </a:cubicBezTo>
                  <a:cubicBezTo>
                    <a:pt x="13890" y="116"/>
                    <a:pt x="13714" y="1"/>
                    <a:pt x="13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 name="Google Shape;3626;p70"/>
          <p:cNvGrpSpPr/>
          <p:nvPr/>
        </p:nvGrpSpPr>
        <p:grpSpPr>
          <a:xfrm>
            <a:off x="4202757" y="2816669"/>
            <a:ext cx="333998" cy="258428"/>
            <a:chOff x="4404638" y="2403088"/>
            <a:chExt cx="339325" cy="262550"/>
          </a:xfrm>
        </p:grpSpPr>
        <p:sp>
          <p:nvSpPr>
            <p:cNvPr id="3627" name="Google Shape;3627;p70"/>
            <p:cNvSpPr/>
            <p:nvPr/>
          </p:nvSpPr>
          <p:spPr>
            <a:xfrm>
              <a:off x="4404638" y="2403088"/>
              <a:ext cx="274850" cy="199600"/>
            </a:xfrm>
            <a:custGeom>
              <a:avLst/>
              <a:gdLst/>
              <a:ahLst/>
              <a:cxnLst/>
              <a:rect l="l" t="t" r="r" b="b"/>
              <a:pathLst>
                <a:path w="10994" h="7984" extrusionOk="0">
                  <a:moveTo>
                    <a:pt x="369" y="0"/>
                  </a:moveTo>
                  <a:cubicBezTo>
                    <a:pt x="154" y="0"/>
                    <a:pt x="1" y="154"/>
                    <a:pt x="1" y="369"/>
                  </a:cubicBezTo>
                  <a:lnTo>
                    <a:pt x="1" y="7585"/>
                  </a:lnTo>
                  <a:cubicBezTo>
                    <a:pt x="1" y="7800"/>
                    <a:pt x="154" y="7984"/>
                    <a:pt x="369" y="7984"/>
                  </a:cubicBezTo>
                  <a:lnTo>
                    <a:pt x="1782" y="7984"/>
                  </a:lnTo>
                  <a:lnTo>
                    <a:pt x="1782" y="2119"/>
                  </a:lnTo>
                  <a:cubicBezTo>
                    <a:pt x="1782" y="1904"/>
                    <a:pt x="1935" y="1720"/>
                    <a:pt x="2150" y="1720"/>
                  </a:cubicBezTo>
                  <a:lnTo>
                    <a:pt x="10993" y="1720"/>
                  </a:lnTo>
                  <a:lnTo>
                    <a:pt x="10993" y="369"/>
                  </a:lnTo>
                  <a:cubicBezTo>
                    <a:pt x="10993" y="154"/>
                    <a:pt x="10809" y="0"/>
                    <a:pt x="10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0"/>
            <p:cNvSpPr/>
            <p:nvPr/>
          </p:nvSpPr>
          <p:spPr>
            <a:xfrm>
              <a:off x="4530538" y="2528213"/>
              <a:ext cx="23050" cy="43775"/>
            </a:xfrm>
            <a:custGeom>
              <a:avLst/>
              <a:gdLst/>
              <a:ahLst/>
              <a:cxnLst/>
              <a:rect l="l" t="t" r="r" b="b"/>
              <a:pathLst>
                <a:path w="922" h="1751" extrusionOk="0">
                  <a:moveTo>
                    <a:pt x="0" y="1"/>
                  </a:moveTo>
                  <a:lnTo>
                    <a:pt x="0" y="1751"/>
                  </a:lnTo>
                  <a:lnTo>
                    <a:pt x="922" y="1751"/>
                  </a:lnTo>
                  <a:lnTo>
                    <a:pt x="9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0"/>
            <p:cNvSpPr/>
            <p:nvPr/>
          </p:nvSpPr>
          <p:spPr>
            <a:xfrm>
              <a:off x="4469113" y="2466038"/>
              <a:ext cx="274850" cy="199600"/>
            </a:xfrm>
            <a:custGeom>
              <a:avLst/>
              <a:gdLst/>
              <a:ahLst/>
              <a:cxnLst/>
              <a:rect l="l" t="t" r="r" b="b"/>
              <a:pathLst>
                <a:path w="10994" h="7984" extrusionOk="0">
                  <a:moveTo>
                    <a:pt x="3808" y="1720"/>
                  </a:moveTo>
                  <a:cubicBezTo>
                    <a:pt x="3993" y="1720"/>
                    <a:pt x="4177" y="1873"/>
                    <a:pt x="4177" y="2088"/>
                  </a:cubicBezTo>
                  <a:lnTo>
                    <a:pt x="4177" y="4637"/>
                  </a:lnTo>
                  <a:cubicBezTo>
                    <a:pt x="4177" y="4852"/>
                    <a:pt x="3993" y="5036"/>
                    <a:pt x="3808" y="5036"/>
                  </a:cubicBezTo>
                  <a:lnTo>
                    <a:pt x="2089" y="5036"/>
                  </a:lnTo>
                  <a:cubicBezTo>
                    <a:pt x="1874" y="5036"/>
                    <a:pt x="1720" y="4852"/>
                    <a:pt x="1720" y="4637"/>
                  </a:cubicBezTo>
                  <a:lnTo>
                    <a:pt x="1720" y="2088"/>
                  </a:lnTo>
                  <a:cubicBezTo>
                    <a:pt x="1720" y="1873"/>
                    <a:pt x="1874" y="1720"/>
                    <a:pt x="2089" y="1720"/>
                  </a:cubicBezTo>
                  <a:close/>
                  <a:moveTo>
                    <a:pt x="8906" y="5558"/>
                  </a:moveTo>
                  <a:cubicBezTo>
                    <a:pt x="9428" y="5558"/>
                    <a:pt x="9428" y="6356"/>
                    <a:pt x="8906" y="6356"/>
                  </a:cubicBezTo>
                  <a:lnTo>
                    <a:pt x="7002" y="6356"/>
                  </a:lnTo>
                  <a:cubicBezTo>
                    <a:pt x="6449" y="6356"/>
                    <a:pt x="6449" y="5558"/>
                    <a:pt x="7002" y="5558"/>
                  </a:cubicBezTo>
                  <a:close/>
                  <a:moveTo>
                    <a:pt x="369" y="0"/>
                  </a:moveTo>
                  <a:cubicBezTo>
                    <a:pt x="154" y="0"/>
                    <a:pt x="1" y="154"/>
                    <a:pt x="1" y="369"/>
                  </a:cubicBezTo>
                  <a:lnTo>
                    <a:pt x="1" y="7615"/>
                  </a:lnTo>
                  <a:cubicBezTo>
                    <a:pt x="1" y="7800"/>
                    <a:pt x="154" y="7984"/>
                    <a:pt x="369" y="7984"/>
                  </a:cubicBezTo>
                  <a:lnTo>
                    <a:pt x="10594" y="7984"/>
                  </a:lnTo>
                  <a:cubicBezTo>
                    <a:pt x="10809" y="7984"/>
                    <a:pt x="10994" y="7800"/>
                    <a:pt x="10994" y="7615"/>
                  </a:cubicBezTo>
                  <a:lnTo>
                    <a:pt x="10994" y="400"/>
                  </a:lnTo>
                  <a:cubicBezTo>
                    <a:pt x="10994" y="185"/>
                    <a:pt x="10809" y="0"/>
                    <a:pt x="10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0" name="Google Shape;3630;p70"/>
          <p:cNvGrpSpPr/>
          <p:nvPr/>
        </p:nvGrpSpPr>
        <p:grpSpPr>
          <a:xfrm>
            <a:off x="4901659" y="2778502"/>
            <a:ext cx="261479" cy="334760"/>
            <a:chOff x="5082463" y="2402313"/>
            <a:chExt cx="265650" cy="340100"/>
          </a:xfrm>
        </p:grpSpPr>
        <p:sp>
          <p:nvSpPr>
            <p:cNvPr id="3631" name="Google Shape;3631;p70"/>
            <p:cNvSpPr/>
            <p:nvPr/>
          </p:nvSpPr>
          <p:spPr>
            <a:xfrm>
              <a:off x="5239838" y="2445313"/>
              <a:ext cx="66050" cy="62575"/>
            </a:xfrm>
            <a:custGeom>
              <a:avLst/>
              <a:gdLst/>
              <a:ahLst/>
              <a:cxnLst/>
              <a:rect l="l" t="t" r="r" b="b"/>
              <a:pathLst>
                <a:path w="2642" h="2503" extrusionOk="0">
                  <a:moveTo>
                    <a:pt x="553" y="0"/>
                  </a:moveTo>
                  <a:cubicBezTo>
                    <a:pt x="1" y="0"/>
                    <a:pt x="1" y="799"/>
                    <a:pt x="553" y="799"/>
                  </a:cubicBezTo>
                  <a:cubicBezTo>
                    <a:pt x="1260" y="799"/>
                    <a:pt x="1843" y="1382"/>
                    <a:pt x="1843" y="2088"/>
                  </a:cubicBezTo>
                  <a:cubicBezTo>
                    <a:pt x="1843" y="2365"/>
                    <a:pt x="2043" y="2503"/>
                    <a:pt x="2242" y="2503"/>
                  </a:cubicBezTo>
                  <a:cubicBezTo>
                    <a:pt x="2442" y="2503"/>
                    <a:pt x="2641" y="2365"/>
                    <a:pt x="2641" y="2088"/>
                  </a:cubicBezTo>
                  <a:cubicBezTo>
                    <a:pt x="2641" y="921"/>
                    <a:pt x="1690" y="0"/>
                    <a:pt x="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0"/>
            <p:cNvSpPr/>
            <p:nvPr/>
          </p:nvSpPr>
          <p:spPr>
            <a:xfrm>
              <a:off x="5239838" y="2402313"/>
              <a:ext cx="108275" cy="105575"/>
            </a:xfrm>
            <a:custGeom>
              <a:avLst/>
              <a:gdLst/>
              <a:ahLst/>
              <a:cxnLst/>
              <a:rect l="l" t="t" r="r" b="b"/>
              <a:pathLst>
                <a:path w="4331" h="4223" extrusionOk="0">
                  <a:moveTo>
                    <a:pt x="553" y="1"/>
                  </a:moveTo>
                  <a:cubicBezTo>
                    <a:pt x="1" y="1"/>
                    <a:pt x="1" y="799"/>
                    <a:pt x="553" y="799"/>
                  </a:cubicBezTo>
                  <a:cubicBezTo>
                    <a:pt x="2212" y="799"/>
                    <a:pt x="3532" y="2150"/>
                    <a:pt x="3532" y="3808"/>
                  </a:cubicBezTo>
                  <a:cubicBezTo>
                    <a:pt x="3532" y="4085"/>
                    <a:pt x="3731" y="4223"/>
                    <a:pt x="3931" y="4223"/>
                  </a:cubicBezTo>
                  <a:cubicBezTo>
                    <a:pt x="4131" y="4223"/>
                    <a:pt x="4330" y="4085"/>
                    <a:pt x="4330" y="3808"/>
                  </a:cubicBezTo>
                  <a:cubicBezTo>
                    <a:pt x="4330" y="1720"/>
                    <a:pt x="2641"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0"/>
            <p:cNvSpPr/>
            <p:nvPr/>
          </p:nvSpPr>
          <p:spPr>
            <a:xfrm>
              <a:off x="5082463" y="2434763"/>
              <a:ext cx="235700" cy="307650"/>
            </a:xfrm>
            <a:custGeom>
              <a:avLst/>
              <a:gdLst/>
              <a:ahLst/>
              <a:cxnLst/>
              <a:rect l="l" t="t" r="r" b="b"/>
              <a:pathLst>
                <a:path w="9428" h="12306" extrusionOk="0">
                  <a:moveTo>
                    <a:pt x="2335" y="0"/>
                  </a:moveTo>
                  <a:cubicBezTo>
                    <a:pt x="2235" y="0"/>
                    <a:pt x="2135" y="38"/>
                    <a:pt x="2058" y="115"/>
                  </a:cubicBezTo>
                  <a:cubicBezTo>
                    <a:pt x="707" y="1466"/>
                    <a:pt x="216" y="3493"/>
                    <a:pt x="861" y="5305"/>
                  </a:cubicBezTo>
                  <a:cubicBezTo>
                    <a:pt x="1308" y="4903"/>
                    <a:pt x="1834" y="4724"/>
                    <a:pt x="2349" y="4724"/>
                  </a:cubicBezTo>
                  <a:cubicBezTo>
                    <a:pt x="3565" y="4724"/>
                    <a:pt x="4715" y="5723"/>
                    <a:pt x="4607" y="7147"/>
                  </a:cubicBezTo>
                  <a:cubicBezTo>
                    <a:pt x="4528" y="8431"/>
                    <a:pt x="3457" y="9245"/>
                    <a:pt x="2352" y="9245"/>
                  </a:cubicBezTo>
                  <a:cubicBezTo>
                    <a:pt x="1740" y="9245"/>
                    <a:pt x="1117" y="8995"/>
                    <a:pt x="646" y="8437"/>
                  </a:cubicBezTo>
                  <a:lnTo>
                    <a:pt x="62" y="11845"/>
                  </a:lnTo>
                  <a:cubicBezTo>
                    <a:pt x="1" y="12091"/>
                    <a:pt x="185" y="12305"/>
                    <a:pt x="462" y="12305"/>
                  </a:cubicBezTo>
                  <a:lnTo>
                    <a:pt x="4300" y="12305"/>
                  </a:lnTo>
                  <a:cubicBezTo>
                    <a:pt x="4545" y="12305"/>
                    <a:pt x="4730" y="12091"/>
                    <a:pt x="4668" y="11845"/>
                  </a:cubicBezTo>
                  <a:lnTo>
                    <a:pt x="4085" y="8529"/>
                  </a:lnTo>
                  <a:lnTo>
                    <a:pt x="4085" y="8529"/>
                  </a:lnTo>
                  <a:cubicBezTo>
                    <a:pt x="4602" y="8695"/>
                    <a:pt x="5134" y="8777"/>
                    <a:pt x="5662" y="8777"/>
                  </a:cubicBezTo>
                  <a:cubicBezTo>
                    <a:pt x="6983" y="8777"/>
                    <a:pt x="8278" y="8266"/>
                    <a:pt x="9243" y="7300"/>
                  </a:cubicBezTo>
                  <a:cubicBezTo>
                    <a:pt x="9428" y="7147"/>
                    <a:pt x="9428" y="6871"/>
                    <a:pt x="9243" y="6717"/>
                  </a:cubicBezTo>
                  <a:lnTo>
                    <a:pt x="6204" y="3708"/>
                  </a:lnTo>
                  <a:lnTo>
                    <a:pt x="6910" y="3032"/>
                  </a:lnTo>
                  <a:cubicBezTo>
                    <a:pt x="7193" y="2725"/>
                    <a:pt x="6914" y="2328"/>
                    <a:pt x="6602" y="2328"/>
                  </a:cubicBezTo>
                  <a:cubicBezTo>
                    <a:pt x="6508" y="2328"/>
                    <a:pt x="6412" y="2364"/>
                    <a:pt x="6326" y="2449"/>
                  </a:cubicBezTo>
                  <a:lnTo>
                    <a:pt x="5651" y="3155"/>
                  </a:lnTo>
                  <a:lnTo>
                    <a:pt x="2611" y="115"/>
                  </a:lnTo>
                  <a:cubicBezTo>
                    <a:pt x="2534" y="38"/>
                    <a:pt x="2434" y="0"/>
                    <a:pt x="2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0"/>
            <p:cNvSpPr/>
            <p:nvPr/>
          </p:nvSpPr>
          <p:spPr>
            <a:xfrm>
              <a:off x="5105513" y="2572738"/>
              <a:ext cx="72950" cy="72950"/>
            </a:xfrm>
            <a:custGeom>
              <a:avLst/>
              <a:gdLst/>
              <a:ahLst/>
              <a:cxnLst/>
              <a:rect l="l" t="t" r="r" b="b"/>
              <a:pathLst>
                <a:path w="2918" h="2918" extrusionOk="0">
                  <a:moveTo>
                    <a:pt x="1443" y="0"/>
                  </a:moveTo>
                  <a:cubicBezTo>
                    <a:pt x="645" y="0"/>
                    <a:pt x="0" y="645"/>
                    <a:pt x="0" y="1474"/>
                  </a:cubicBezTo>
                  <a:cubicBezTo>
                    <a:pt x="0" y="2273"/>
                    <a:pt x="645" y="2918"/>
                    <a:pt x="1443" y="2918"/>
                  </a:cubicBezTo>
                  <a:cubicBezTo>
                    <a:pt x="2272" y="2918"/>
                    <a:pt x="2917" y="2273"/>
                    <a:pt x="2917" y="1474"/>
                  </a:cubicBezTo>
                  <a:cubicBezTo>
                    <a:pt x="2917" y="645"/>
                    <a:pt x="2272" y="0"/>
                    <a:pt x="1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5" name="Google Shape;3635;p70"/>
          <p:cNvGrpSpPr/>
          <p:nvPr/>
        </p:nvGrpSpPr>
        <p:grpSpPr>
          <a:xfrm>
            <a:off x="5550350" y="2778637"/>
            <a:ext cx="290934" cy="334490"/>
            <a:chOff x="5748788" y="2401813"/>
            <a:chExt cx="295575" cy="339825"/>
          </a:xfrm>
        </p:grpSpPr>
        <p:sp>
          <p:nvSpPr>
            <p:cNvPr id="3636" name="Google Shape;3636;p70"/>
            <p:cNvSpPr/>
            <p:nvPr/>
          </p:nvSpPr>
          <p:spPr>
            <a:xfrm>
              <a:off x="5853188" y="2718588"/>
              <a:ext cx="86000" cy="23050"/>
            </a:xfrm>
            <a:custGeom>
              <a:avLst/>
              <a:gdLst/>
              <a:ahLst/>
              <a:cxnLst/>
              <a:rect l="l" t="t" r="r" b="b"/>
              <a:pathLst>
                <a:path w="3440" h="922" extrusionOk="0">
                  <a:moveTo>
                    <a:pt x="1" y="1"/>
                  </a:moveTo>
                  <a:cubicBezTo>
                    <a:pt x="400" y="615"/>
                    <a:pt x="1052" y="922"/>
                    <a:pt x="1709" y="922"/>
                  </a:cubicBezTo>
                  <a:cubicBezTo>
                    <a:pt x="2365" y="922"/>
                    <a:pt x="3025" y="615"/>
                    <a:pt x="3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0"/>
            <p:cNvSpPr/>
            <p:nvPr/>
          </p:nvSpPr>
          <p:spPr>
            <a:xfrm>
              <a:off x="5748788" y="2401813"/>
              <a:ext cx="294050" cy="296850"/>
            </a:xfrm>
            <a:custGeom>
              <a:avLst/>
              <a:gdLst/>
              <a:ahLst/>
              <a:cxnLst/>
              <a:rect l="l" t="t" r="r" b="b"/>
              <a:pathLst>
                <a:path w="11762" h="11874" extrusionOk="0">
                  <a:moveTo>
                    <a:pt x="5889" y="0"/>
                  </a:moveTo>
                  <a:cubicBezTo>
                    <a:pt x="5113" y="0"/>
                    <a:pt x="4341" y="291"/>
                    <a:pt x="3747" y="850"/>
                  </a:cubicBezTo>
                  <a:cubicBezTo>
                    <a:pt x="3163" y="1403"/>
                    <a:pt x="2795" y="2139"/>
                    <a:pt x="2703" y="2938"/>
                  </a:cubicBezTo>
                  <a:lnTo>
                    <a:pt x="2150" y="7544"/>
                  </a:lnTo>
                  <a:cubicBezTo>
                    <a:pt x="2119" y="7759"/>
                    <a:pt x="2027" y="7974"/>
                    <a:pt x="1874" y="8127"/>
                  </a:cubicBezTo>
                  <a:lnTo>
                    <a:pt x="1106" y="8895"/>
                  </a:lnTo>
                  <a:cubicBezTo>
                    <a:pt x="1" y="10000"/>
                    <a:pt x="768" y="11873"/>
                    <a:pt x="2334" y="11873"/>
                  </a:cubicBezTo>
                  <a:lnTo>
                    <a:pt x="9428" y="11873"/>
                  </a:lnTo>
                  <a:cubicBezTo>
                    <a:pt x="10963" y="11873"/>
                    <a:pt x="11761" y="10000"/>
                    <a:pt x="10656" y="8895"/>
                  </a:cubicBezTo>
                  <a:lnTo>
                    <a:pt x="9919" y="8158"/>
                  </a:lnTo>
                  <a:cubicBezTo>
                    <a:pt x="9796" y="8035"/>
                    <a:pt x="9704" y="7881"/>
                    <a:pt x="9673" y="7728"/>
                  </a:cubicBezTo>
                  <a:cubicBezTo>
                    <a:pt x="9332" y="7822"/>
                    <a:pt x="8989" y="7867"/>
                    <a:pt x="8651" y="7867"/>
                  </a:cubicBezTo>
                  <a:cubicBezTo>
                    <a:pt x="7009" y="7867"/>
                    <a:pt x="5495" y="6804"/>
                    <a:pt x="5037" y="5149"/>
                  </a:cubicBezTo>
                  <a:cubicBezTo>
                    <a:pt x="4453" y="3153"/>
                    <a:pt x="5589" y="1065"/>
                    <a:pt x="7585" y="512"/>
                  </a:cubicBezTo>
                  <a:cubicBezTo>
                    <a:pt x="7069" y="168"/>
                    <a:pt x="6478" y="0"/>
                    <a:pt x="58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0"/>
            <p:cNvSpPr/>
            <p:nvPr/>
          </p:nvSpPr>
          <p:spPr>
            <a:xfrm>
              <a:off x="5888513" y="2428713"/>
              <a:ext cx="155850" cy="148525"/>
            </a:xfrm>
            <a:custGeom>
              <a:avLst/>
              <a:gdLst/>
              <a:ahLst/>
              <a:cxnLst/>
              <a:rect l="l" t="t" r="r" b="b"/>
              <a:pathLst>
                <a:path w="6234" h="5941" extrusionOk="0">
                  <a:moveTo>
                    <a:pt x="3470" y="1493"/>
                  </a:moveTo>
                  <a:cubicBezTo>
                    <a:pt x="3685" y="1493"/>
                    <a:pt x="3869" y="1678"/>
                    <a:pt x="3869" y="1893"/>
                  </a:cubicBezTo>
                  <a:lnTo>
                    <a:pt x="3900" y="4042"/>
                  </a:lnTo>
                  <a:cubicBezTo>
                    <a:pt x="3900" y="4303"/>
                    <a:pt x="3700" y="4433"/>
                    <a:pt x="3501" y="4433"/>
                  </a:cubicBezTo>
                  <a:cubicBezTo>
                    <a:pt x="3301" y="4433"/>
                    <a:pt x="3102" y="4303"/>
                    <a:pt x="3102" y="4042"/>
                  </a:cubicBezTo>
                  <a:lnTo>
                    <a:pt x="3102" y="2292"/>
                  </a:lnTo>
                  <a:lnTo>
                    <a:pt x="2702" y="2292"/>
                  </a:lnTo>
                  <a:cubicBezTo>
                    <a:pt x="2180" y="2292"/>
                    <a:pt x="2180" y="1493"/>
                    <a:pt x="2702" y="1493"/>
                  </a:cubicBezTo>
                  <a:close/>
                  <a:moveTo>
                    <a:pt x="3273" y="0"/>
                  </a:moveTo>
                  <a:cubicBezTo>
                    <a:pt x="3095" y="0"/>
                    <a:pt x="2915" y="16"/>
                    <a:pt x="2733" y="50"/>
                  </a:cubicBezTo>
                  <a:cubicBezTo>
                    <a:pt x="1075" y="357"/>
                    <a:pt x="0" y="1954"/>
                    <a:pt x="369" y="3612"/>
                  </a:cubicBezTo>
                  <a:cubicBezTo>
                    <a:pt x="657" y="5000"/>
                    <a:pt x="1904" y="5941"/>
                    <a:pt x="3274" y="5941"/>
                  </a:cubicBezTo>
                  <a:cubicBezTo>
                    <a:pt x="3511" y="5941"/>
                    <a:pt x="3752" y="5912"/>
                    <a:pt x="3992" y="5854"/>
                  </a:cubicBezTo>
                  <a:cubicBezTo>
                    <a:pt x="5312" y="5516"/>
                    <a:pt x="6234" y="4318"/>
                    <a:pt x="6234" y="2967"/>
                  </a:cubicBezTo>
                  <a:cubicBezTo>
                    <a:pt x="6234" y="1310"/>
                    <a:pt x="4866" y="0"/>
                    <a:pt x="3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9" name="Google Shape;3639;p70"/>
          <p:cNvGrpSpPr/>
          <p:nvPr/>
        </p:nvGrpSpPr>
        <p:grpSpPr>
          <a:xfrm>
            <a:off x="6272703" y="2790191"/>
            <a:ext cx="193464" cy="311383"/>
            <a:chOff x="6444288" y="2402288"/>
            <a:chExt cx="196550" cy="316350"/>
          </a:xfrm>
        </p:grpSpPr>
        <p:sp>
          <p:nvSpPr>
            <p:cNvPr id="3640" name="Google Shape;3640;p70"/>
            <p:cNvSpPr/>
            <p:nvPr/>
          </p:nvSpPr>
          <p:spPr>
            <a:xfrm>
              <a:off x="6444288" y="2402288"/>
              <a:ext cx="196550" cy="257975"/>
            </a:xfrm>
            <a:custGeom>
              <a:avLst/>
              <a:gdLst/>
              <a:ahLst/>
              <a:cxnLst/>
              <a:rect l="l" t="t" r="r" b="b"/>
              <a:pathLst>
                <a:path w="7862" h="10319" extrusionOk="0">
                  <a:moveTo>
                    <a:pt x="4975" y="2397"/>
                  </a:moveTo>
                  <a:cubicBezTo>
                    <a:pt x="5497" y="2397"/>
                    <a:pt x="5835" y="2919"/>
                    <a:pt x="5681" y="3379"/>
                  </a:cubicBezTo>
                  <a:lnTo>
                    <a:pt x="5343" y="4239"/>
                  </a:lnTo>
                  <a:cubicBezTo>
                    <a:pt x="5251" y="4516"/>
                    <a:pt x="4975" y="4700"/>
                    <a:pt x="4668" y="4730"/>
                  </a:cubicBezTo>
                  <a:lnTo>
                    <a:pt x="4422" y="4730"/>
                  </a:lnTo>
                  <a:cubicBezTo>
                    <a:pt x="4299" y="5252"/>
                    <a:pt x="4299" y="5805"/>
                    <a:pt x="4422" y="6358"/>
                  </a:cubicBezTo>
                  <a:lnTo>
                    <a:pt x="4668" y="6358"/>
                  </a:lnTo>
                  <a:cubicBezTo>
                    <a:pt x="4975" y="6358"/>
                    <a:pt x="5251" y="6542"/>
                    <a:pt x="5374" y="6818"/>
                  </a:cubicBezTo>
                  <a:lnTo>
                    <a:pt x="5681" y="7678"/>
                  </a:lnTo>
                  <a:cubicBezTo>
                    <a:pt x="5865" y="8170"/>
                    <a:pt x="5497" y="8661"/>
                    <a:pt x="4975" y="8692"/>
                  </a:cubicBezTo>
                  <a:lnTo>
                    <a:pt x="3839" y="8692"/>
                  </a:lnTo>
                  <a:cubicBezTo>
                    <a:pt x="2795" y="8661"/>
                    <a:pt x="1966" y="7832"/>
                    <a:pt x="1966" y="6818"/>
                  </a:cubicBezTo>
                  <a:lnTo>
                    <a:pt x="1966" y="4239"/>
                  </a:lnTo>
                  <a:cubicBezTo>
                    <a:pt x="1966" y="3226"/>
                    <a:pt x="2795" y="2397"/>
                    <a:pt x="3808" y="2397"/>
                  </a:cubicBezTo>
                  <a:close/>
                  <a:moveTo>
                    <a:pt x="1141" y="0"/>
                  </a:moveTo>
                  <a:cubicBezTo>
                    <a:pt x="521" y="0"/>
                    <a:pt x="0" y="482"/>
                    <a:pt x="0" y="1107"/>
                  </a:cubicBezTo>
                  <a:lnTo>
                    <a:pt x="0" y="10319"/>
                  </a:lnTo>
                  <a:lnTo>
                    <a:pt x="7861" y="10319"/>
                  </a:lnTo>
                  <a:lnTo>
                    <a:pt x="7861" y="1107"/>
                  </a:lnTo>
                  <a:cubicBezTo>
                    <a:pt x="7831" y="482"/>
                    <a:pt x="7339" y="0"/>
                    <a:pt x="6721" y="0"/>
                  </a:cubicBezTo>
                  <a:cubicBezTo>
                    <a:pt x="6702" y="0"/>
                    <a:pt x="6683" y="1"/>
                    <a:pt x="6664" y="2"/>
                  </a:cubicBezTo>
                  <a:lnTo>
                    <a:pt x="1198" y="2"/>
                  </a:lnTo>
                  <a:cubicBezTo>
                    <a:pt x="1179" y="1"/>
                    <a:pt x="1160" y="0"/>
                    <a:pt x="1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0"/>
            <p:cNvSpPr/>
            <p:nvPr/>
          </p:nvSpPr>
          <p:spPr>
            <a:xfrm>
              <a:off x="6511838" y="2480613"/>
              <a:ext cx="53750" cy="119775"/>
            </a:xfrm>
            <a:custGeom>
              <a:avLst/>
              <a:gdLst/>
              <a:ahLst/>
              <a:cxnLst/>
              <a:rect l="l" t="t" r="r" b="b"/>
              <a:pathLst>
                <a:path w="2150" h="4791" extrusionOk="0">
                  <a:moveTo>
                    <a:pt x="1106" y="1"/>
                  </a:moveTo>
                  <a:cubicBezTo>
                    <a:pt x="492" y="1"/>
                    <a:pt x="1" y="492"/>
                    <a:pt x="1" y="1106"/>
                  </a:cubicBezTo>
                  <a:lnTo>
                    <a:pt x="1" y="3685"/>
                  </a:lnTo>
                  <a:cubicBezTo>
                    <a:pt x="1" y="4300"/>
                    <a:pt x="492" y="4791"/>
                    <a:pt x="1106" y="4791"/>
                  </a:cubicBezTo>
                  <a:lnTo>
                    <a:pt x="1720" y="4791"/>
                  </a:lnTo>
                  <a:cubicBezTo>
                    <a:pt x="1996" y="4791"/>
                    <a:pt x="2150" y="4545"/>
                    <a:pt x="2089" y="4300"/>
                  </a:cubicBezTo>
                  <a:lnTo>
                    <a:pt x="2027" y="4207"/>
                  </a:lnTo>
                  <a:cubicBezTo>
                    <a:pt x="1996" y="4054"/>
                    <a:pt x="1843" y="3962"/>
                    <a:pt x="1689" y="3962"/>
                  </a:cubicBezTo>
                  <a:lnTo>
                    <a:pt x="1413" y="3962"/>
                  </a:lnTo>
                  <a:cubicBezTo>
                    <a:pt x="1259" y="3962"/>
                    <a:pt x="1106" y="3839"/>
                    <a:pt x="1075" y="3716"/>
                  </a:cubicBezTo>
                  <a:cubicBezTo>
                    <a:pt x="799" y="2856"/>
                    <a:pt x="799" y="1935"/>
                    <a:pt x="1075" y="1106"/>
                  </a:cubicBezTo>
                  <a:cubicBezTo>
                    <a:pt x="1106" y="953"/>
                    <a:pt x="1259" y="830"/>
                    <a:pt x="1413" y="830"/>
                  </a:cubicBezTo>
                  <a:lnTo>
                    <a:pt x="1689" y="830"/>
                  </a:lnTo>
                  <a:cubicBezTo>
                    <a:pt x="1843" y="830"/>
                    <a:pt x="1996" y="738"/>
                    <a:pt x="2027" y="615"/>
                  </a:cubicBezTo>
                  <a:lnTo>
                    <a:pt x="2089" y="492"/>
                  </a:lnTo>
                  <a:cubicBezTo>
                    <a:pt x="2150" y="246"/>
                    <a:pt x="1996" y="1"/>
                    <a:pt x="1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0"/>
            <p:cNvSpPr/>
            <p:nvPr/>
          </p:nvSpPr>
          <p:spPr>
            <a:xfrm>
              <a:off x="6444288" y="2678663"/>
              <a:ext cx="196550" cy="39975"/>
            </a:xfrm>
            <a:custGeom>
              <a:avLst/>
              <a:gdLst/>
              <a:ahLst/>
              <a:cxnLst/>
              <a:rect l="l" t="t" r="r" b="b"/>
              <a:pathLst>
                <a:path w="7862" h="1599" extrusionOk="0">
                  <a:moveTo>
                    <a:pt x="0" y="1"/>
                  </a:moveTo>
                  <a:lnTo>
                    <a:pt x="0" y="492"/>
                  </a:lnTo>
                  <a:cubicBezTo>
                    <a:pt x="0" y="1118"/>
                    <a:pt x="521" y="1599"/>
                    <a:pt x="1141" y="1599"/>
                  </a:cubicBezTo>
                  <a:cubicBezTo>
                    <a:pt x="1160" y="1599"/>
                    <a:pt x="1179" y="1598"/>
                    <a:pt x="1198" y="1598"/>
                  </a:cubicBezTo>
                  <a:lnTo>
                    <a:pt x="6664" y="1598"/>
                  </a:lnTo>
                  <a:cubicBezTo>
                    <a:pt x="6683" y="1598"/>
                    <a:pt x="6702" y="1599"/>
                    <a:pt x="6721" y="1599"/>
                  </a:cubicBezTo>
                  <a:cubicBezTo>
                    <a:pt x="7339" y="1599"/>
                    <a:pt x="7831" y="1118"/>
                    <a:pt x="7861" y="492"/>
                  </a:cubicBezTo>
                  <a:lnTo>
                    <a:pt x="78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 name="Google Shape;3643;p70"/>
          <p:cNvGrpSpPr/>
          <p:nvPr/>
        </p:nvGrpSpPr>
        <p:grpSpPr>
          <a:xfrm>
            <a:off x="6913470" y="2778502"/>
            <a:ext cx="262956" cy="334760"/>
            <a:chOff x="7123663" y="2402313"/>
            <a:chExt cx="267150" cy="340100"/>
          </a:xfrm>
        </p:grpSpPr>
        <p:sp>
          <p:nvSpPr>
            <p:cNvPr id="3644" name="Google Shape;3644;p70"/>
            <p:cNvSpPr/>
            <p:nvPr/>
          </p:nvSpPr>
          <p:spPr>
            <a:xfrm>
              <a:off x="7123663" y="2698638"/>
              <a:ext cx="131275" cy="43775"/>
            </a:xfrm>
            <a:custGeom>
              <a:avLst/>
              <a:gdLst/>
              <a:ahLst/>
              <a:cxnLst/>
              <a:rect l="l" t="t" r="r" b="b"/>
              <a:pathLst>
                <a:path w="5251" h="1751" extrusionOk="0">
                  <a:moveTo>
                    <a:pt x="0" y="0"/>
                  </a:moveTo>
                  <a:lnTo>
                    <a:pt x="0" y="553"/>
                  </a:lnTo>
                  <a:cubicBezTo>
                    <a:pt x="31" y="1198"/>
                    <a:pt x="553" y="1750"/>
                    <a:pt x="1198" y="1750"/>
                  </a:cubicBezTo>
                  <a:lnTo>
                    <a:pt x="5128" y="1750"/>
                  </a:lnTo>
                  <a:cubicBezTo>
                    <a:pt x="5097" y="1167"/>
                    <a:pt x="5128" y="584"/>
                    <a:pt x="5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0"/>
            <p:cNvSpPr/>
            <p:nvPr/>
          </p:nvSpPr>
          <p:spPr>
            <a:xfrm>
              <a:off x="7123663" y="2402313"/>
              <a:ext cx="190400" cy="276375"/>
            </a:xfrm>
            <a:custGeom>
              <a:avLst/>
              <a:gdLst/>
              <a:ahLst/>
              <a:cxnLst/>
              <a:rect l="l" t="t" r="r" b="b"/>
              <a:pathLst>
                <a:path w="7616" h="11055" extrusionOk="0">
                  <a:moveTo>
                    <a:pt x="1198" y="1"/>
                  </a:moveTo>
                  <a:cubicBezTo>
                    <a:pt x="553" y="1"/>
                    <a:pt x="31" y="523"/>
                    <a:pt x="0" y="1198"/>
                  </a:cubicBezTo>
                  <a:lnTo>
                    <a:pt x="0" y="11055"/>
                  </a:lnTo>
                  <a:lnTo>
                    <a:pt x="5527" y="11055"/>
                  </a:lnTo>
                  <a:cubicBezTo>
                    <a:pt x="5742" y="10533"/>
                    <a:pt x="6111" y="10042"/>
                    <a:pt x="6602" y="9673"/>
                  </a:cubicBezTo>
                  <a:lnTo>
                    <a:pt x="5067" y="8107"/>
                  </a:lnTo>
                  <a:cubicBezTo>
                    <a:pt x="4147" y="7187"/>
                    <a:pt x="4984" y="5942"/>
                    <a:pt x="5950" y="5942"/>
                  </a:cubicBezTo>
                  <a:cubicBezTo>
                    <a:pt x="6242" y="5942"/>
                    <a:pt x="6546" y="6055"/>
                    <a:pt x="6817" y="6326"/>
                  </a:cubicBezTo>
                  <a:lnTo>
                    <a:pt x="7615" y="7125"/>
                  </a:lnTo>
                  <a:lnTo>
                    <a:pt x="7615" y="1198"/>
                  </a:lnTo>
                  <a:cubicBezTo>
                    <a:pt x="7615" y="523"/>
                    <a:pt x="7063" y="1"/>
                    <a:pt x="6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0"/>
            <p:cNvSpPr/>
            <p:nvPr/>
          </p:nvSpPr>
          <p:spPr>
            <a:xfrm>
              <a:off x="7254813" y="2534363"/>
              <a:ext cx="136000" cy="208050"/>
            </a:xfrm>
            <a:custGeom>
              <a:avLst/>
              <a:gdLst/>
              <a:ahLst/>
              <a:cxnLst/>
              <a:rect l="l" t="t" r="r" b="b"/>
              <a:pathLst>
                <a:path w="5440" h="8322" extrusionOk="0">
                  <a:moveTo>
                    <a:pt x="3168" y="0"/>
                  </a:moveTo>
                  <a:lnTo>
                    <a:pt x="3168" y="2641"/>
                  </a:lnTo>
                  <a:lnTo>
                    <a:pt x="3475" y="2948"/>
                  </a:lnTo>
                  <a:cubicBezTo>
                    <a:pt x="3779" y="3229"/>
                    <a:pt x="3512" y="3635"/>
                    <a:pt x="3205" y="3635"/>
                  </a:cubicBezTo>
                  <a:cubicBezTo>
                    <a:pt x="3109" y="3635"/>
                    <a:pt x="3010" y="3595"/>
                    <a:pt x="2922" y="3501"/>
                  </a:cubicBezTo>
                  <a:cubicBezTo>
                    <a:pt x="1602" y="2211"/>
                    <a:pt x="1018" y="1597"/>
                    <a:pt x="1018" y="1597"/>
                  </a:cubicBezTo>
                  <a:cubicBezTo>
                    <a:pt x="915" y="1479"/>
                    <a:pt x="795" y="1430"/>
                    <a:pt x="680" y="1430"/>
                  </a:cubicBezTo>
                  <a:cubicBezTo>
                    <a:pt x="318" y="1430"/>
                    <a:pt x="0" y="1915"/>
                    <a:pt x="373" y="2242"/>
                  </a:cubicBezTo>
                  <a:lnTo>
                    <a:pt x="2246" y="4207"/>
                  </a:lnTo>
                  <a:cubicBezTo>
                    <a:pt x="2461" y="4391"/>
                    <a:pt x="2369" y="4760"/>
                    <a:pt x="2093" y="4852"/>
                  </a:cubicBezTo>
                  <a:cubicBezTo>
                    <a:pt x="1817" y="4975"/>
                    <a:pt x="1571" y="5189"/>
                    <a:pt x="1387" y="5435"/>
                  </a:cubicBezTo>
                  <a:cubicBezTo>
                    <a:pt x="1110" y="5773"/>
                    <a:pt x="926" y="6172"/>
                    <a:pt x="834" y="6571"/>
                  </a:cubicBezTo>
                  <a:cubicBezTo>
                    <a:pt x="680" y="7155"/>
                    <a:pt x="619" y="7738"/>
                    <a:pt x="650" y="8321"/>
                  </a:cubicBezTo>
                  <a:lnTo>
                    <a:pt x="4089" y="8321"/>
                  </a:lnTo>
                  <a:cubicBezTo>
                    <a:pt x="4273" y="8321"/>
                    <a:pt x="4427" y="8168"/>
                    <a:pt x="4457" y="7984"/>
                  </a:cubicBezTo>
                  <a:lnTo>
                    <a:pt x="5225" y="4299"/>
                  </a:lnTo>
                  <a:cubicBezTo>
                    <a:pt x="5440" y="3255"/>
                    <a:pt x="5164" y="2180"/>
                    <a:pt x="4488" y="1351"/>
                  </a:cubicBezTo>
                  <a:cubicBezTo>
                    <a:pt x="4365" y="1198"/>
                    <a:pt x="4396" y="1228"/>
                    <a:pt x="3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7" name="Google Shape;3647;p70"/>
          <p:cNvGrpSpPr/>
          <p:nvPr/>
        </p:nvGrpSpPr>
        <p:grpSpPr>
          <a:xfrm>
            <a:off x="7542105" y="2805706"/>
            <a:ext cx="333998" cy="280353"/>
            <a:chOff x="7804563" y="2402313"/>
            <a:chExt cx="339325" cy="284825"/>
          </a:xfrm>
        </p:grpSpPr>
        <p:sp>
          <p:nvSpPr>
            <p:cNvPr id="3648" name="Google Shape;3648;p70"/>
            <p:cNvSpPr/>
            <p:nvPr/>
          </p:nvSpPr>
          <p:spPr>
            <a:xfrm>
              <a:off x="7804563" y="2402313"/>
              <a:ext cx="339325" cy="284825"/>
            </a:xfrm>
            <a:custGeom>
              <a:avLst/>
              <a:gdLst/>
              <a:ahLst/>
              <a:cxnLst/>
              <a:rect l="l" t="t" r="r" b="b"/>
              <a:pathLst>
                <a:path w="13573" h="11393" extrusionOk="0">
                  <a:moveTo>
                    <a:pt x="6734" y="1703"/>
                  </a:moveTo>
                  <a:cubicBezTo>
                    <a:pt x="8471" y="1703"/>
                    <a:pt x="10160" y="3125"/>
                    <a:pt x="9918" y="5221"/>
                  </a:cubicBezTo>
                  <a:cubicBezTo>
                    <a:pt x="9839" y="5899"/>
                    <a:pt x="9267" y="6318"/>
                    <a:pt x="8673" y="6318"/>
                  </a:cubicBezTo>
                  <a:cubicBezTo>
                    <a:pt x="8353" y="6318"/>
                    <a:pt x="8027" y="6196"/>
                    <a:pt x="7769" y="5927"/>
                  </a:cubicBezTo>
                  <a:cubicBezTo>
                    <a:pt x="7485" y="6191"/>
                    <a:pt x="7138" y="6310"/>
                    <a:pt x="6795" y="6310"/>
                  </a:cubicBezTo>
                  <a:cubicBezTo>
                    <a:pt x="6100" y="6310"/>
                    <a:pt x="5426" y="5818"/>
                    <a:pt x="5343" y="5037"/>
                  </a:cubicBezTo>
                  <a:cubicBezTo>
                    <a:pt x="5225" y="4113"/>
                    <a:pt x="5947" y="3390"/>
                    <a:pt x="6763" y="3390"/>
                  </a:cubicBezTo>
                  <a:cubicBezTo>
                    <a:pt x="7004" y="3390"/>
                    <a:pt x="7254" y="3453"/>
                    <a:pt x="7493" y="3593"/>
                  </a:cubicBezTo>
                  <a:cubicBezTo>
                    <a:pt x="7567" y="3407"/>
                    <a:pt x="7717" y="3327"/>
                    <a:pt x="7862" y="3327"/>
                  </a:cubicBezTo>
                  <a:cubicBezTo>
                    <a:pt x="8077" y="3327"/>
                    <a:pt x="8285" y="3503"/>
                    <a:pt x="8230" y="3778"/>
                  </a:cubicBezTo>
                  <a:lnTo>
                    <a:pt x="8230" y="5098"/>
                  </a:lnTo>
                  <a:cubicBezTo>
                    <a:pt x="8230" y="5382"/>
                    <a:pt x="8449" y="5528"/>
                    <a:pt x="8670" y="5528"/>
                  </a:cubicBezTo>
                  <a:cubicBezTo>
                    <a:pt x="8879" y="5528"/>
                    <a:pt x="9090" y="5397"/>
                    <a:pt x="9120" y="5129"/>
                  </a:cubicBezTo>
                  <a:cubicBezTo>
                    <a:pt x="9302" y="3555"/>
                    <a:pt x="8039" y="2499"/>
                    <a:pt x="6742" y="2499"/>
                  </a:cubicBezTo>
                  <a:cubicBezTo>
                    <a:pt x="6064" y="2499"/>
                    <a:pt x="5378" y="2787"/>
                    <a:pt x="4883" y="3440"/>
                  </a:cubicBezTo>
                  <a:cubicBezTo>
                    <a:pt x="3645" y="5099"/>
                    <a:pt x="4959" y="7254"/>
                    <a:pt x="6752" y="7254"/>
                  </a:cubicBezTo>
                  <a:cubicBezTo>
                    <a:pt x="7050" y="7254"/>
                    <a:pt x="7362" y="7194"/>
                    <a:pt x="7677" y="7063"/>
                  </a:cubicBezTo>
                  <a:cubicBezTo>
                    <a:pt x="7738" y="7036"/>
                    <a:pt x="7797" y="7024"/>
                    <a:pt x="7851" y="7024"/>
                  </a:cubicBezTo>
                  <a:cubicBezTo>
                    <a:pt x="8233" y="7024"/>
                    <a:pt x="8414" y="7612"/>
                    <a:pt x="7984" y="7800"/>
                  </a:cubicBezTo>
                  <a:cubicBezTo>
                    <a:pt x="7558" y="7976"/>
                    <a:pt x="7139" y="8055"/>
                    <a:pt x="6737" y="8055"/>
                  </a:cubicBezTo>
                  <a:cubicBezTo>
                    <a:pt x="4328" y="8055"/>
                    <a:pt x="2580" y="5190"/>
                    <a:pt x="4238" y="2979"/>
                  </a:cubicBezTo>
                  <a:cubicBezTo>
                    <a:pt x="4903" y="2093"/>
                    <a:pt x="5825" y="1703"/>
                    <a:pt x="6734" y="1703"/>
                  </a:cubicBezTo>
                  <a:close/>
                  <a:moveTo>
                    <a:pt x="369" y="1"/>
                  </a:moveTo>
                  <a:cubicBezTo>
                    <a:pt x="154" y="1"/>
                    <a:pt x="0" y="154"/>
                    <a:pt x="0" y="369"/>
                  </a:cubicBezTo>
                  <a:lnTo>
                    <a:pt x="0" y="9305"/>
                  </a:lnTo>
                  <a:cubicBezTo>
                    <a:pt x="0" y="9520"/>
                    <a:pt x="154" y="9704"/>
                    <a:pt x="369" y="9704"/>
                  </a:cubicBezTo>
                  <a:lnTo>
                    <a:pt x="6387" y="9704"/>
                  </a:lnTo>
                  <a:lnTo>
                    <a:pt x="6387" y="10594"/>
                  </a:lnTo>
                  <a:lnTo>
                    <a:pt x="5067" y="10594"/>
                  </a:lnTo>
                  <a:cubicBezTo>
                    <a:pt x="4545" y="10594"/>
                    <a:pt x="4545" y="11393"/>
                    <a:pt x="5067" y="11393"/>
                  </a:cubicBezTo>
                  <a:lnTo>
                    <a:pt x="8475" y="11393"/>
                  </a:lnTo>
                  <a:cubicBezTo>
                    <a:pt x="8997" y="11393"/>
                    <a:pt x="8997" y="10594"/>
                    <a:pt x="8475" y="10594"/>
                  </a:cubicBezTo>
                  <a:lnTo>
                    <a:pt x="7186" y="10594"/>
                  </a:lnTo>
                  <a:lnTo>
                    <a:pt x="7186" y="9704"/>
                  </a:lnTo>
                  <a:lnTo>
                    <a:pt x="13173" y="9704"/>
                  </a:lnTo>
                  <a:cubicBezTo>
                    <a:pt x="13388" y="9704"/>
                    <a:pt x="13572" y="9520"/>
                    <a:pt x="13572" y="9305"/>
                  </a:cubicBezTo>
                  <a:lnTo>
                    <a:pt x="13572" y="400"/>
                  </a:lnTo>
                  <a:cubicBezTo>
                    <a:pt x="13572" y="185"/>
                    <a:pt x="13388" y="1"/>
                    <a:pt x="13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0"/>
            <p:cNvSpPr/>
            <p:nvPr/>
          </p:nvSpPr>
          <p:spPr>
            <a:xfrm>
              <a:off x="7957313" y="2506713"/>
              <a:ext cx="33050" cy="33800"/>
            </a:xfrm>
            <a:custGeom>
              <a:avLst/>
              <a:gdLst/>
              <a:ahLst/>
              <a:cxnLst/>
              <a:rect l="l" t="t" r="r" b="b"/>
              <a:pathLst>
                <a:path w="1322" h="1352" extrusionOk="0">
                  <a:moveTo>
                    <a:pt x="676" y="1"/>
                  </a:moveTo>
                  <a:cubicBezTo>
                    <a:pt x="308" y="1"/>
                    <a:pt x="1" y="308"/>
                    <a:pt x="1" y="676"/>
                  </a:cubicBezTo>
                  <a:cubicBezTo>
                    <a:pt x="1" y="1045"/>
                    <a:pt x="308" y="1352"/>
                    <a:pt x="676" y="1352"/>
                  </a:cubicBezTo>
                  <a:cubicBezTo>
                    <a:pt x="1045" y="1352"/>
                    <a:pt x="1321" y="1045"/>
                    <a:pt x="1321" y="676"/>
                  </a:cubicBezTo>
                  <a:cubicBezTo>
                    <a:pt x="1321" y="308"/>
                    <a:pt x="1045" y="1"/>
                    <a:pt x="6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0" name="Google Shape;3650;p70"/>
          <p:cNvGrpSpPr/>
          <p:nvPr/>
        </p:nvGrpSpPr>
        <p:grpSpPr>
          <a:xfrm>
            <a:off x="846478" y="3459343"/>
            <a:ext cx="338525" cy="302377"/>
            <a:chOff x="1000888" y="3072463"/>
            <a:chExt cx="343925" cy="307200"/>
          </a:xfrm>
        </p:grpSpPr>
        <p:sp>
          <p:nvSpPr>
            <p:cNvPr id="3651" name="Google Shape;3651;p70"/>
            <p:cNvSpPr/>
            <p:nvPr/>
          </p:nvSpPr>
          <p:spPr>
            <a:xfrm>
              <a:off x="1098113" y="3072463"/>
              <a:ext cx="246700" cy="307200"/>
            </a:xfrm>
            <a:custGeom>
              <a:avLst/>
              <a:gdLst/>
              <a:ahLst/>
              <a:cxnLst/>
              <a:rect l="l" t="t" r="r" b="b"/>
              <a:pathLst>
                <a:path w="9868" h="12288" extrusionOk="0">
                  <a:moveTo>
                    <a:pt x="9418" y="376"/>
                  </a:moveTo>
                  <a:cubicBezTo>
                    <a:pt x="9373" y="376"/>
                    <a:pt x="9328" y="384"/>
                    <a:pt x="9284" y="400"/>
                  </a:cubicBezTo>
                  <a:cubicBezTo>
                    <a:pt x="9223" y="431"/>
                    <a:pt x="9837" y="1"/>
                    <a:pt x="256" y="6818"/>
                  </a:cubicBezTo>
                  <a:cubicBezTo>
                    <a:pt x="134" y="6910"/>
                    <a:pt x="72" y="7033"/>
                    <a:pt x="72" y="7155"/>
                  </a:cubicBezTo>
                  <a:lnTo>
                    <a:pt x="72" y="11792"/>
                  </a:lnTo>
                  <a:cubicBezTo>
                    <a:pt x="0" y="12098"/>
                    <a:pt x="234" y="12288"/>
                    <a:pt x="464" y="12288"/>
                  </a:cubicBezTo>
                  <a:cubicBezTo>
                    <a:pt x="627" y="12288"/>
                    <a:pt x="789" y="12193"/>
                    <a:pt x="840" y="11976"/>
                  </a:cubicBezTo>
                  <a:lnTo>
                    <a:pt x="2529" y="8660"/>
                  </a:lnTo>
                  <a:lnTo>
                    <a:pt x="9745" y="1045"/>
                  </a:lnTo>
                  <a:cubicBezTo>
                    <a:pt x="9806" y="984"/>
                    <a:pt x="9867" y="861"/>
                    <a:pt x="9837" y="769"/>
                  </a:cubicBezTo>
                  <a:cubicBezTo>
                    <a:pt x="9837" y="541"/>
                    <a:pt x="9629" y="376"/>
                    <a:pt x="9418" y="37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0"/>
            <p:cNvSpPr/>
            <p:nvPr/>
          </p:nvSpPr>
          <p:spPr>
            <a:xfrm>
              <a:off x="1172838" y="3140038"/>
              <a:ext cx="156625" cy="227900"/>
            </a:xfrm>
            <a:custGeom>
              <a:avLst/>
              <a:gdLst/>
              <a:ahLst/>
              <a:cxnLst/>
              <a:rect l="l" t="t" r="r" b="b"/>
              <a:pathLst>
                <a:path w="6265" h="9116" extrusionOk="0">
                  <a:moveTo>
                    <a:pt x="6264" y="0"/>
                  </a:moveTo>
                  <a:lnTo>
                    <a:pt x="185" y="6418"/>
                  </a:lnTo>
                  <a:lnTo>
                    <a:pt x="0" y="6817"/>
                  </a:lnTo>
                  <a:lnTo>
                    <a:pt x="2979" y="9028"/>
                  </a:lnTo>
                  <a:cubicBezTo>
                    <a:pt x="3049" y="9088"/>
                    <a:pt x="3132" y="9115"/>
                    <a:pt x="3215" y="9115"/>
                  </a:cubicBezTo>
                  <a:cubicBezTo>
                    <a:pt x="3385" y="9115"/>
                    <a:pt x="3552" y="8999"/>
                    <a:pt x="3593" y="8813"/>
                  </a:cubicBezTo>
                  <a:lnTo>
                    <a:pt x="62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0"/>
            <p:cNvSpPr/>
            <p:nvPr/>
          </p:nvSpPr>
          <p:spPr>
            <a:xfrm>
              <a:off x="1000888" y="3111613"/>
              <a:ext cx="254100" cy="138975"/>
            </a:xfrm>
            <a:custGeom>
              <a:avLst/>
              <a:gdLst/>
              <a:ahLst/>
              <a:cxnLst/>
              <a:rect l="l" t="t" r="r" b="b"/>
              <a:pathLst>
                <a:path w="10164" h="5559" extrusionOk="0">
                  <a:moveTo>
                    <a:pt x="10164" y="1"/>
                  </a:moveTo>
                  <a:lnTo>
                    <a:pt x="369" y="3747"/>
                  </a:lnTo>
                  <a:cubicBezTo>
                    <a:pt x="0" y="3839"/>
                    <a:pt x="0" y="4392"/>
                    <a:pt x="369" y="4484"/>
                  </a:cubicBezTo>
                  <a:lnTo>
                    <a:pt x="3194" y="5559"/>
                  </a:lnTo>
                  <a:cubicBezTo>
                    <a:pt x="3194" y="5190"/>
                    <a:pt x="3378" y="4853"/>
                    <a:pt x="3685" y="4607"/>
                  </a:cubicBezTo>
                  <a:lnTo>
                    <a:pt x="101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70"/>
          <p:cNvGrpSpPr/>
          <p:nvPr/>
        </p:nvGrpSpPr>
        <p:grpSpPr>
          <a:xfrm>
            <a:off x="1514830" y="3491272"/>
            <a:ext cx="341306" cy="238520"/>
            <a:chOff x="1680638" y="3081963"/>
            <a:chExt cx="346750" cy="242325"/>
          </a:xfrm>
        </p:grpSpPr>
        <p:sp>
          <p:nvSpPr>
            <p:cNvPr id="3655" name="Google Shape;3655;p70"/>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0"/>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0"/>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0"/>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9" name="Google Shape;3659;p70"/>
          <p:cNvGrpSpPr/>
          <p:nvPr/>
        </p:nvGrpSpPr>
        <p:grpSpPr>
          <a:xfrm>
            <a:off x="2152386" y="3442917"/>
            <a:ext cx="364216" cy="335228"/>
            <a:chOff x="2334288" y="3081613"/>
            <a:chExt cx="370025" cy="340575"/>
          </a:xfrm>
        </p:grpSpPr>
        <p:sp>
          <p:nvSpPr>
            <p:cNvPr id="3660" name="Google Shape;3660;p70"/>
            <p:cNvSpPr/>
            <p:nvPr/>
          </p:nvSpPr>
          <p:spPr>
            <a:xfrm>
              <a:off x="2606038" y="3104713"/>
              <a:ext cx="76025" cy="72750"/>
            </a:xfrm>
            <a:custGeom>
              <a:avLst/>
              <a:gdLst/>
              <a:ahLst/>
              <a:cxnLst/>
              <a:rect l="l" t="t" r="r" b="b"/>
              <a:pathLst>
                <a:path w="3041" h="2910" extrusionOk="0">
                  <a:moveTo>
                    <a:pt x="522" y="1"/>
                  </a:moveTo>
                  <a:cubicBezTo>
                    <a:pt x="0" y="1"/>
                    <a:pt x="0" y="799"/>
                    <a:pt x="522" y="799"/>
                  </a:cubicBezTo>
                  <a:cubicBezTo>
                    <a:pt x="1474" y="799"/>
                    <a:pt x="2242" y="1567"/>
                    <a:pt x="2242" y="2519"/>
                  </a:cubicBezTo>
                  <a:cubicBezTo>
                    <a:pt x="2242" y="2780"/>
                    <a:pt x="2442" y="2910"/>
                    <a:pt x="2641" y="2910"/>
                  </a:cubicBezTo>
                  <a:cubicBezTo>
                    <a:pt x="2841" y="2910"/>
                    <a:pt x="3040" y="2780"/>
                    <a:pt x="3040" y="2519"/>
                  </a:cubicBezTo>
                  <a:cubicBezTo>
                    <a:pt x="3040" y="1106"/>
                    <a:pt x="1904" y="1"/>
                    <a:pt x="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0"/>
            <p:cNvSpPr/>
            <p:nvPr/>
          </p:nvSpPr>
          <p:spPr>
            <a:xfrm>
              <a:off x="2385713" y="3326938"/>
              <a:ext cx="76800" cy="73350"/>
            </a:xfrm>
            <a:custGeom>
              <a:avLst/>
              <a:gdLst/>
              <a:ahLst/>
              <a:cxnLst/>
              <a:rect l="l" t="t" r="r" b="b"/>
              <a:pathLst>
                <a:path w="3072" h="2934" extrusionOk="0">
                  <a:moveTo>
                    <a:pt x="400" y="1"/>
                  </a:moveTo>
                  <a:cubicBezTo>
                    <a:pt x="200" y="1"/>
                    <a:pt x="1" y="139"/>
                    <a:pt x="1" y="416"/>
                  </a:cubicBezTo>
                  <a:cubicBezTo>
                    <a:pt x="1" y="1797"/>
                    <a:pt x="1137" y="2933"/>
                    <a:pt x="2519" y="2933"/>
                  </a:cubicBezTo>
                  <a:cubicBezTo>
                    <a:pt x="3071" y="2933"/>
                    <a:pt x="3071" y="2135"/>
                    <a:pt x="2519" y="2135"/>
                  </a:cubicBezTo>
                  <a:cubicBezTo>
                    <a:pt x="1567" y="2135"/>
                    <a:pt x="799" y="1367"/>
                    <a:pt x="799" y="416"/>
                  </a:cubicBezTo>
                  <a:cubicBezTo>
                    <a:pt x="799" y="139"/>
                    <a:pt x="600"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0"/>
            <p:cNvSpPr/>
            <p:nvPr/>
          </p:nvSpPr>
          <p:spPr>
            <a:xfrm>
              <a:off x="2334288" y="3081613"/>
              <a:ext cx="258725" cy="228850"/>
            </a:xfrm>
            <a:custGeom>
              <a:avLst/>
              <a:gdLst/>
              <a:ahLst/>
              <a:cxnLst/>
              <a:rect l="l" t="t" r="r" b="b"/>
              <a:pathLst>
                <a:path w="10349" h="9154" extrusionOk="0">
                  <a:moveTo>
                    <a:pt x="5795" y="0"/>
                  </a:moveTo>
                  <a:cubicBezTo>
                    <a:pt x="4643" y="0"/>
                    <a:pt x="3476" y="427"/>
                    <a:pt x="2549" y="1355"/>
                  </a:cubicBezTo>
                  <a:cubicBezTo>
                    <a:pt x="0" y="3934"/>
                    <a:pt x="1198" y="8294"/>
                    <a:pt x="4699" y="9154"/>
                  </a:cubicBezTo>
                  <a:cubicBezTo>
                    <a:pt x="4668" y="8110"/>
                    <a:pt x="4944" y="7035"/>
                    <a:pt x="5466" y="6145"/>
                  </a:cubicBezTo>
                  <a:lnTo>
                    <a:pt x="5159" y="6145"/>
                  </a:lnTo>
                  <a:lnTo>
                    <a:pt x="4975" y="6728"/>
                  </a:lnTo>
                  <a:cubicBezTo>
                    <a:pt x="4905" y="6926"/>
                    <a:pt x="4751" y="7009"/>
                    <a:pt x="4597" y="7009"/>
                  </a:cubicBezTo>
                  <a:cubicBezTo>
                    <a:pt x="4345" y="7009"/>
                    <a:pt x="4093" y="6787"/>
                    <a:pt x="4207" y="6482"/>
                  </a:cubicBezTo>
                  <a:lnTo>
                    <a:pt x="5466" y="2644"/>
                  </a:lnTo>
                  <a:cubicBezTo>
                    <a:pt x="5466" y="2383"/>
                    <a:pt x="5658" y="2253"/>
                    <a:pt x="5850" y="2253"/>
                  </a:cubicBezTo>
                  <a:cubicBezTo>
                    <a:pt x="6042" y="2253"/>
                    <a:pt x="6234" y="2383"/>
                    <a:pt x="6234" y="2644"/>
                  </a:cubicBezTo>
                  <a:lnTo>
                    <a:pt x="6909" y="4609"/>
                  </a:lnTo>
                  <a:cubicBezTo>
                    <a:pt x="7822" y="3897"/>
                    <a:pt x="8946" y="3528"/>
                    <a:pt x="10085" y="3528"/>
                  </a:cubicBezTo>
                  <a:cubicBezTo>
                    <a:pt x="10173" y="3528"/>
                    <a:pt x="10260" y="3530"/>
                    <a:pt x="10348" y="3535"/>
                  </a:cubicBezTo>
                  <a:cubicBezTo>
                    <a:pt x="9782" y="1307"/>
                    <a:pt x="7811" y="0"/>
                    <a:pt x="5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0"/>
            <p:cNvSpPr/>
            <p:nvPr/>
          </p:nvSpPr>
          <p:spPr>
            <a:xfrm>
              <a:off x="2433313" y="3189913"/>
              <a:ext cx="271000" cy="232275"/>
            </a:xfrm>
            <a:custGeom>
              <a:avLst/>
              <a:gdLst/>
              <a:ahLst/>
              <a:cxnLst/>
              <a:rect l="l" t="t" r="r" b="b"/>
              <a:pathLst>
                <a:path w="10840" h="9291" extrusionOk="0">
                  <a:moveTo>
                    <a:pt x="5528" y="2734"/>
                  </a:moveTo>
                  <a:cubicBezTo>
                    <a:pt x="5743" y="2734"/>
                    <a:pt x="5896" y="2918"/>
                    <a:pt x="5896" y="3133"/>
                  </a:cubicBezTo>
                  <a:cubicBezTo>
                    <a:pt x="5927" y="3225"/>
                    <a:pt x="5927" y="5467"/>
                    <a:pt x="4729" y="6419"/>
                  </a:cubicBezTo>
                  <a:lnTo>
                    <a:pt x="4699" y="6419"/>
                  </a:lnTo>
                  <a:cubicBezTo>
                    <a:pt x="4617" y="6488"/>
                    <a:pt x="4532" y="6517"/>
                    <a:pt x="4451" y="6517"/>
                  </a:cubicBezTo>
                  <a:cubicBezTo>
                    <a:pt x="4136" y="6517"/>
                    <a:pt x="3890" y="6073"/>
                    <a:pt x="4207" y="5804"/>
                  </a:cubicBezTo>
                  <a:cubicBezTo>
                    <a:pt x="4821" y="5313"/>
                    <a:pt x="5036" y="4208"/>
                    <a:pt x="5098" y="3532"/>
                  </a:cubicBezTo>
                  <a:lnTo>
                    <a:pt x="4453" y="3532"/>
                  </a:lnTo>
                  <a:cubicBezTo>
                    <a:pt x="3931" y="3532"/>
                    <a:pt x="3931" y="2734"/>
                    <a:pt x="4453" y="2734"/>
                  </a:cubicBezTo>
                  <a:close/>
                  <a:moveTo>
                    <a:pt x="7002" y="2289"/>
                  </a:moveTo>
                  <a:cubicBezTo>
                    <a:pt x="7201" y="2289"/>
                    <a:pt x="7401" y="2427"/>
                    <a:pt x="7401" y="2703"/>
                  </a:cubicBezTo>
                  <a:lnTo>
                    <a:pt x="7401" y="3778"/>
                  </a:lnTo>
                  <a:lnTo>
                    <a:pt x="7861" y="3778"/>
                  </a:lnTo>
                  <a:cubicBezTo>
                    <a:pt x="8383" y="3778"/>
                    <a:pt x="8383" y="4576"/>
                    <a:pt x="7861" y="4576"/>
                  </a:cubicBezTo>
                  <a:lnTo>
                    <a:pt x="7861" y="4607"/>
                  </a:lnTo>
                  <a:lnTo>
                    <a:pt x="7401" y="4607"/>
                  </a:lnTo>
                  <a:lnTo>
                    <a:pt x="7401" y="6541"/>
                  </a:lnTo>
                  <a:cubicBezTo>
                    <a:pt x="7401" y="6802"/>
                    <a:pt x="7201" y="6933"/>
                    <a:pt x="7002" y="6933"/>
                  </a:cubicBezTo>
                  <a:cubicBezTo>
                    <a:pt x="6802" y="6933"/>
                    <a:pt x="6602" y="6802"/>
                    <a:pt x="6602" y="6541"/>
                  </a:cubicBezTo>
                  <a:lnTo>
                    <a:pt x="6602" y="2703"/>
                  </a:lnTo>
                  <a:cubicBezTo>
                    <a:pt x="6602" y="2427"/>
                    <a:pt x="6802" y="2289"/>
                    <a:pt x="7002" y="2289"/>
                  </a:cubicBezTo>
                  <a:close/>
                  <a:moveTo>
                    <a:pt x="6203" y="1"/>
                  </a:moveTo>
                  <a:cubicBezTo>
                    <a:pt x="2058" y="1"/>
                    <a:pt x="1" y="5006"/>
                    <a:pt x="2918" y="7923"/>
                  </a:cubicBezTo>
                  <a:cubicBezTo>
                    <a:pt x="3862" y="8867"/>
                    <a:pt x="5024" y="9290"/>
                    <a:pt x="6165" y="9290"/>
                  </a:cubicBezTo>
                  <a:cubicBezTo>
                    <a:pt x="8550" y="9290"/>
                    <a:pt x="10840" y="7441"/>
                    <a:pt x="10840" y="4638"/>
                  </a:cubicBezTo>
                  <a:cubicBezTo>
                    <a:pt x="10840" y="2089"/>
                    <a:pt x="8752" y="1"/>
                    <a:pt x="6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0"/>
            <p:cNvSpPr/>
            <p:nvPr/>
          </p:nvSpPr>
          <p:spPr>
            <a:xfrm>
              <a:off x="2470163" y="3183013"/>
              <a:ext cx="21525" cy="32275"/>
            </a:xfrm>
            <a:custGeom>
              <a:avLst/>
              <a:gdLst/>
              <a:ahLst/>
              <a:cxnLst/>
              <a:rect l="l" t="t" r="r" b="b"/>
              <a:pathLst>
                <a:path w="861" h="1291" extrusionOk="0">
                  <a:moveTo>
                    <a:pt x="430" y="1"/>
                  </a:moveTo>
                  <a:lnTo>
                    <a:pt x="0" y="1290"/>
                  </a:lnTo>
                  <a:lnTo>
                    <a:pt x="860" y="1290"/>
                  </a:lnTo>
                  <a:lnTo>
                    <a:pt x="4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70"/>
          <p:cNvGrpSpPr/>
          <p:nvPr/>
        </p:nvGrpSpPr>
        <p:grpSpPr>
          <a:xfrm>
            <a:off x="2934536" y="3443335"/>
            <a:ext cx="176091" cy="334391"/>
            <a:chOff x="3044363" y="3082063"/>
            <a:chExt cx="178900" cy="339725"/>
          </a:xfrm>
        </p:grpSpPr>
        <p:sp>
          <p:nvSpPr>
            <p:cNvPr id="3666" name="Google Shape;3666;p70"/>
            <p:cNvSpPr/>
            <p:nvPr/>
          </p:nvSpPr>
          <p:spPr>
            <a:xfrm>
              <a:off x="3111913" y="3187613"/>
              <a:ext cx="43775" cy="43800"/>
            </a:xfrm>
            <a:custGeom>
              <a:avLst/>
              <a:gdLst/>
              <a:ahLst/>
              <a:cxnLst/>
              <a:rect l="l" t="t" r="r" b="b"/>
              <a:pathLst>
                <a:path w="1751" h="1752" extrusionOk="0">
                  <a:moveTo>
                    <a:pt x="860" y="1"/>
                  </a:moveTo>
                  <a:cubicBezTo>
                    <a:pt x="400" y="1"/>
                    <a:pt x="1" y="400"/>
                    <a:pt x="1" y="891"/>
                  </a:cubicBezTo>
                  <a:cubicBezTo>
                    <a:pt x="1" y="1352"/>
                    <a:pt x="400" y="1751"/>
                    <a:pt x="860" y="1751"/>
                  </a:cubicBezTo>
                  <a:cubicBezTo>
                    <a:pt x="1352" y="1751"/>
                    <a:pt x="1751" y="1352"/>
                    <a:pt x="1751" y="891"/>
                  </a:cubicBezTo>
                  <a:cubicBezTo>
                    <a:pt x="1751" y="400"/>
                    <a:pt x="1352" y="1"/>
                    <a:pt x="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0"/>
            <p:cNvSpPr/>
            <p:nvPr/>
          </p:nvSpPr>
          <p:spPr>
            <a:xfrm>
              <a:off x="3044363" y="3082063"/>
              <a:ext cx="178900" cy="339725"/>
            </a:xfrm>
            <a:custGeom>
              <a:avLst/>
              <a:gdLst/>
              <a:ahLst/>
              <a:cxnLst/>
              <a:rect l="l" t="t" r="r" b="b"/>
              <a:pathLst>
                <a:path w="7156" h="13589" extrusionOk="0">
                  <a:moveTo>
                    <a:pt x="3562" y="3425"/>
                  </a:moveTo>
                  <a:cubicBezTo>
                    <a:pt x="5067" y="3425"/>
                    <a:pt x="5804" y="5236"/>
                    <a:pt x="4760" y="6280"/>
                  </a:cubicBezTo>
                  <a:cubicBezTo>
                    <a:pt x="4422" y="6618"/>
                    <a:pt x="4003" y="6770"/>
                    <a:pt x="3592" y="6770"/>
                  </a:cubicBezTo>
                  <a:cubicBezTo>
                    <a:pt x="2733" y="6770"/>
                    <a:pt x="1904" y="6110"/>
                    <a:pt x="1904" y="5113"/>
                  </a:cubicBezTo>
                  <a:cubicBezTo>
                    <a:pt x="1904" y="4192"/>
                    <a:pt x="2641" y="3425"/>
                    <a:pt x="3562" y="3425"/>
                  </a:cubicBezTo>
                  <a:close/>
                  <a:moveTo>
                    <a:pt x="5067" y="7662"/>
                  </a:moveTo>
                  <a:cubicBezTo>
                    <a:pt x="5589" y="7662"/>
                    <a:pt x="5589" y="8460"/>
                    <a:pt x="5067" y="8460"/>
                  </a:cubicBezTo>
                  <a:lnTo>
                    <a:pt x="2089" y="8460"/>
                  </a:lnTo>
                  <a:cubicBezTo>
                    <a:pt x="1567" y="8460"/>
                    <a:pt x="1567" y="7662"/>
                    <a:pt x="2089" y="7662"/>
                  </a:cubicBezTo>
                  <a:close/>
                  <a:moveTo>
                    <a:pt x="5067" y="9381"/>
                  </a:moveTo>
                  <a:cubicBezTo>
                    <a:pt x="5589" y="9381"/>
                    <a:pt x="5589" y="10180"/>
                    <a:pt x="5067" y="10180"/>
                  </a:cubicBezTo>
                  <a:lnTo>
                    <a:pt x="2089" y="10180"/>
                  </a:lnTo>
                  <a:cubicBezTo>
                    <a:pt x="1567" y="10180"/>
                    <a:pt x="1567" y="9381"/>
                    <a:pt x="2089" y="9381"/>
                  </a:cubicBezTo>
                  <a:close/>
                  <a:moveTo>
                    <a:pt x="5067" y="11070"/>
                  </a:moveTo>
                  <a:cubicBezTo>
                    <a:pt x="5589" y="11070"/>
                    <a:pt x="5589" y="11869"/>
                    <a:pt x="5067" y="11869"/>
                  </a:cubicBezTo>
                  <a:lnTo>
                    <a:pt x="2089" y="11869"/>
                  </a:lnTo>
                  <a:cubicBezTo>
                    <a:pt x="1567" y="11869"/>
                    <a:pt x="1567" y="11070"/>
                    <a:pt x="2089" y="11070"/>
                  </a:cubicBezTo>
                  <a:close/>
                  <a:moveTo>
                    <a:pt x="5067" y="1"/>
                  </a:moveTo>
                  <a:cubicBezTo>
                    <a:pt x="4867" y="1"/>
                    <a:pt x="4668" y="139"/>
                    <a:pt x="4668" y="415"/>
                  </a:cubicBezTo>
                  <a:lnTo>
                    <a:pt x="4668" y="1736"/>
                  </a:lnTo>
                  <a:lnTo>
                    <a:pt x="3747" y="1736"/>
                  </a:lnTo>
                  <a:lnTo>
                    <a:pt x="3747" y="1275"/>
                  </a:lnTo>
                  <a:cubicBezTo>
                    <a:pt x="3747" y="1014"/>
                    <a:pt x="3547" y="884"/>
                    <a:pt x="3347" y="884"/>
                  </a:cubicBezTo>
                  <a:cubicBezTo>
                    <a:pt x="3148" y="884"/>
                    <a:pt x="2948" y="1014"/>
                    <a:pt x="2948" y="1275"/>
                  </a:cubicBezTo>
                  <a:lnTo>
                    <a:pt x="2948" y="1736"/>
                  </a:lnTo>
                  <a:lnTo>
                    <a:pt x="2058" y="1736"/>
                  </a:lnTo>
                  <a:lnTo>
                    <a:pt x="2058" y="1275"/>
                  </a:lnTo>
                  <a:cubicBezTo>
                    <a:pt x="2058" y="1014"/>
                    <a:pt x="1858" y="884"/>
                    <a:pt x="1659" y="884"/>
                  </a:cubicBezTo>
                  <a:cubicBezTo>
                    <a:pt x="1459" y="884"/>
                    <a:pt x="1259" y="1014"/>
                    <a:pt x="1259" y="1275"/>
                  </a:cubicBezTo>
                  <a:lnTo>
                    <a:pt x="1259" y="1736"/>
                  </a:lnTo>
                  <a:lnTo>
                    <a:pt x="400" y="1736"/>
                  </a:lnTo>
                  <a:cubicBezTo>
                    <a:pt x="185" y="1736"/>
                    <a:pt x="1" y="1889"/>
                    <a:pt x="1" y="2104"/>
                  </a:cubicBezTo>
                  <a:lnTo>
                    <a:pt x="1" y="13220"/>
                  </a:lnTo>
                  <a:cubicBezTo>
                    <a:pt x="1" y="13404"/>
                    <a:pt x="185" y="13588"/>
                    <a:pt x="400" y="13588"/>
                  </a:cubicBezTo>
                  <a:lnTo>
                    <a:pt x="6756" y="13588"/>
                  </a:lnTo>
                  <a:cubicBezTo>
                    <a:pt x="6971" y="13588"/>
                    <a:pt x="7155" y="13404"/>
                    <a:pt x="7155" y="13220"/>
                  </a:cubicBezTo>
                  <a:lnTo>
                    <a:pt x="7155" y="2135"/>
                  </a:lnTo>
                  <a:cubicBezTo>
                    <a:pt x="7155" y="1920"/>
                    <a:pt x="6971" y="1736"/>
                    <a:pt x="6756" y="1736"/>
                  </a:cubicBezTo>
                  <a:lnTo>
                    <a:pt x="5466" y="1736"/>
                  </a:lnTo>
                  <a:lnTo>
                    <a:pt x="5466" y="415"/>
                  </a:lnTo>
                  <a:cubicBezTo>
                    <a:pt x="5466" y="139"/>
                    <a:pt x="5267" y="1"/>
                    <a:pt x="5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70"/>
          <p:cNvGrpSpPr/>
          <p:nvPr/>
        </p:nvGrpSpPr>
        <p:grpSpPr>
          <a:xfrm>
            <a:off x="3519308" y="3467709"/>
            <a:ext cx="340051" cy="285644"/>
            <a:chOff x="3723738" y="3081688"/>
            <a:chExt cx="345475" cy="290200"/>
          </a:xfrm>
        </p:grpSpPr>
        <p:sp>
          <p:nvSpPr>
            <p:cNvPr id="3669" name="Google Shape;3669;p70"/>
            <p:cNvSpPr/>
            <p:nvPr/>
          </p:nvSpPr>
          <p:spPr>
            <a:xfrm>
              <a:off x="3841963" y="3199138"/>
              <a:ext cx="109800" cy="109800"/>
            </a:xfrm>
            <a:custGeom>
              <a:avLst/>
              <a:gdLst/>
              <a:ahLst/>
              <a:cxnLst/>
              <a:rect l="l" t="t" r="r" b="b"/>
              <a:pathLst>
                <a:path w="4392" h="4392" extrusionOk="0">
                  <a:moveTo>
                    <a:pt x="2180" y="0"/>
                  </a:moveTo>
                  <a:cubicBezTo>
                    <a:pt x="983" y="0"/>
                    <a:pt x="0" y="983"/>
                    <a:pt x="0" y="2211"/>
                  </a:cubicBezTo>
                  <a:cubicBezTo>
                    <a:pt x="0" y="3409"/>
                    <a:pt x="983" y="4391"/>
                    <a:pt x="2180" y="4391"/>
                  </a:cubicBezTo>
                  <a:cubicBezTo>
                    <a:pt x="3408" y="4391"/>
                    <a:pt x="4391" y="3409"/>
                    <a:pt x="4391" y="2211"/>
                  </a:cubicBezTo>
                  <a:cubicBezTo>
                    <a:pt x="4391" y="983"/>
                    <a:pt x="3408" y="0"/>
                    <a:pt x="2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0"/>
            <p:cNvSpPr/>
            <p:nvPr/>
          </p:nvSpPr>
          <p:spPr>
            <a:xfrm>
              <a:off x="3816613" y="3081688"/>
              <a:ext cx="159700" cy="33800"/>
            </a:xfrm>
            <a:custGeom>
              <a:avLst/>
              <a:gdLst/>
              <a:ahLst/>
              <a:cxnLst/>
              <a:rect l="l" t="t" r="r" b="b"/>
              <a:pathLst>
                <a:path w="6388" h="1352" extrusionOk="0">
                  <a:moveTo>
                    <a:pt x="953" y="0"/>
                  </a:moveTo>
                  <a:cubicBezTo>
                    <a:pt x="553" y="0"/>
                    <a:pt x="216" y="277"/>
                    <a:pt x="154" y="676"/>
                  </a:cubicBezTo>
                  <a:lnTo>
                    <a:pt x="1" y="1352"/>
                  </a:lnTo>
                  <a:lnTo>
                    <a:pt x="6388" y="1352"/>
                  </a:lnTo>
                  <a:lnTo>
                    <a:pt x="6265" y="676"/>
                  </a:lnTo>
                  <a:cubicBezTo>
                    <a:pt x="6173" y="277"/>
                    <a:pt x="5835" y="0"/>
                    <a:pt x="5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0"/>
            <p:cNvSpPr/>
            <p:nvPr/>
          </p:nvSpPr>
          <p:spPr>
            <a:xfrm>
              <a:off x="3723738" y="3136188"/>
              <a:ext cx="345475" cy="235700"/>
            </a:xfrm>
            <a:custGeom>
              <a:avLst/>
              <a:gdLst/>
              <a:ahLst/>
              <a:cxnLst/>
              <a:rect l="l" t="t" r="r" b="b"/>
              <a:pathLst>
                <a:path w="13819" h="9428" extrusionOk="0">
                  <a:moveTo>
                    <a:pt x="3470" y="1720"/>
                  </a:moveTo>
                  <a:cubicBezTo>
                    <a:pt x="3992" y="1720"/>
                    <a:pt x="3992" y="2518"/>
                    <a:pt x="3470" y="2518"/>
                  </a:cubicBezTo>
                  <a:lnTo>
                    <a:pt x="2180" y="2518"/>
                  </a:lnTo>
                  <a:cubicBezTo>
                    <a:pt x="1628" y="2518"/>
                    <a:pt x="1628" y="1720"/>
                    <a:pt x="2180" y="1720"/>
                  </a:cubicBezTo>
                  <a:close/>
                  <a:moveTo>
                    <a:pt x="6881" y="1710"/>
                  </a:moveTo>
                  <a:cubicBezTo>
                    <a:pt x="8431" y="1710"/>
                    <a:pt x="9918" y="2915"/>
                    <a:pt x="9918" y="4729"/>
                  </a:cubicBezTo>
                  <a:cubicBezTo>
                    <a:pt x="9918" y="6357"/>
                    <a:pt x="8567" y="7708"/>
                    <a:pt x="6909" y="7708"/>
                  </a:cubicBezTo>
                  <a:cubicBezTo>
                    <a:pt x="4238" y="7708"/>
                    <a:pt x="2917" y="4484"/>
                    <a:pt x="4790" y="2580"/>
                  </a:cubicBezTo>
                  <a:cubicBezTo>
                    <a:pt x="5401" y="1979"/>
                    <a:pt x="6148" y="1710"/>
                    <a:pt x="6881" y="1710"/>
                  </a:cubicBezTo>
                  <a:close/>
                  <a:moveTo>
                    <a:pt x="1229" y="1"/>
                  </a:moveTo>
                  <a:cubicBezTo>
                    <a:pt x="553" y="1"/>
                    <a:pt x="0" y="523"/>
                    <a:pt x="0" y="1198"/>
                  </a:cubicBezTo>
                  <a:lnTo>
                    <a:pt x="0" y="8230"/>
                  </a:lnTo>
                  <a:cubicBezTo>
                    <a:pt x="0" y="8905"/>
                    <a:pt x="553" y="9427"/>
                    <a:pt x="1229" y="9427"/>
                  </a:cubicBezTo>
                  <a:lnTo>
                    <a:pt x="12621" y="9427"/>
                  </a:lnTo>
                  <a:cubicBezTo>
                    <a:pt x="13296" y="9427"/>
                    <a:pt x="13818" y="8905"/>
                    <a:pt x="13818" y="8230"/>
                  </a:cubicBezTo>
                  <a:lnTo>
                    <a:pt x="13818" y="1198"/>
                  </a:lnTo>
                  <a:cubicBezTo>
                    <a:pt x="13818" y="553"/>
                    <a:pt x="13296" y="1"/>
                    <a:pt x="12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2" name="Google Shape;3672;p70"/>
          <p:cNvSpPr/>
          <p:nvPr/>
        </p:nvSpPr>
        <p:spPr>
          <a:xfrm>
            <a:off x="4202791" y="3443775"/>
            <a:ext cx="333998" cy="333628"/>
          </a:xfrm>
          <a:custGeom>
            <a:avLst/>
            <a:gdLst/>
            <a:ahLst/>
            <a:cxnLst/>
            <a:rect l="l" t="t" r="r" b="b"/>
            <a:pathLst>
              <a:path w="13573" h="13558" extrusionOk="0">
                <a:moveTo>
                  <a:pt x="6771" y="1"/>
                </a:moveTo>
                <a:cubicBezTo>
                  <a:pt x="5827" y="1"/>
                  <a:pt x="4883" y="630"/>
                  <a:pt x="4883" y="1889"/>
                </a:cubicBezTo>
                <a:cubicBezTo>
                  <a:pt x="4883" y="2885"/>
                  <a:pt x="5683" y="3732"/>
                  <a:pt x="6702" y="3732"/>
                </a:cubicBezTo>
                <a:cubicBezTo>
                  <a:pt x="6720" y="3732"/>
                  <a:pt x="6738" y="3732"/>
                  <a:pt x="6756" y="3731"/>
                </a:cubicBezTo>
                <a:lnTo>
                  <a:pt x="6787" y="3731"/>
                </a:lnTo>
                <a:cubicBezTo>
                  <a:pt x="6804" y="3732"/>
                  <a:pt x="6822" y="3732"/>
                  <a:pt x="6839" y="3732"/>
                </a:cubicBezTo>
                <a:cubicBezTo>
                  <a:pt x="7829" y="3732"/>
                  <a:pt x="8660" y="2885"/>
                  <a:pt x="8660" y="1889"/>
                </a:cubicBezTo>
                <a:cubicBezTo>
                  <a:pt x="8660" y="630"/>
                  <a:pt x="7715" y="1"/>
                  <a:pt x="6771" y="1"/>
                </a:cubicBezTo>
                <a:close/>
                <a:moveTo>
                  <a:pt x="4975" y="3854"/>
                </a:moveTo>
                <a:cubicBezTo>
                  <a:pt x="4484" y="4438"/>
                  <a:pt x="4238" y="5174"/>
                  <a:pt x="4238" y="5911"/>
                </a:cubicBezTo>
                <a:lnTo>
                  <a:pt x="4238" y="6433"/>
                </a:lnTo>
                <a:lnTo>
                  <a:pt x="9304" y="6433"/>
                </a:lnTo>
                <a:lnTo>
                  <a:pt x="9304" y="5911"/>
                </a:lnTo>
                <a:cubicBezTo>
                  <a:pt x="9304" y="5174"/>
                  <a:pt x="9059" y="4438"/>
                  <a:pt x="8568" y="3854"/>
                </a:cubicBezTo>
                <a:cubicBezTo>
                  <a:pt x="8061" y="4315"/>
                  <a:pt x="7416" y="4545"/>
                  <a:pt x="6771" y="4545"/>
                </a:cubicBezTo>
                <a:cubicBezTo>
                  <a:pt x="6126" y="4545"/>
                  <a:pt x="5482" y="4315"/>
                  <a:pt x="4975" y="3854"/>
                </a:cubicBezTo>
                <a:close/>
                <a:moveTo>
                  <a:pt x="2512" y="2525"/>
                </a:moveTo>
                <a:cubicBezTo>
                  <a:pt x="1560" y="2525"/>
                  <a:pt x="813" y="3717"/>
                  <a:pt x="1567" y="4622"/>
                </a:cubicBezTo>
                <a:lnTo>
                  <a:pt x="922" y="5727"/>
                </a:lnTo>
                <a:cubicBezTo>
                  <a:pt x="860" y="5789"/>
                  <a:pt x="860" y="5850"/>
                  <a:pt x="860" y="5911"/>
                </a:cubicBezTo>
                <a:lnTo>
                  <a:pt x="860" y="7232"/>
                </a:lnTo>
                <a:lnTo>
                  <a:pt x="369" y="7232"/>
                </a:lnTo>
                <a:cubicBezTo>
                  <a:pt x="154" y="7232"/>
                  <a:pt x="1" y="7385"/>
                  <a:pt x="1" y="7600"/>
                </a:cubicBezTo>
                <a:lnTo>
                  <a:pt x="1" y="9719"/>
                </a:lnTo>
                <a:cubicBezTo>
                  <a:pt x="1" y="9934"/>
                  <a:pt x="154" y="10118"/>
                  <a:pt x="369" y="10118"/>
                </a:cubicBezTo>
                <a:lnTo>
                  <a:pt x="13173" y="10118"/>
                </a:lnTo>
                <a:cubicBezTo>
                  <a:pt x="13388" y="10118"/>
                  <a:pt x="13573" y="9934"/>
                  <a:pt x="13573" y="9719"/>
                </a:cubicBezTo>
                <a:lnTo>
                  <a:pt x="13573" y="7600"/>
                </a:lnTo>
                <a:cubicBezTo>
                  <a:pt x="13573" y="7385"/>
                  <a:pt x="13388" y="7232"/>
                  <a:pt x="13173" y="7232"/>
                </a:cubicBezTo>
                <a:lnTo>
                  <a:pt x="12682" y="7232"/>
                </a:lnTo>
                <a:lnTo>
                  <a:pt x="12682" y="5911"/>
                </a:lnTo>
                <a:cubicBezTo>
                  <a:pt x="12682" y="5850"/>
                  <a:pt x="12682" y="5789"/>
                  <a:pt x="12651" y="5727"/>
                </a:cubicBezTo>
                <a:lnTo>
                  <a:pt x="11976" y="4622"/>
                </a:lnTo>
                <a:cubicBezTo>
                  <a:pt x="12733" y="3714"/>
                  <a:pt x="11977" y="2536"/>
                  <a:pt x="11019" y="2536"/>
                </a:cubicBezTo>
                <a:cubicBezTo>
                  <a:pt x="10811" y="2536"/>
                  <a:pt x="10593" y="2592"/>
                  <a:pt x="10379" y="2718"/>
                </a:cubicBezTo>
                <a:cubicBezTo>
                  <a:pt x="9243" y="3400"/>
                  <a:pt x="9815" y="5055"/>
                  <a:pt x="11002" y="5055"/>
                </a:cubicBezTo>
                <a:cubicBezTo>
                  <a:pt x="11097" y="5055"/>
                  <a:pt x="11197" y="5044"/>
                  <a:pt x="11300" y="5021"/>
                </a:cubicBezTo>
                <a:lnTo>
                  <a:pt x="11884" y="6034"/>
                </a:lnTo>
                <a:lnTo>
                  <a:pt x="11884" y="7232"/>
                </a:lnTo>
                <a:lnTo>
                  <a:pt x="1659" y="7232"/>
                </a:lnTo>
                <a:lnTo>
                  <a:pt x="1659" y="6034"/>
                </a:lnTo>
                <a:lnTo>
                  <a:pt x="2273" y="5021"/>
                </a:lnTo>
                <a:cubicBezTo>
                  <a:pt x="2376" y="5044"/>
                  <a:pt x="2476" y="5055"/>
                  <a:pt x="2571" y="5055"/>
                </a:cubicBezTo>
                <a:cubicBezTo>
                  <a:pt x="3754" y="5055"/>
                  <a:pt x="4300" y="3400"/>
                  <a:pt x="3163" y="2718"/>
                </a:cubicBezTo>
                <a:cubicBezTo>
                  <a:pt x="2946" y="2584"/>
                  <a:pt x="2724" y="2525"/>
                  <a:pt x="2512" y="2525"/>
                </a:cubicBezTo>
                <a:close/>
                <a:moveTo>
                  <a:pt x="8475" y="11469"/>
                </a:moveTo>
                <a:cubicBezTo>
                  <a:pt x="8997" y="11469"/>
                  <a:pt x="8997" y="12268"/>
                  <a:pt x="8475" y="12268"/>
                </a:cubicBezTo>
                <a:lnTo>
                  <a:pt x="5067" y="12268"/>
                </a:lnTo>
                <a:cubicBezTo>
                  <a:pt x="4545" y="12268"/>
                  <a:pt x="4545" y="11469"/>
                  <a:pt x="5067" y="11469"/>
                </a:cubicBezTo>
                <a:close/>
                <a:moveTo>
                  <a:pt x="1689" y="10947"/>
                </a:moveTo>
                <a:lnTo>
                  <a:pt x="1689" y="13189"/>
                </a:lnTo>
                <a:cubicBezTo>
                  <a:pt x="1689" y="13373"/>
                  <a:pt x="1874" y="13557"/>
                  <a:pt x="2089" y="13557"/>
                </a:cubicBezTo>
                <a:lnTo>
                  <a:pt x="11423" y="13557"/>
                </a:lnTo>
                <a:cubicBezTo>
                  <a:pt x="11638" y="13557"/>
                  <a:pt x="11822" y="13373"/>
                  <a:pt x="11822" y="13189"/>
                </a:cubicBezTo>
                <a:lnTo>
                  <a:pt x="11822" y="1094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3" name="Google Shape;3673;p70"/>
          <p:cNvGrpSpPr/>
          <p:nvPr/>
        </p:nvGrpSpPr>
        <p:grpSpPr>
          <a:xfrm>
            <a:off x="4865215" y="3453264"/>
            <a:ext cx="334367" cy="314533"/>
            <a:chOff x="5084013" y="3082463"/>
            <a:chExt cx="339700" cy="319550"/>
          </a:xfrm>
        </p:grpSpPr>
        <p:sp>
          <p:nvSpPr>
            <p:cNvPr id="3674" name="Google Shape;3674;p70"/>
            <p:cNvSpPr/>
            <p:nvPr/>
          </p:nvSpPr>
          <p:spPr>
            <a:xfrm>
              <a:off x="5084013" y="3082463"/>
              <a:ext cx="264850" cy="317050"/>
            </a:xfrm>
            <a:custGeom>
              <a:avLst/>
              <a:gdLst/>
              <a:ahLst/>
              <a:cxnLst/>
              <a:rect l="l" t="t" r="r" b="b"/>
              <a:pathLst>
                <a:path w="10594" h="12682" extrusionOk="0">
                  <a:moveTo>
                    <a:pt x="8076" y="1904"/>
                  </a:moveTo>
                  <a:cubicBezTo>
                    <a:pt x="8598" y="1904"/>
                    <a:pt x="8598" y="2702"/>
                    <a:pt x="8076" y="2702"/>
                  </a:cubicBezTo>
                  <a:lnTo>
                    <a:pt x="2119" y="2702"/>
                  </a:lnTo>
                  <a:cubicBezTo>
                    <a:pt x="1597" y="2702"/>
                    <a:pt x="1597" y="1904"/>
                    <a:pt x="2119" y="1904"/>
                  </a:cubicBezTo>
                  <a:close/>
                  <a:moveTo>
                    <a:pt x="8076" y="3623"/>
                  </a:moveTo>
                  <a:cubicBezTo>
                    <a:pt x="8598" y="3623"/>
                    <a:pt x="8598" y="4391"/>
                    <a:pt x="8076" y="4391"/>
                  </a:cubicBezTo>
                  <a:lnTo>
                    <a:pt x="2119" y="4391"/>
                  </a:lnTo>
                  <a:cubicBezTo>
                    <a:pt x="1597" y="4391"/>
                    <a:pt x="1597" y="3623"/>
                    <a:pt x="2119" y="3623"/>
                  </a:cubicBezTo>
                  <a:close/>
                  <a:moveTo>
                    <a:pt x="3378" y="5957"/>
                  </a:moveTo>
                  <a:cubicBezTo>
                    <a:pt x="3900" y="5957"/>
                    <a:pt x="3900" y="6755"/>
                    <a:pt x="3378" y="6755"/>
                  </a:cubicBezTo>
                  <a:lnTo>
                    <a:pt x="2119" y="6755"/>
                  </a:lnTo>
                  <a:cubicBezTo>
                    <a:pt x="1873" y="6755"/>
                    <a:pt x="1689" y="6541"/>
                    <a:pt x="1720" y="6326"/>
                  </a:cubicBezTo>
                  <a:cubicBezTo>
                    <a:pt x="1720" y="6111"/>
                    <a:pt x="1904" y="5957"/>
                    <a:pt x="2119" y="5957"/>
                  </a:cubicBezTo>
                  <a:close/>
                  <a:moveTo>
                    <a:pt x="3378" y="7646"/>
                  </a:moveTo>
                  <a:cubicBezTo>
                    <a:pt x="3900" y="7646"/>
                    <a:pt x="3900" y="8444"/>
                    <a:pt x="3378" y="8444"/>
                  </a:cubicBezTo>
                  <a:lnTo>
                    <a:pt x="2119" y="8444"/>
                  </a:lnTo>
                  <a:cubicBezTo>
                    <a:pt x="1566" y="8444"/>
                    <a:pt x="1566" y="7646"/>
                    <a:pt x="2119" y="7646"/>
                  </a:cubicBezTo>
                  <a:close/>
                  <a:moveTo>
                    <a:pt x="8076" y="5312"/>
                  </a:moveTo>
                  <a:cubicBezTo>
                    <a:pt x="8291" y="5312"/>
                    <a:pt x="8445" y="5497"/>
                    <a:pt x="8445" y="5711"/>
                  </a:cubicBezTo>
                  <a:lnTo>
                    <a:pt x="8445" y="8690"/>
                  </a:lnTo>
                  <a:cubicBezTo>
                    <a:pt x="8445" y="8874"/>
                    <a:pt x="8291" y="9058"/>
                    <a:pt x="8076" y="9058"/>
                  </a:cubicBezTo>
                  <a:lnTo>
                    <a:pt x="5098" y="9058"/>
                  </a:lnTo>
                  <a:cubicBezTo>
                    <a:pt x="4883" y="9058"/>
                    <a:pt x="4698" y="8874"/>
                    <a:pt x="4698" y="8690"/>
                  </a:cubicBezTo>
                  <a:lnTo>
                    <a:pt x="4698" y="5711"/>
                  </a:lnTo>
                  <a:cubicBezTo>
                    <a:pt x="4698" y="5497"/>
                    <a:pt x="4883" y="5312"/>
                    <a:pt x="5098" y="5312"/>
                  </a:cubicBezTo>
                  <a:close/>
                  <a:moveTo>
                    <a:pt x="8076" y="9980"/>
                  </a:moveTo>
                  <a:cubicBezTo>
                    <a:pt x="8598" y="9980"/>
                    <a:pt x="8598" y="10778"/>
                    <a:pt x="8076" y="10778"/>
                  </a:cubicBezTo>
                  <a:lnTo>
                    <a:pt x="2119" y="10778"/>
                  </a:lnTo>
                  <a:cubicBezTo>
                    <a:pt x="1597" y="10778"/>
                    <a:pt x="1597" y="9980"/>
                    <a:pt x="2119" y="9980"/>
                  </a:cubicBezTo>
                  <a:close/>
                  <a:moveTo>
                    <a:pt x="400" y="0"/>
                  </a:moveTo>
                  <a:cubicBezTo>
                    <a:pt x="185" y="0"/>
                    <a:pt x="0" y="184"/>
                    <a:pt x="0" y="399"/>
                  </a:cubicBezTo>
                  <a:lnTo>
                    <a:pt x="0" y="10686"/>
                  </a:lnTo>
                  <a:cubicBezTo>
                    <a:pt x="0" y="11791"/>
                    <a:pt x="891" y="12682"/>
                    <a:pt x="1996" y="12682"/>
                  </a:cubicBezTo>
                  <a:lnTo>
                    <a:pt x="10594" y="12682"/>
                  </a:lnTo>
                  <a:cubicBezTo>
                    <a:pt x="10318" y="12344"/>
                    <a:pt x="10164" y="11914"/>
                    <a:pt x="10164" y="11484"/>
                  </a:cubicBezTo>
                  <a:lnTo>
                    <a:pt x="10164" y="399"/>
                  </a:lnTo>
                  <a:cubicBezTo>
                    <a:pt x="10164" y="184"/>
                    <a:pt x="9980" y="0"/>
                    <a:pt x="97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0"/>
            <p:cNvSpPr/>
            <p:nvPr/>
          </p:nvSpPr>
          <p:spPr>
            <a:xfrm>
              <a:off x="5221413" y="3234438"/>
              <a:ext cx="54525" cy="54550"/>
            </a:xfrm>
            <a:custGeom>
              <a:avLst/>
              <a:gdLst/>
              <a:ahLst/>
              <a:cxnLst/>
              <a:rect l="l" t="t" r="r" b="b"/>
              <a:pathLst>
                <a:path w="2181" h="2182" extrusionOk="0">
                  <a:moveTo>
                    <a:pt x="1" y="1"/>
                  </a:moveTo>
                  <a:lnTo>
                    <a:pt x="1" y="2181"/>
                  </a:lnTo>
                  <a:lnTo>
                    <a:pt x="2181" y="2181"/>
                  </a:lnTo>
                  <a:lnTo>
                    <a:pt x="218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0"/>
            <p:cNvSpPr/>
            <p:nvPr/>
          </p:nvSpPr>
          <p:spPr>
            <a:xfrm>
              <a:off x="5358063" y="3150763"/>
              <a:ext cx="65650" cy="251250"/>
            </a:xfrm>
            <a:custGeom>
              <a:avLst/>
              <a:gdLst/>
              <a:ahLst/>
              <a:cxnLst/>
              <a:rect l="l" t="t" r="r" b="b"/>
              <a:pathLst>
                <a:path w="2626" h="10050" extrusionOk="0">
                  <a:moveTo>
                    <a:pt x="0" y="1"/>
                  </a:moveTo>
                  <a:lnTo>
                    <a:pt x="0" y="8752"/>
                  </a:lnTo>
                  <a:cubicBezTo>
                    <a:pt x="16" y="9620"/>
                    <a:pt x="664" y="10050"/>
                    <a:pt x="1311" y="10050"/>
                  </a:cubicBezTo>
                  <a:cubicBezTo>
                    <a:pt x="1970" y="10050"/>
                    <a:pt x="2626" y="9604"/>
                    <a:pt x="2610" y="8721"/>
                  </a:cubicBezTo>
                  <a:lnTo>
                    <a:pt x="2610" y="400"/>
                  </a:lnTo>
                  <a:cubicBezTo>
                    <a:pt x="2610" y="185"/>
                    <a:pt x="2457" y="32"/>
                    <a:pt x="2242" y="32"/>
                  </a:cubicBezTo>
                  <a:lnTo>
                    <a:pt x="22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70"/>
          <p:cNvGrpSpPr/>
          <p:nvPr/>
        </p:nvGrpSpPr>
        <p:grpSpPr>
          <a:xfrm>
            <a:off x="5525422" y="3484615"/>
            <a:ext cx="340789" cy="251833"/>
            <a:chOff x="5761088" y="3081488"/>
            <a:chExt cx="346225" cy="255850"/>
          </a:xfrm>
        </p:grpSpPr>
        <p:sp>
          <p:nvSpPr>
            <p:cNvPr id="3678" name="Google Shape;3678;p70"/>
            <p:cNvSpPr/>
            <p:nvPr/>
          </p:nvSpPr>
          <p:spPr>
            <a:xfrm>
              <a:off x="5839388" y="3197213"/>
              <a:ext cx="188850" cy="63550"/>
            </a:xfrm>
            <a:custGeom>
              <a:avLst/>
              <a:gdLst/>
              <a:ahLst/>
              <a:cxnLst/>
              <a:rect l="l" t="t" r="r" b="b"/>
              <a:pathLst>
                <a:path w="7554" h="2542" extrusionOk="0">
                  <a:moveTo>
                    <a:pt x="3792" y="1"/>
                  </a:moveTo>
                  <a:cubicBezTo>
                    <a:pt x="2472" y="1"/>
                    <a:pt x="1152" y="507"/>
                    <a:pt x="154" y="1521"/>
                  </a:cubicBezTo>
                  <a:cubicBezTo>
                    <a:pt x="31" y="1643"/>
                    <a:pt x="0" y="1828"/>
                    <a:pt x="92" y="1981"/>
                  </a:cubicBezTo>
                  <a:cubicBezTo>
                    <a:pt x="290" y="2338"/>
                    <a:pt x="668" y="2541"/>
                    <a:pt x="1051" y="2541"/>
                  </a:cubicBezTo>
                  <a:cubicBezTo>
                    <a:pt x="1261" y="2541"/>
                    <a:pt x="1473" y="2480"/>
                    <a:pt x="1658" y="2350"/>
                  </a:cubicBezTo>
                  <a:cubicBezTo>
                    <a:pt x="2288" y="1874"/>
                    <a:pt x="3040" y="1636"/>
                    <a:pt x="3792" y="1636"/>
                  </a:cubicBezTo>
                  <a:cubicBezTo>
                    <a:pt x="4545" y="1636"/>
                    <a:pt x="5297" y="1874"/>
                    <a:pt x="5926" y="2350"/>
                  </a:cubicBezTo>
                  <a:cubicBezTo>
                    <a:pt x="6111" y="2480"/>
                    <a:pt x="6323" y="2541"/>
                    <a:pt x="6533" y="2541"/>
                  </a:cubicBezTo>
                  <a:cubicBezTo>
                    <a:pt x="6917" y="2541"/>
                    <a:pt x="7294" y="2338"/>
                    <a:pt x="7492" y="1981"/>
                  </a:cubicBezTo>
                  <a:cubicBezTo>
                    <a:pt x="7554" y="1828"/>
                    <a:pt x="7554" y="1643"/>
                    <a:pt x="7400" y="1521"/>
                  </a:cubicBezTo>
                  <a:lnTo>
                    <a:pt x="7431" y="1521"/>
                  </a:lnTo>
                  <a:cubicBezTo>
                    <a:pt x="6433" y="507"/>
                    <a:pt x="5113" y="1"/>
                    <a:pt x="37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0"/>
            <p:cNvSpPr/>
            <p:nvPr/>
          </p:nvSpPr>
          <p:spPr>
            <a:xfrm>
              <a:off x="5801763" y="3139263"/>
              <a:ext cx="265625" cy="83975"/>
            </a:xfrm>
            <a:custGeom>
              <a:avLst/>
              <a:gdLst/>
              <a:ahLst/>
              <a:cxnLst/>
              <a:rect l="l" t="t" r="r" b="b"/>
              <a:pathLst>
                <a:path w="10625" h="3359" extrusionOk="0">
                  <a:moveTo>
                    <a:pt x="5309" y="0"/>
                  </a:moveTo>
                  <a:cubicBezTo>
                    <a:pt x="3440" y="0"/>
                    <a:pt x="1566" y="707"/>
                    <a:pt x="123" y="2119"/>
                  </a:cubicBezTo>
                  <a:cubicBezTo>
                    <a:pt x="31" y="2211"/>
                    <a:pt x="0" y="2334"/>
                    <a:pt x="0" y="2457"/>
                  </a:cubicBezTo>
                  <a:cubicBezTo>
                    <a:pt x="31" y="2887"/>
                    <a:pt x="338" y="3225"/>
                    <a:pt x="768" y="3347"/>
                  </a:cubicBezTo>
                  <a:cubicBezTo>
                    <a:pt x="799" y="3355"/>
                    <a:pt x="831" y="3359"/>
                    <a:pt x="865" y="3359"/>
                  </a:cubicBezTo>
                  <a:cubicBezTo>
                    <a:pt x="966" y="3359"/>
                    <a:pt x="1075" y="3324"/>
                    <a:pt x="1167" y="3255"/>
                  </a:cubicBezTo>
                  <a:cubicBezTo>
                    <a:pt x="2303" y="2119"/>
                    <a:pt x="3800" y="1551"/>
                    <a:pt x="5297" y="1551"/>
                  </a:cubicBezTo>
                  <a:cubicBezTo>
                    <a:pt x="6794" y="1551"/>
                    <a:pt x="8291" y="2119"/>
                    <a:pt x="9427" y="3255"/>
                  </a:cubicBezTo>
                  <a:lnTo>
                    <a:pt x="9458" y="3255"/>
                  </a:lnTo>
                  <a:cubicBezTo>
                    <a:pt x="9527" y="3324"/>
                    <a:pt x="9631" y="3359"/>
                    <a:pt x="9730" y="3359"/>
                  </a:cubicBezTo>
                  <a:cubicBezTo>
                    <a:pt x="9763" y="3359"/>
                    <a:pt x="9796" y="3355"/>
                    <a:pt x="9826" y="3347"/>
                  </a:cubicBezTo>
                  <a:cubicBezTo>
                    <a:pt x="10256" y="3225"/>
                    <a:pt x="10563" y="2887"/>
                    <a:pt x="10594" y="2457"/>
                  </a:cubicBezTo>
                  <a:cubicBezTo>
                    <a:pt x="10625" y="2334"/>
                    <a:pt x="10563" y="2211"/>
                    <a:pt x="10471" y="2119"/>
                  </a:cubicBezTo>
                  <a:cubicBezTo>
                    <a:pt x="9043" y="707"/>
                    <a:pt x="7178" y="0"/>
                    <a:pt x="5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0"/>
            <p:cNvSpPr/>
            <p:nvPr/>
          </p:nvSpPr>
          <p:spPr>
            <a:xfrm>
              <a:off x="5761088" y="3081488"/>
              <a:ext cx="346225" cy="101975"/>
            </a:xfrm>
            <a:custGeom>
              <a:avLst/>
              <a:gdLst/>
              <a:ahLst/>
              <a:cxnLst/>
              <a:rect l="l" t="t" r="r" b="b"/>
              <a:pathLst>
                <a:path w="13849" h="4079" extrusionOk="0">
                  <a:moveTo>
                    <a:pt x="6909" y="1"/>
                  </a:moveTo>
                  <a:cubicBezTo>
                    <a:pt x="4614" y="1"/>
                    <a:pt x="2318" y="791"/>
                    <a:pt x="461" y="2373"/>
                  </a:cubicBezTo>
                  <a:cubicBezTo>
                    <a:pt x="0" y="2772"/>
                    <a:pt x="0" y="3509"/>
                    <a:pt x="430" y="3908"/>
                  </a:cubicBezTo>
                  <a:lnTo>
                    <a:pt x="522" y="3970"/>
                  </a:lnTo>
                  <a:cubicBezTo>
                    <a:pt x="595" y="4042"/>
                    <a:pt x="688" y="4073"/>
                    <a:pt x="779" y="4073"/>
                  </a:cubicBezTo>
                  <a:cubicBezTo>
                    <a:pt x="880" y="4073"/>
                    <a:pt x="979" y="4034"/>
                    <a:pt x="1044" y="3970"/>
                  </a:cubicBezTo>
                  <a:cubicBezTo>
                    <a:pt x="2656" y="2327"/>
                    <a:pt x="4783" y="1505"/>
                    <a:pt x="6909" y="1505"/>
                  </a:cubicBezTo>
                  <a:cubicBezTo>
                    <a:pt x="9035" y="1505"/>
                    <a:pt x="11162" y="2327"/>
                    <a:pt x="12774" y="3970"/>
                  </a:cubicBezTo>
                  <a:cubicBezTo>
                    <a:pt x="12860" y="4038"/>
                    <a:pt x="12966" y="4078"/>
                    <a:pt x="13069" y="4078"/>
                  </a:cubicBezTo>
                  <a:cubicBezTo>
                    <a:pt x="13149" y="4078"/>
                    <a:pt x="13228" y="4054"/>
                    <a:pt x="13296" y="4000"/>
                  </a:cubicBezTo>
                  <a:lnTo>
                    <a:pt x="13419" y="3908"/>
                  </a:lnTo>
                  <a:lnTo>
                    <a:pt x="13419" y="3877"/>
                  </a:lnTo>
                  <a:cubicBezTo>
                    <a:pt x="13848" y="3448"/>
                    <a:pt x="13818" y="2772"/>
                    <a:pt x="13357" y="2373"/>
                  </a:cubicBezTo>
                  <a:cubicBezTo>
                    <a:pt x="11499" y="791"/>
                    <a:pt x="9204" y="1"/>
                    <a:pt x="6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0"/>
            <p:cNvSpPr/>
            <p:nvPr/>
          </p:nvSpPr>
          <p:spPr>
            <a:xfrm>
              <a:off x="5907688" y="3284338"/>
              <a:ext cx="53000" cy="53000"/>
            </a:xfrm>
            <a:custGeom>
              <a:avLst/>
              <a:gdLst/>
              <a:ahLst/>
              <a:cxnLst/>
              <a:rect l="l" t="t" r="r" b="b"/>
              <a:pathLst>
                <a:path w="2120" h="2120" extrusionOk="0">
                  <a:moveTo>
                    <a:pt x="1045" y="1"/>
                  </a:moveTo>
                  <a:cubicBezTo>
                    <a:pt x="462" y="1"/>
                    <a:pt x="1" y="461"/>
                    <a:pt x="1" y="1045"/>
                  </a:cubicBezTo>
                  <a:cubicBezTo>
                    <a:pt x="1" y="1628"/>
                    <a:pt x="462" y="2120"/>
                    <a:pt x="1045" y="2120"/>
                  </a:cubicBezTo>
                  <a:cubicBezTo>
                    <a:pt x="1628" y="2120"/>
                    <a:pt x="2120" y="1628"/>
                    <a:pt x="2120" y="1045"/>
                  </a:cubicBezTo>
                  <a:cubicBezTo>
                    <a:pt x="2120" y="461"/>
                    <a:pt x="1628" y="1"/>
                    <a:pt x="1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2" name="Google Shape;3682;p70"/>
          <p:cNvGrpSpPr/>
          <p:nvPr/>
        </p:nvGrpSpPr>
        <p:grpSpPr>
          <a:xfrm>
            <a:off x="6202436" y="3486227"/>
            <a:ext cx="333998" cy="248610"/>
            <a:chOff x="6445063" y="3082463"/>
            <a:chExt cx="339325" cy="252575"/>
          </a:xfrm>
        </p:grpSpPr>
        <p:sp>
          <p:nvSpPr>
            <p:cNvPr id="3683" name="Google Shape;3683;p70"/>
            <p:cNvSpPr/>
            <p:nvPr/>
          </p:nvSpPr>
          <p:spPr>
            <a:xfrm>
              <a:off x="6445063" y="3262763"/>
              <a:ext cx="339325" cy="72275"/>
            </a:xfrm>
            <a:custGeom>
              <a:avLst/>
              <a:gdLst/>
              <a:ahLst/>
              <a:cxnLst/>
              <a:rect l="l" t="t" r="r" b="b"/>
              <a:pathLst>
                <a:path w="13573" h="2891" extrusionOk="0">
                  <a:moveTo>
                    <a:pt x="13220" y="1"/>
                  </a:moveTo>
                  <a:cubicBezTo>
                    <a:pt x="13205" y="1"/>
                    <a:pt x="13189" y="2"/>
                    <a:pt x="13173" y="4"/>
                  </a:cubicBezTo>
                  <a:lnTo>
                    <a:pt x="8567" y="4"/>
                  </a:lnTo>
                  <a:lnTo>
                    <a:pt x="8260" y="311"/>
                  </a:lnTo>
                  <a:cubicBezTo>
                    <a:pt x="8168" y="373"/>
                    <a:pt x="8076" y="434"/>
                    <a:pt x="7953" y="434"/>
                  </a:cubicBezTo>
                  <a:lnTo>
                    <a:pt x="5619" y="434"/>
                  </a:lnTo>
                  <a:cubicBezTo>
                    <a:pt x="5527" y="434"/>
                    <a:pt x="5435" y="373"/>
                    <a:pt x="5343" y="311"/>
                  </a:cubicBezTo>
                  <a:lnTo>
                    <a:pt x="5036" y="4"/>
                  </a:lnTo>
                  <a:lnTo>
                    <a:pt x="369" y="4"/>
                  </a:lnTo>
                  <a:cubicBezTo>
                    <a:pt x="154" y="4"/>
                    <a:pt x="0" y="158"/>
                    <a:pt x="0" y="373"/>
                  </a:cubicBezTo>
                  <a:cubicBezTo>
                    <a:pt x="0" y="1785"/>
                    <a:pt x="1136" y="2890"/>
                    <a:pt x="2549" y="2890"/>
                  </a:cubicBezTo>
                  <a:lnTo>
                    <a:pt x="11054" y="2890"/>
                  </a:lnTo>
                  <a:cubicBezTo>
                    <a:pt x="12436" y="2890"/>
                    <a:pt x="13572" y="1785"/>
                    <a:pt x="13572" y="373"/>
                  </a:cubicBezTo>
                  <a:cubicBezTo>
                    <a:pt x="13572" y="173"/>
                    <a:pt x="13414" y="1"/>
                    <a:pt x="13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0"/>
            <p:cNvSpPr/>
            <p:nvPr/>
          </p:nvSpPr>
          <p:spPr>
            <a:xfrm>
              <a:off x="6477288" y="3082463"/>
              <a:ext cx="274850" cy="171200"/>
            </a:xfrm>
            <a:custGeom>
              <a:avLst/>
              <a:gdLst/>
              <a:ahLst/>
              <a:cxnLst/>
              <a:rect l="l" t="t" r="r" b="b"/>
              <a:pathLst>
                <a:path w="10994" h="6848" extrusionOk="0">
                  <a:moveTo>
                    <a:pt x="400" y="0"/>
                  </a:moveTo>
                  <a:cubicBezTo>
                    <a:pt x="185" y="0"/>
                    <a:pt x="1" y="184"/>
                    <a:pt x="1" y="399"/>
                  </a:cubicBezTo>
                  <a:lnTo>
                    <a:pt x="1" y="6418"/>
                  </a:lnTo>
                  <a:lnTo>
                    <a:pt x="3900" y="6418"/>
                  </a:lnTo>
                  <a:cubicBezTo>
                    <a:pt x="3993" y="6418"/>
                    <a:pt x="4115" y="6448"/>
                    <a:pt x="4177" y="6541"/>
                  </a:cubicBezTo>
                  <a:lnTo>
                    <a:pt x="4484" y="6848"/>
                  </a:lnTo>
                  <a:lnTo>
                    <a:pt x="6480" y="6848"/>
                  </a:lnTo>
                  <a:lnTo>
                    <a:pt x="6787" y="6541"/>
                  </a:lnTo>
                  <a:cubicBezTo>
                    <a:pt x="6879" y="6448"/>
                    <a:pt x="6971" y="6418"/>
                    <a:pt x="7094" y="6418"/>
                  </a:cubicBezTo>
                  <a:lnTo>
                    <a:pt x="10994" y="6418"/>
                  </a:lnTo>
                  <a:lnTo>
                    <a:pt x="10994" y="399"/>
                  </a:lnTo>
                  <a:cubicBezTo>
                    <a:pt x="10994" y="184"/>
                    <a:pt x="10809" y="0"/>
                    <a:pt x="10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5" name="Google Shape;3685;p70"/>
          <p:cNvGrpSpPr/>
          <p:nvPr/>
        </p:nvGrpSpPr>
        <p:grpSpPr>
          <a:xfrm>
            <a:off x="6872277" y="3469370"/>
            <a:ext cx="345342" cy="282322"/>
            <a:chOff x="7125188" y="3081838"/>
            <a:chExt cx="350850" cy="286825"/>
          </a:xfrm>
        </p:grpSpPr>
        <p:sp>
          <p:nvSpPr>
            <p:cNvPr id="3686" name="Google Shape;3686;p70"/>
            <p:cNvSpPr/>
            <p:nvPr/>
          </p:nvSpPr>
          <p:spPr>
            <a:xfrm>
              <a:off x="7346288" y="3196438"/>
              <a:ext cx="35325" cy="57950"/>
            </a:xfrm>
            <a:custGeom>
              <a:avLst/>
              <a:gdLst/>
              <a:ahLst/>
              <a:cxnLst/>
              <a:rect l="l" t="t" r="r" b="b"/>
              <a:pathLst>
                <a:path w="1413" h="2318" extrusionOk="0">
                  <a:moveTo>
                    <a:pt x="572" y="1"/>
                  </a:moveTo>
                  <a:cubicBezTo>
                    <a:pt x="468" y="1"/>
                    <a:pt x="368" y="47"/>
                    <a:pt x="307" y="139"/>
                  </a:cubicBezTo>
                  <a:lnTo>
                    <a:pt x="307" y="108"/>
                  </a:lnTo>
                  <a:cubicBezTo>
                    <a:pt x="123" y="262"/>
                    <a:pt x="123" y="538"/>
                    <a:pt x="307" y="692"/>
                  </a:cubicBezTo>
                  <a:cubicBezTo>
                    <a:pt x="553" y="938"/>
                    <a:pt x="553" y="1367"/>
                    <a:pt x="307" y="1613"/>
                  </a:cubicBezTo>
                  <a:cubicBezTo>
                    <a:pt x="0" y="1920"/>
                    <a:pt x="274" y="2318"/>
                    <a:pt x="585" y="2318"/>
                  </a:cubicBezTo>
                  <a:cubicBezTo>
                    <a:pt x="678" y="2318"/>
                    <a:pt x="775" y="2282"/>
                    <a:pt x="860" y="2196"/>
                  </a:cubicBezTo>
                  <a:cubicBezTo>
                    <a:pt x="1412" y="1613"/>
                    <a:pt x="1412" y="692"/>
                    <a:pt x="860" y="139"/>
                  </a:cubicBezTo>
                  <a:cubicBezTo>
                    <a:pt x="783" y="47"/>
                    <a:pt x="675"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0"/>
            <p:cNvSpPr/>
            <p:nvPr/>
          </p:nvSpPr>
          <p:spPr>
            <a:xfrm>
              <a:off x="7376213" y="3166163"/>
              <a:ext cx="52225" cy="118175"/>
            </a:xfrm>
            <a:custGeom>
              <a:avLst/>
              <a:gdLst/>
              <a:ahLst/>
              <a:cxnLst/>
              <a:rect l="l" t="t" r="r" b="b"/>
              <a:pathLst>
                <a:path w="2089" h="4727" extrusionOk="0">
                  <a:moveTo>
                    <a:pt x="585" y="1"/>
                  </a:moveTo>
                  <a:cubicBezTo>
                    <a:pt x="275" y="1"/>
                    <a:pt x="1" y="398"/>
                    <a:pt x="308" y="705"/>
                  </a:cubicBezTo>
                  <a:cubicBezTo>
                    <a:pt x="1229" y="1627"/>
                    <a:pt x="1229" y="3100"/>
                    <a:pt x="308" y="4052"/>
                  </a:cubicBezTo>
                  <a:cubicBezTo>
                    <a:pt x="1" y="4335"/>
                    <a:pt x="274" y="4726"/>
                    <a:pt x="584" y="4726"/>
                  </a:cubicBezTo>
                  <a:cubicBezTo>
                    <a:pt x="677" y="4726"/>
                    <a:pt x="775" y="4691"/>
                    <a:pt x="860" y="4605"/>
                  </a:cubicBezTo>
                  <a:cubicBezTo>
                    <a:pt x="2088" y="3377"/>
                    <a:pt x="2088" y="1350"/>
                    <a:pt x="860" y="122"/>
                  </a:cubicBezTo>
                  <a:cubicBezTo>
                    <a:pt x="775" y="37"/>
                    <a:pt x="678" y="1"/>
                    <a:pt x="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0"/>
            <p:cNvSpPr/>
            <p:nvPr/>
          </p:nvSpPr>
          <p:spPr>
            <a:xfrm>
              <a:off x="7406763" y="3136213"/>
              <a:ext cx="69275" cy="178075"/>
            </a:xfrm>
            <a:custGeom>
              <a:avLst/>
              <a:gdLst/>
              <a:ahLst/>
              <a:cxnLst/>
              <a:rect l="l" t="t" r="r" b="b"/>
              <a:pathLst>
                <a:path w="2771" h="7123" extrusionOk="0">
                  <a:moveTo>
                    <a:pt x="563" y="1"/>
                  </a:moveTo>
                  <a:cubicBezTo>
                    <a:pt x="260" y="1"/>
                    <a:pt x="0" y="392"/>
                    <a:pt x="283" y="675"/>
                  </a:cubicBezTo>
                  <a:cubicBezTo>
                    <a:pt x="1911" y="2241"/>
                    <a:pt x="1911" y="4851"/>
                    <a:pt x="283" y="6448"/>
                  </a:cubicBezTo>
                  <a:cubicBezTo>
                    <a:pt x="0" y="6731"/>
                    <a:pt x="260" y="7122"/>
                    <a:pt x="563" y="7122"/>
                  </a:cubicBezTo>
                  <a:cubicBezTo>
                    <a:pt x="655" y="7122"/>
                    <a:pt x="750" y="7086"/>
                    <a:pt x="836" y="7001"/>
                  </a:cubicBezTo>
                  <a:cubicBezTo>
                    <a:pt x="2770" y="5097"/>
                    <a:pt x="2770" y="1995"/>
                    <a:pt x="836" y="122"/>
                  </a:cubicBezTo>
                  <a:cubicBezTo>
                    <a:pt x="750" y="37"/>
                    <a:pt x="655" y="1"/>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0"/>
            <p:cNvSpPr/>
            <p:nvPr/>
          </p:nvSpPr>
          <p:spPr>
            <a:xfrm>
              <a:off x="7125188" y="3140788"/>
              <a:ext cx="58375" cy="168150"/>
            </a:xfrm>
            <a:custGeom>
              <a:avLst/>
              <a:gdLst/>
              <a:ahLst/>
              <a:cxnLst/>
              <a:rect l="l" t="t" r="r" b="b"/>
              <a:pathLst>
                <a:path w="2335" h="6726" extrusionOk="0">
                  <a:moveTo>
                    <a:pt x="369" y="1"/>
                  </a:moveTo>
                  <a:cubicBezTo>
                    <a:pt x="154" y="1"/>
                    <a:pt x="1" y="185"/>
                    <a:pt x="1" y="400"/>
                  </a:cubicBezTo>
                  <a:lnTo>
                    <a:pt x="1" y="6357"/>
                  </a:lnTo>
                  <a:cubicBezTo>
                    <a:pt x="1" y="6541"/>
                    <a:pt x="154" y="6725"/>
                    <a:pt x="369" y="6725"/>
                  </a:cubicBezTo>
                  <a:lnTo>
                    <a:pt x="2334" y="6725"/>
                  </a:lnTo>
                  <a:lnTo>
                    <a:pt x="2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0"/>
            <p:cNvSpPr/>
            <p:nvPr/>
          </p:nvSpPr>
          <p:spPr>
            <a:xfrm>
              <a:off x="7202713" y="3081838"/>
              <a:ext cx="122100" cy="286825"/>
            </a:xfrm>
            <a:custGeom>
              <a:avLst/>
              <a:gdLst/>
              <a:ahLst/>
              <a:cxnLst/>
              <a:rect l="l" t="t" r="r" b="b"/>
              <a:pathLst>
                <a:path w="4884" h="11473" extrusionOk="0">
                  <a:moveTo>
                    <a:pt x="3689" y="1"/>
                  </a:moveTo>
                  <a:cubicBezTo>
                    <a:pt x="3482" y="1"/>
                    <a:pt x="3270" y="56"/>
                    <a:pt x="3072" y="179"/>
                  </a:cubicBezTo>
                  <a:lnTo>
                    <a:pt x="1" y="2052"/>
                  </a:lnTo>
                  <a:lnTo>
                    <a:pt x="1" y="9421"/>
                  </a:lnTo>
                  <a:lnTo>
                    <a:pt x="3072" y="11294"/>
                  </a:lnTo>
                  <a:cubicBezTo>
                    <a:pt x="3271" y="11417"/>
                    <a:pt x="3484" y="11473"/>
                    <a:pt x="3691" y="11473"/>
                  </a:cubicBezTo>
                  <a:cubicBezTo>
                    <a:pt x="4313" y="11473"/>
                    <a:pt x="4883" y="10972"/>
                    <a:pt x="4883" y="10281"/>
                  </a:cubicBezTo>
                  <a:lnTo>
                    <a:pt x="4883" y="1223"/>
                  </a:lnTo>
                  <a:cubicBezTo>
                    <a:pt x="4883" y="508"/>
                    <a:pt x="4312" y="1"/>
                    <a:pt x="3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1" name="Google Shape;3691;p70"/>
          <p:cNvGrpSpPr/>
          <p:nvPr/>
        </p:nvGrpSpPr>
        <p:grpSpPr>
          <a:xfrm>
            <a:off x="7572323" y="3443532"/>
            <a:ext cx="273562" cy="333998"/>
            <a:chOff x="7800713" y="3082463"/>
            <a:chExt cx="277925" cy="339325"/>
          </a:xfrm>
        </p:grpSpPr>
        <p:sp>
          <p:nvSpPr>
            <p:cNvPr id="3692" name="Google Shape;3692;p70"/>
            <p:cNvSpPr/>
            <p:nvPr/>
          </p:nvSpPr>
          <p:spPr>
            <a:xfrm>
              <a:off x="7800713" y="3082463"/>
              <a:ext cx="277925" cy="339325"/>
            </a:xfrm>
            <a:custGeom>
              <a:avLst/>
              <a:gdLst/>
              <a:ahLst/>
              <a:cxnLst/>
              <a:rect l="l" t="t" r="r" b="b"/>
              <a:pathLst>
                <a:path w="11117" h="13573" extrusionOk="0">
                  <a:moveTo>
                    <a:pt x="6081" y="3654"/>
                  </a:moveTo>
                  <a:cubicBezTo>
                    <a:pt x="7831" y="3654"/>
                    <a:pt x="8629" y="5834"/>
                    <a:pt x="7278" y="6970"/>
                  </a:cubicBezTo>
                  <a:cubicBezTo>
                    <a:pt x="8138" y="7585"/>
                    <a:pt x="8629" y="8536"/>
                    <a:pt x="8599" y="9580"/>
                  </a:cubicBezTo>
                  <a:cubicBezTo>
                    <a:pt x="8568" y="9795"/>
                    <a:pt x="8384" y="9949"/>
                    <a:pt x="8169" y="9949"/>
                  </a:cubicBezTo>
                  <a:lnTo>
                    <a:pt x="8169" y="9980"/>
                  </a:lnTo>
                  <a:cubicBezTo>
                    <a:pt x="7954" y="9980"/>
                    <a:pt x="7800" y="9795"/>
                    <a:pt x="7800" y="9580"/>
                  </a:cubicBezTo>
                  <a:cubicBezTo>
                    <a:pt x="7800" y="8536"/>
                    <a:pt x="7155" y="7431"/>
                    <a:pt x="6081" y="7431"/>
                  </a:cubicBezTo>
                  <a:cubicBezTo>
                    <a:pt x="4975" y="7431"/>
                    <a:pt x="4330" y="8506"/>
                    <a:pt x="4330" y="9580"/>
                  </a:cubicBezTo>
                  <a:cubicBezTo>
                    <a:pt x="4330" y="9841"/>
                    <a:pt x="4131" y="9972"/>
                    <a:pt x="3931" y="9972"/>
                  </a:cubicBezTo>
                  <a:cubicBezTo>
                    <a:pt x="3732" y="9972"/>
                    <a:pt x="3532" y="9841"/>
                    <a:pt x="3532" y="9580"/>
                  </a:cubicBezTo>
                  <a:cubicBezTo>
                    <a:pt x="3501" y="8536"/>
                    <a:pt x="3993" y="7585"/>
                    <a:pt x="4852" y="6970"/>
                  </a:cubicBezTo>
                  <a:cubicBezTo>
                    <a:pt x="3501" y="5834"/>
                    <a:pt x="4300" y="3654"/>
                    <a:pt x="6081" y="3654"/>
                  </a:cubicBezTo>
                  <a:close/>
                  <a:moveTo>
                    <a:pt x="1383" y="0"/>
                  </a:moveTo>
                  <a:cubicBezTo>
                    <a:pt x="1168" y="0"/>
                    <a:pt x="983" y="154"/>
                    <a:pt x="983" y="369"/>
                  </a:cubicBezTo>
                  <a:lnTo>
                    <a:pt x="983" y="2119"/>
                  </a:lnTo>
                  <a:lnTo>
                    <a:pt x="523" y="2119"/>
                  </a:lnTo>
                  <a:cubicBezTo>
                    <a:pt x="1" y="2119"/>
                    <a:pt x="1" y="2917"/>
                    <a:pt x="523" y="2917"/>
                  </a:cubicBezTo>
                  <a:lnTo>
                    <a:pt x="983" y="2917"/>
                  </a:lnTo>
                  <a:lnTo>
                    <a:pt x="983" y="4238"/>
                  </a:lnTo>
                  <a:lnTo>
                    <a:pt x="523" y="4238"/>
                  </a:lnTo>
                  <a:cubicBezTo>
                    <a:pt x="1" y="4238"/>
                    <a:pt x="1" y="5036"/>
                    <a:pt x="523" y="5036"/>
                  </a:cubicBezTo>
                  <a:lnTo>
                    <a:pt x="983" y="5036"/>
                  </a:lnTo>
                  <a:lnTo>
                    <a:pt x="983" y="6387"/>
                  </a:lnTo>
                  <a:lnTo>
                    <a:pt x="523" y="6387"/>
                  </a:lnTo>
                  <a:cubicBezTo>
                    <a:pt x="1" y="6387"/>
                    <a:pt x="1" y="7185"/>
                    <a:pt x="523" y="7185"/>
                  </a:cubicBezTo>
                  <a:lnTo>
                    <a:pt x="983" y="7185"/>
                  </a:lnTo>
                  <a:lnTo>
                    <a:pt x="983" y="8506"/>
                  </a:lnTo>
                  <a:lnTo>
                    <a:pt x="523" y="8506"/>
                  </a:lnTo>
                  <a:cubicBezTo>
                    <a:pt x="1" y="8506"/>
                    <a:pt x="1" y="9304"/>
                    <a:pt x="523" y="9304"/>
                  </a:cubicBezTo>
                  <a:lnTo>
                    <a:pt x="983" y="9304"/>
                  </a:lnTo>
                  <a:lnTo>
                    <a:pt x="983" y="10624"/>
                  </a:lnTo>
                  <a:lnTo>
                    <a:pt x="523" y="10624"/>
                  </a:lnTo>
                  <a:cubicBezTo>
                    <a:pt x="1" y="10624"/>
                    <a:pt x="1" y="11423"/>
                    <a:pt x="523" y="11423"/>
                  </a:cubicBezTo>
                  <a:lnTo>
                    <a:pt x="983" y="11423"/>
                  </a:lnTo>
                  <a:lnTo>
                    <a:pt x="983" y="13204"/>
                  </a:lnTo>
                  <a:cubicBezTo>
                    <a:pt x="983" y="13388"/>
                    <a:pt x="1168" y="13572"/>
                    <a:pt x="1383" y="13572"/>
                  </a:cubicBezTo>
                  <a:lnTo>
                    <a:pt x="10717" y="13572"/>
                  </a:lnTo>
                  <a:cubicBezTo>
                    <a:pt x="10932" y="13572"/>
                    <a:pt x="11116" y="13388"/>
                    <a:pt x="11116" y="13204"/>
                  </a:cubicBezTo>
                  <a:lnTo>
                    <a:pt x="11116" y="399"/>
                  </a:lnTo>
                  <a:cubicBezTo>
                    <a:pt x="11116" y="184"/>
                    <a:pt x="10932" y="0"/>
                    <a:pt x="107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0"/>
            <p:cNvSpPr/>
            <p:nvPr/>
          </p:nvSpPr>
          <p:spPr>
            <a:xfrm>
              <a:off x="7925088" y="3192988"/>
              <a:ext cx="54525" cy="54525"/>
            </a:xfrm>
            <a:custGeom>
              <a:avLst/>
              <a:gdLst/>
              <a:ahLst/>
              <a:cxnLst/>
              <a:rect l="l" t="t" r="r" b="b"/>
              <a:pathLst>
                <a:path w="2181" h="2181" extrusionOk="0">
                  <a:moveTo>
                    <a:pt x="1075" y="1"/>
                  </a:moveTo>
                  <a:cubicBezTo>
                    <a:pt x="492" y="1"/>
                    <a:pt x="0" y="492"/>
                    <a:pt x="0" y="1076"/>
                  </a:cubicBezTo>
                  <a:cubicBezTo>
                    <a:pt x="0" y="1690"/>
                    <a:pt x="492" y="2181"/>
                    <a:pt x="1075" y="2181"/>
                  </a:cubicBezTo>
                  <a:cubicBezTo>
                    <a:pt x="1689" y="2181"/>
                    <a:pt x="2180" y="1690"/>
                    <a:pt x="2180" y="1076"/>
                  </a:cubicBezTo>
                  <a:cubicBezTo>
                    <a:pt x="2180" y="492"/>
                    <a:pt x="1689"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70"/>
          <p:cNvGrpSpPr/>
          <p:nvPr/>
        </p:nvGrpSpPr>
        <p:grpSpPr>
          <a:xfrm>
            <a:off x="848373" y="4117322"/>
            <a:ext cx="334736" cy="333998"/>
            <a:chOff x="1003963" y="3761813"/>
            <a:chExt cx="340075" cy="339325"/>
          </a:xfrm>
        </p:grpSpPr>
        <p:sp>
          <p:nvSpPr>
            <p:cNvPr id="3695" name="Google Shape;3695;p70"/>
            <p:cNvSpPr/>
            <p:nvPr/>
          </p:nvSpPr>
          <p:spPr>
            <a:xfrm>
              <a:off x="1003963" y="3831688"/>
              <a:ext cx="340075" cy="269450"/>
            </a:xfrm>
            <a:custGeom>
              <a:avLst/>
              <a:gdLst/>
              <a:ahLst/>
              <a:cxnLst/>
              <a:rect l="l" t="t" r="r" b="b"/>
              <a:pathLst>
                <a:path w="13603" h="10778" extrusionOk="0">
                  <a:moveTo>
                    <a:pt x="6387" y="4882"/>
                  </a:moveTo>
                  <a:cubicBezTo>
                    <a:pt x="6909" y="4882"/>
                    <a:pt x="6909" y="5681"/>
                    <a:pt x="6387" y="5681"/>
                  </a:cubicBezTo>
                  <a:lnTo>
                    <a:pt x="5957" y="5681"/>
                  </a:lnTo>
                  <a:cubicBezTo>
                    <a:pt x="5404" y="5681"/>
                    <a:pt x="5404" y="4882"/>
                    <a:pt x="5957" y="4882"/>
                  </a:cubicBezTo>
                  <a:close/>
                  <a:moveTo>
                    <a:pt x="8721" y="4882"/>
                  </a:moveTo>
                  <a:cubicBezTo>
                    <a:pt x="9243" y="4882"/>
                    <a:pt x="9243" y="5681"/>
                    <a:pt x="8721" y="5681"/>
                  </a:cubicBezTo>
                  <a:lnTo>
                    <a:pt x="8291" y="5681"/>
                  </a:lnTo>
                  <a:cubicBezTo>
                    <a:pt x="7769" y="5681"/>
                    <a:pt x="7769" y="4882"/>
                    <a:pt x="8291" y="4882"/>
                  </a:cubicBezTo>
                  <a:close/>
                  <a:moveTo>
                    <a:pt x="11054" y="4882"/>
                  </a:moveTo>
                  <a:cubicBezTo>
                    <a:pt x="11576" y="4882"/>
                    <a:pt x="11576" y="5681"/>
                    <a:pt x="11054" y="5681"/>
                  </a:cubicBezTo>
                  <a:lnTo>
                    <a:pt x="10624" y="5681"/>
                  </a:lnTo>
                  <a:cubicBezTo>
                    <a:pt x="10102" y="5681"/>
                    <a:pt x="10102" y="4882"/>
                    <a:pt x="10624" y="4882"/>
                  </a:cubicBezTo>
                  <a:close/>
                  <a:moveTo>
                    <a:pt x="6387" y="6602"/>
                  </a:moveTo>
                  <a:cubicBezTo>
                    <a:pt x="6909" y="6602"/>
                    <a:pt x="6909" y="7400"/>
                    <a:pt x="6387" y="7400"/>
                  </a:cubicBezTo>
                  <a:lnTo>
                    <a:pt x="5957" y="7400"/>
                  </a:lnTo>
                  <a:cubicBezTo>
                    <a:pt x="5404" y="7400"/>
                    <a:pt x="5404" y="6602"/>
                    <a:pt x="5957" y="6602"/>
                  </a:cubicBezTo>
                  <a:close/>
                  <a:moveTo>
                    <a:pt x="8721" y="6602"/>
                  </a:moveTo>
                  <a:cubicBezTo>
                    <a:pt x="9243" y="6602"/>
                    <a:pt x="9243" y="7400"/>
                    <a:pt x="8721" y="7400"/>
                  </a:cubicBezTo>
                  <a:lnTo>
                    <a:pt x="8291" y="7400"/>
                  </a:lnTo>
                  <a:cubicBezTo>
                    <a:pt x="7769" y="7400"/>
                    <a:pt x="7769" y="6602"/>
                    <a:pt x="8291" y="6602"/>
                  </a:cubicBezTo>
                  <a:close/>
                  <a:moveTo>
                    <a:pt x="11054" y="6602"/>
                  </a:moveTo>
                  <a:cubicBezTo>
                    <a:pt x="11576" y="6602"/>
                    <a:pt x="11576" y="7400"/>
                    <a:pt x="11054" y="7400"/>
                  </a:cubicBezTo>
                  <a:lnTo>
                    <a:pt x="10624" y="7400"/>
                  </a:lnTo>
                  <a:cubicBezTo>
                    <a:pt x="10102" y="7400"/>
                    <a:pt x="10102" y="6602"/>
                    <a:pt x="10624" y="6602"/>
                  </a:cubicBezTo>
                  <a:close/>
                  <a:moveTo>
                    <a:pt x="6387" y="8291"/>
                  </a:moveTo>
                  <a:cubicBezTo>
                    <a:pt x="6909" y="8291"/>
                    <a:pt x="6909" y="9089"/>
                    <a:pt x="6387" y="9089"/>
                  </a:cubicBezTo>
                  <a:lnTo>
                    <a:pt x="5957" y="9089"/>
                  </a:lnTo>
                  <a:cubicBezTo>
                    <a:pt x="5404" y="9089"/>
                    <a:pt x="5404" y="8291"/>
                    <a:pt x="5957" y="8291"/>
                  </a:cubicBezTo>
                  <a:close/>
                  <a:moveTo>
                    <a:pt x="8721" y="8291"/>
                  </a:moveTo>
                  <a:cubicBezTo>
                    <a:pt x="9243" y="8291"/>
                    <a:pt x="9243" y="9089"/>
                    <a:pt x="8721" y="9089"/>
                  </a:cubicBezTo>
                  <a:lnTo>
                    <a:pt x="8291" y="9089"/>
                  </a:lnTo>
                  <a:cubicBezTo>
                    <a:pt x="7769" y="9089"/>
                    <a:pt x="7769" y="8291"/>
                    <a:pt x="8291" y="8291"/>
                  </a:cubicBezTo>
                  <a:close/>
                  <a:moveTo>
                    <a:pt x="11054" y="8291"/>
                  </a:moveTo>
                  <a:cubicBezTo>
                    <a:pt x="11576" y="8291"/>
                    <a:pt x="11576" y="9089"/>
                    <a:pt x="11054" y="9089"/>
                  </a:cubicBezTo>
                  <a:lnTo>
                    <a:pt x="10624" y="9089"/>
                  </a:lnTo>
                  <a:cubicBezTo>
                    <a:pt x="10102" y="9089"/>
                    <a:pt x="10102" y="8291"/>
                    <a:pt x="10624" y="8291"/>
                  </a:cubicBezTo>
                  <a:close/>
                  <a:moveTo>
                    <a:pt x="399" y="0"/>
                  </a:moveTo>
                  <a:cubicBezTo>
                    <a:pt x="184" y="0"/>
                    <a:pt x="0" y="184"/>
                    <a:pt x="0" y="399"/>
                  </a:cubicBezTo>
                  <a:lnTo>
                    <a:pt x="0" y="10409"/>
                  </a:lnTo>
                  <a:cubicBezTo>
                    <a:pt x="0" y="10624"/>
                    <a:pt x="184" y="10778"/>
                    <a:pt x="399" y="10778"/>
                  </a:cubicBezTo>
                  <a:lnTo>
                    <a:pt x="13204" y="10778"/>
                  </a:lnTo>
                  <a:cubicBezTo>
                    <a:pt x="13419" y="10778"/>
                    <a:pt x="13572" y="10624"/>
                    <a:pt x="13572" y="10409"/>
                  </a:cubicBezTo>
                  <a:lnTo>
                    <a:pt x="13572" y="399"/>
                  </a:lnTo>
                  <a:cubicBezTo>
                    <a:pt x="13603" y="184"/>
                    <a:pt x="13419" y="0"/>
                    <a:pt x="13204" y="0"/>
                  </a:cubicBezTo>
                  <a:lnTo>
                    <a:pt x="11453" y="0"/>
                  </a:lnTo>
                  <a:lnTo>
                    <a:pt x="11453" y="3593"/>
                  </a:lnTo>
                  <a:cubicBezTo>
                    <a:pt x="11453" y="3808"/>
                    <a:pt x="11269" y="3961"/>
                    <a:pt x="11054" y="3961"/>
                  </a:cubicBezTo>
                  <a:lnTo>
                    <a:pt x="5957" y="3961"/>
                  </a:lnTo>
                  <a:cubicBezTo>
                    <a:pt x="5742" y="3961"/>
                    <a:pt x="5558" y="3808"/>
                    <a:pt x="5558" y="3593"/>
                  </a:cubicBezTo>
                  <a:lnTo>
                    <a:pt x="5558" y="0"/>
                  </a:lnTo>
                  <a:lnTo>
                    <a:pt x="4637" y="0"/>
                  </a:lnTo>
                  <a:lnTo>
                    <a:pt x="4637" y="8690"/>
                  </a:lnTo>
                  <a:cubicBezTo>
                    <a:pt x="4637" y="8905"/>
                    <a:pt x="4483" y="9089"/>
                    <a:pt x="4268" y="9089"/>
                  </a:cubicBezTo>
                  <a:lnTo>
                    <a:pt x="2119" y="9089"/>
                  </a:lnTo>
                  <a:cubicBezTo>
                    <a:pt x="1904" y="9089"/>
                    <a:pt x="1750" y="8905"/>
                    <a:pt x="1750" y="8690"/>
                  </a:cubicBezTo>
                  <a:lnTo>
                    <a:pt x="17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0"/>
            <p:cNvSpPr/>
            <p:nvPr/>
          </p:nvSpPr>
          <p:spPr>
            <a:xfrm>
              <a:off x="1067663" y="3810863"/>
              <a:ext cx="32275" cy="227325"/>
            </a:xfrm>
            <a:custGeom>
              <a:avLst/>
              <a:gdLst/>
              <a:ahLst/>
              <a:cxnLst/>
              <a:rect l="l" t="t" r="r" b="b"/>
              <a:pathLst>
                <a:path w="1291" h="9093" extrusionOk="0">
                  <a:moveTo>
                    <a:pt x="968" y="1"/>
                  </a:moveTo>
                  <a:cubicBezTo>
                    <a:pt x="953" y="1"/>
                    <a:pt x="938" y="2"/>
                    <a:pt x="922" y="4"/>
                  </a:cubicBezTo>
                  <a:lnTo>
                    <a:pt x="369" y="4"/>
                  </a:lnTo>
                  <a:cubicBezTo>
                    <a:pt x="154" y="4"/>
                    <a:pt x="1" y="158"/>
                    <a:pt x="1" y="372"/>
                  </a:cubicBezTo>
                  <a:lnTo>
                    <a:pt x="1" y="8724"/>
                  </a:lnTo>
                  <a:cubicBezTo>
                    <a:pt x="1" y="8939"/>
                    <a:pt x="154" y="9093"/>
                    <a:pt x="369" y="9093"/>
                  </a:cubicBezTo>
                  <a:lnTo>
                    <a:pt x="922" y="9093"/>
                  </a:lnTo>
                  <a:cubicBezTo>
                    <a:pt x="1106" y="9093"/>
                    <a:pt x="1290" y="8939"/>
                    <a:pt x="1290" y="8724"/>
                  </a:cubicBezTo>
                  <a:lnTo>
                    <a:pt x="1290" y="372"/>
                  </a:lnTo>
                  <a:cubicBezTo>
                    <a:pt x="1290" y="173"/>
                    <a:pt x="1159"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0"/>
            <p:cNvSpPr/>
            <p:nvPr/>
          </p:nvSpPr>
          <p:spPr>
            <a:xfrm>
              <a:off x="1162863" y="3761813"/>
              <a:ext cx="124375" cy="149725"/>
            </a:xfrm>
            <a:custGeom>
              <a:avLst/>
              <a:gdLst/>
              <a:ahLst/>
              <a:cxnLst/>
              <a:rect l="l" t="t" r="r" b="b"/>
              <a:pathLst>
                <a:path w="4975" h="5989" extrusionOk="0">
                  <a:moveTo>
                    <a:pt x="1597" y="1"/>
                  </a:moveTo>
                  <a:cubicBezTo>
                    <a:pt x="706" y="1"/>
                    <a:pt x="0" y="738"/>
                    <a:pt x="0" y="1598"/>
                  </a:cubicBezTo>
                  <a:lnTo>
                    <a:pt x="0" y="5988"/>
                  </a:lnTo>
                  <a:lnTo>
                    <a:pt x="4299" y="5988"/>
                  </a:lnTo>
                  <a:lnTo>
                    <a:pt x="4299" y="1598"/>
                  </a:lnTo>
                  <a:cubicBezTo>
                    <a:pt x="4268" y="1137"/>
                    <a:pt x="4453" y="676"/>
                    <a:pt x="4821" y="400"/>
                  </a:cubicBezTo>
                  <a:cubicBezTo>
                    <a:pt x="4975" y="277"/>
                    <a:pt x="4882" y="32"/>
                    <a:pt x="4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8" name="Google Shape;3698;p70"/>
          <p:cNvGrpSpPr/>
          <p:nvPr/>
        </p:nvGrpSpPr>
        <p:grpSpPr>
          <a:xfrm>
            <a:off x="1516860" y="4147664"/>
            <a:ext cx="337246" cy="273316"/>
            <a:chOff x="1684088" y="3761813"/>
            <a:chExt cx="342625" cy="277675"/>
          </a:xfrm>
        </p:grpSpPr>
        <p:sp>
          <p:nvSpPr>
            <p:cNvPr id="3699" name="Google Shape;3699;p70"/>
            <p:cNvSpPr/>
            <p:nvPr/>
          </p:nvSpPr>
          <p:spPr>
            <a:xfrm>
              <a:off x="1774663" y="3806888"/>
              <a:ext cx="252050" cy="232600"/>
            </a:xfrm>
            <a:custGeom>
              <a:avLst/>
              <a:gdLst/>
              <a:ahLst/>
              <a:cxnLst/>
              <a:rect l="l" t="t" r="r" b="b"/>
              <a:pathLst>
                <a:path w="10082" h="9304" extrusionOk="0">
                  <a:moveTo>
                    <a:pt x="3362" y="0"/>
                  </a:moveTo>
                  <a:cubicBezTo>
                    <a:pt x="2640" y="0"/>
                    <a:pt x="1890" y="277"/>
                    <a:pt x="1229" y="931"/>
                  </a:cubicBezTo>
                  <a:cubicBezTo>
                    <a:pt x="93" y="2067"/>
                    <a:pt x="1" y="3909"/>
                    <a:pt x="1076" y="5107"/>
                  </a:cubicBezTo>
                  <a:cubicBezTo>
                    <a:pt x="1670" y="5806"/>
                    <a:pt x="2523" y="6167"/>
                    <a:pt x="3385" y="6167"/>
                  </a:cubicBezTo>
                  <a:cubicBezTo>
                    <a:pt x="4038" y="6167"/>
                    <a:pt x="4696" y="5960"/>
                    <a:pt x="5252" y="5537"/>
                  </a:cubicBezTo>
                  <a:lnTo>
                    <a:pt x="5958" y="6212"/>
                  </a:lnTo>
                  <a:cubicBezTo>
                    <a:pt x="5712" y="6703"/>
                    <a:pt x="5804" y="7256"/>
                    <a:pt x="6173" y="7625"/>
                  </a:cubicBezTo>
                  <a:lnTo>
                    <a:pt x="7493" y="8914"/>
                  </a:lnTo>
                  <a:cubicBezTo>
                    <a:pt x="7761" y="9189"/>
                    <a:pt x="8060" y="9304"/>
                    <a:pt x="8348" y="9304"/>
                  </a:cubicBezTo>
                  <a:cubicBezTo>
                    <a:pt x="9281" y="9304"/>
                    <a:pt x="10081" y="8094"/>
                    <a:pt x="9213" y="7225"/>
                  </a:cubicBezTo>
                  <a:lnTo>
                    <a:pt x="7892" y="5905"/>
                  </a:lnTo>
                  <a:cubicBezTo>
                    <a:pt x="7663" y="5675"/>
                    <a:pt x="7361" y="5553"/>
                    <a:pt x="7055" y="5553"/>
                  </a:cubicBezTo>
                  <a:cubicBezTo>
                    <a:pt x="6870" y="5553"/>
                    <a:pt x="6684" y="5598"/>
                    <a:pt x="6510" y="5690"/>
                  </a:cubicBezTo>
                  <a:lnTo>
                    <a:pt x="5804" y="5015"/>
                  </a:lnTo>
                  <a:cubicBezTo>
                    <a:pt x="7620" y="2710"/>
                    <a:pt x="5624" y="0"/>
                    <a:pt x="3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0"/>
            <p:cNvSpPr/>
            <p:nvPr/>
          </p:nvSpPr>
          <p:spPr>
            <a:xfrm>
              <a:off x="1684088" y="3761813"/>
              <a:ext cx="329350" cy="152800"/>
            </a:xfrm>
            <a:custGeom>
              <a:avLst/>
              <a:gdLst/>
              <a:ahLst/>
              <a:cxnLst/>
              <a:rect l="l" t="t" r="r" b="b"/>
              <a:pathLst>
                <a:path w="13174" h="6112" extrusionOk="0">
                  <a:moveTo>
                    <a:pt x="2042" y="1667"/>
                  </a:moveTo>
                  <a:cubicBezTo>
                    <a:pt x="2234" y="1667"/>
                    <a:pt x="2426" y="1797"/>
                    <a:pt x="2426" y="2058"/>
                  </a:cubicBezTo>
                  <a:lnTo>
                    <a:pt x="2426" y="4115"/>
                  </a:lnTo>
                  <a:cubicBezTo>
                    <a:pt x="2426" y="4361"/>
                    <a:pt x="2234" y="4484"/>
                    <a:pt x="2042" y="4484"/>
                  </a:cubicBezTo>
                  <a:cubicBezTo>
                    <a:pt x="1851" y="4484"/>
                    <a:pt x="1659" y="4361"/>
                    <a:pt x="1659" y="4115"/>
                  </a:cubicBezTo>
                  <a:lnTo>
                    <a:pt x="1659" y="2058"/>
                  </a:lnTo>
                  <a:cubicBezTo>
                    <a:pt x="1659" y="1797"/>
                    <a:pt x="1851" y="1667"/>
                    <a:pt x="2042" y="1667"/>
                  </a:cubicBezTo>
                  <a:close/>
                  <a:moveTo>
                    <a:pt x="1935" y="1"/>
                  </a:moveTo>
                  <a:cubicBezTo>
                    <a:pt x="860" y="1"/>
                    <a:pt x="1" y="861"/>
                    <a:pt x="1" y="1935"/>
                  </a:cubicBezTo>
                  <a:lnTo>
                    <a:pt x="1" y="4208"/>
                  </a:lnTo>
                  <a:cubicBezTo>
                    <a:pt x="1" y="5252"/>
                    <a:pt x="860" y="6111"/>
                    <a:pt x="1935" y="6111"/>
                  </a:cubicBezTo>
                  <a:lnTo>
                    <a:pt x="3347" y="6111"/>
                  </a:lnTo>
                  <a:cubicBezTo>
                    <a:pt x="2549" y="3624"/>
                    <a:pt x="4391" y="1076"/>
                    <a:pt x="7001" y="1076"/>
                  </a:cubicBezTo>
                  <a:cubicBezTo>
                    <a:pt x="9611" y="1076"/>
                    <a:pt x="11454" y="3624"/>
                    <a:pt x="10655" y="6111"/>
                  </a:cubicBezTo>
                  <a:lnTo>
                    <a:pt x="11270" y="6111"/>
                  </a:lnTo>
                  <a:cubicBezTo>
                    <a:pt x="12314" y="6111"/>
                    <a:pt x="13173" y="5252"/>
                    <a:pt x="13173" y="4208"/>
                  </a:cubicBezTo>
                  <a:lnTo>
                    <a:pt x="13173" y="1935"/>
                  </a:lnTo>
                  <a:cubicBezTo>
                    <a:pt x="13173" y="861"/>
                    <a:pt x="12314" y="1"/>
                    <a:pt x="1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1" name="Google Shape;3701;p70"/>
          <p:cNvGrpSpPr/>
          <p:nvPr/>
        </p:nvGrpSpPr>
        <p:grpSpPr>
          <a:xfrm>
            <a:off x="2165994" y="4116941"/>
            <a:ext cx="337000" cy="334760"/>
            <a:chOff x="2364238" y="3761813"/>
            <a:chExt cx="342375" cy="340100"/>
          </a:xfrm>
        </p:grpSpPr>
        <p:sp>
          <p:nvSpPr>
            <p:cNvPr id="3702" name="Google Shape;3702;p70"/>
            <p:cNvSpPr/>
            <p:nvPr/>
          </p:nvSpPr>
          <p:spPr>
            <a:xfrm>
              <a:off x="2447888" y="3761813"/>
              <a:ext cx="102900" cy="95225"/>
            </a:xfrm>
            <a:custGeom>
              <a:avLst/>
              <a:gdLst/>
              <a:ahLst/>
              <a:cxnLst/>
              <a:rect l="l" t="t" r="r" b="b"/>
              <a:pathLst>
                <a:path w="4116" h="3809" extrusionOk="0">
                  <a:moveTo>
                    <a:pt x="32" y="1"/>
                  </a:moveTo>
                  <a:lnTo>
                    <a:pt x="32" y="3409"/>
                  </a:lnTo>
                  <a:cubicBezTo>
                    <a:pt x="1" y="3624"/>
                    <a:pt x="185" y="3808"/>
                    <a:pt x="431" y="3808"/>
                  </a:cubicBezTo>
                  <a:lnTo>
                    <a:pt x="4116" y="3808"/>
                  </a:lnTo>
                  <a:lnTo>
                    <a:pt x="41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0"/>
            <p:cNvSpPr/>
            <p:nvPr/>
          </p:nvSpPr>
          <p:spPr>
            <a:xfrm>
              <a:off x="2570713" y="3761813"/>
              <a:ext cx="22300" cy="95225"/>
            </a:xfrm>
            <a:custGeom>
              <a:avLst/>
              <a:gdLst/>
              <a:ahLst/>
              <a:cxnLst/>
              <a:rect l="l" t="t" r="r" b="b"/>
              <a:pathLst>
                <a:path w="892" h="3809" extrusionOk="0">
                  <a:moveTo>
                    <a:pt x="1" y="1"/>
                  </a:moveTo>
                  <a:lnTo>
                    <a:pt x="1" y="3808"/>
                  </a:lnTo>
                  <a:lnTo>
                    <a:pt x="492" y="3808"/>
                  </a:lnTo>
                  <a:cubicBezTo>
                    <a:pt x="707" y="3808"/>
                    <a:pt x="891" y="3624"/>
                    <a:pt x="891" y="3409"/>
                  </a:cubicBezTo>
                  <a:lnTo>
                    <a:pt x="8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0"/>
            <p:cNvSpPr/>
            <p:nvPr/>
          </p:nvSpPr>
          <p:spPr>
            <a:xfrm>
              <a:off x="2448663" y="3995188"/>
              <a:ext cx="144350" cy="106725"/>
            </a:xfrm>
            <a:custGeom>
              <a:avLst/>
              <a:gdLst/>
              <a:ahLst/>
              <a:cxnLst/>
              <a:rect l="l" t="t" r="r" b="b"/>
              <a:pathLst>
                <a:path w="5774" h="4269" extrusionOk="0">
                  <a:moveTo>
                    <a:pt x="1" y="0"/>
                  </a:moveTo>
                  <a:lnTo>
                    <a:pt x="1" y="4269"/>
                  </a:lnTo>
                  <a:lnTo>
                    <a:pt x="5773" y="4269"/>
                  </a:lnTo>
                  <a:lnTo>
                    <a:pt x="57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0"/>
            <p:cNvSpPr/>
            <p:nvPr/>
          </p:nvSpPr>
          <p:spPr>
            <a:xfrm>
              <a:off x="2364238" y="3761813"/>
              <a:ext cx="342375" cy="340100"/>
            </a:xfrm>
            <a:custGeom>
              <a:avLst/>
              <a:gdLst/>
              <a:ahLst/>
              <a:cxnLst/>
              <a:rect l="l" t="t" r="r" b="b"/>
              <a:pathLst>
                <a:path w="13695" h="13604" extrusionOk="0">
                  <a:moveTo>
                    <a:pt x="1198" y="1"/>
                  </a:moveTo>
                  <a:cubicBezTo>
                    <a:pt x="522" y="1"/>
                    <a:pt x="0" y="554"/>
                    <a:pt x="0" y="1198"/>
                  </a:cubicBezTo>
                  <a:lnTo>
                    <a:pt x="0" y="12406"/>
                  </a:lnTo>
                  <a:cubicBezTo>
                    <a:pt x="0" y="13082"/>
                    <a:pt x="522" y="13604"/>
                    <a:pt x="1198" y="13604"/>
                  </a:cubicBezTo>
                  <a:lnTo>
                    <a:pt x="2579" y="13604"/>
                  </a:lnTo>
                  <a:lnTo>
                    <a:pt x="2579" y="8046"/>
                  </a:lnTo>
                  <a:cubicBezTo>
                    <a:pt x="2579" y="7370"/>
                    <a:pt x="3101" y="6848"/>
                    <a:pt x="3777" y="6848"/>
                  </a:cubicBezTo>
                  <a:lnTo>
                    <a:pt x="8751" y="6848"/>
                  </a:lnTo>
                  <a:cubicBezTo>
                    <a:pt x="9427" y="6848"/>
                    <a:pt x="9949" y="7370"/>
                    <a:pt x="9949" y="8046"/>
                  </a:cubicBezTo>
                  <a:lnTo>
                    <a:pt x="9949" y="13604"/>
                  </a:lnTo>
                  <a:lnTo>
                    <a:pt x="12405" y="13604"/>
                  </a:lnTo>
                  <a:cubicBezTo>
                    <a:pt x="13050" y="13604"/>
                    <a:pt x="13603" y="13082"/>
                    <a:pt x="13603" y="12406"/>
                  </a:cubicBezTo>
                  <a:lnTo>
                    <a:pt x="13603" y="3378"/>
                  </a:lnTo>
                  <a:cubicBezTo>
                    <a:pt x="13572" y="3286"/>
                    <a:pt x="13541" y="3225"/>
                    <a:pt x="13511" y="3164"/>
                  </a:cubicBezTo>
                  <a:cubicBezTo>
                    <a:pt x="13480" y="3133"/>
                    <a:pt x="13695" y="3348"/>
                    <a:pt x="10471" y="124"/>
                  </a:cubicBezTo>
                  <a:cubicBezTo>
                    <a:pt x="10409" y="62"/>
                    <a:pt x="10287" y="1"/>
                    <a:pt x="10194" y="1"/>
                  </a:cubicBezTo>
                  <a:lnTo>
                    <a:pt x="9949" y="1"/>
                  </a:lnTo>
                  <a:lnTo>
                    <a:pt x="9949" y="3409"/>
                  </a:lnTo>
                  <a:cubicBezTo>
                    <a:pt x="9949" y="4054"/>
                    <a:pt x="9427" y="4607"/>
                    <a:pt x="8751" y="4607"/>
                  </a:cubicBezTo>
                  <a:lnTo>
                    <a:pt x="3777" y="4607"/>
                  </a:lnTo>
                  <a:cubicBezTo>
                    <a:pt x="3101" y="4607"/>
                    <a:pt x="2579" y="4054"/>
                    <a:pt x="2579" y="3409"/>
                  </a:cubicBezTo>
                  <a:lnTo>
                    <a:pt x="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0"/>
            <p:cNvSpPr/>
            <p:nvPr/>
          </p:nvSpPr>
          <p:spPr>
            <a:xfrm>
              <a:off x="2448663" y="3952888"/>
              <a:ext cx="145125" cy="22375"/>
            </a:xfrm>
            <a:custGeom>
              <a:avLst/>
              <a:gdLst/>
              <a:ahLst/>
              <a:cxnLst/>
              <a:rect l="l" t="t" r="r" b="b"/>
              <a:pathLst>
                <a:path w="5805" h="895" extrusionOk="0">
                  <a:moveTo>
                    <a:pt x="5422" y="0"/>
                  </a:moveTo>
                  <a:cubicBezTo>
                    <a:pt x="5406" y="0"/>
                    <a:pt x="5390" y="1"/>
                    <a:pt x="5374" y="4"/>
                  </a:cubicBezTo>
                  <a:lnTo>
                    <a:pt x="400" y="4"/>
                  </a:lnTo>
                  <a:cubicBezTo>
                    <a:pt x="185" y="4"/>
                    <a:pt x="1" y="157"/>
                    <a:pt x="1" y="372"/>
                  </a:cubicBezTo>
                  <a:lnTo>
                    <a:pt x="1" y="894"/>
                  </a:lnTo>
                  <a:lnTo>
                    <a:pt x="5804" y="894"/>
                  </a:lnTo>
                  <a:lnTo>
                    <a:pt x="5804" y="372"/>
                  </a:lnTo>
                  <a:cubicBezTo>
                    <a:pt x="5804" y="173"/>
                    <a:pt x="5620" y="0"/>
                    <a:pt x="5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7" name="Google Shape;3707;p70"/>
          <p:cNvGrpSpPr/>
          <p:nvPr/>
        </p:nvGrpSpPr>
        <p:grpSpPr>
          <a:xfrm>
            <a:off x="2908095" y="4116941"/>
            <a:ext cx="228973" cy="334760"/>
            <a:chOff x="3043588" y="3761813"/>
            <a:chExt cx="232625" cy="340100"/>
          </a:xfrm>
        </p:grpSpPr>
        <p:sp>
          <p:nvSpPr>
            <p:cNvPr id="3708" name="Google Shape;3708;p70"/>
            <p:cNvSpPr/>
            <p:nvPr/>
          </p:nvSpPr>
          <p:spPr>
            <a:xfrm>
              <a:off x="3043588" y="3911713"/>
              <a:ext cx="232625" cy="190200"/>
            </a:xfrm>
            <a:custGeom>
              <a:avLst/>
              <a:gdLst/>
              <a:ahLst/>
              <a:cxnLst/>
              <a:rect l="l" t="t" r="r" b="b"/>
              <a:pathLst>
                <a:path w="9305" h="7608" extrusionOk="0">
                  <a:moveTo>
                    <a:pt x="400" y="0"/>
                  </a:moveTo>
                  <a:cubicBezTo>
                    <a:pt x="200" y="0"/>
                    <a:pt x="1" y="131"/>
                    <a:pt x="1" y="392"/>
                  </a:cubicBezTo>
                  <a:cubicBezTo>
                    <a:pt x="1" y="2787"/>
                    <a:pt x="1874" y="4813"/>
                    <a:pt x="4269" y="5028"/>
                  </a:cubicBezTo>
                  <a:lnTo>
                    <a:pt x="4269" y="6809"/>
                  </a:lnTo>
                  <a:lnTo>
                    <a:pt x="2120" y="6809"/>
                  </a:lnTo>
                  <a:cubicBezTo>
                    <a:pt x="1567" y="6809"/>
                    <a:pt x="1567" y="7608"/>
                    <a:pt x="2120" y="7608"/>
                  </a:cubicBezTo>
                  <a:lnTo>
                    <a:pt x="7217" y="7608"/>
                  </a:lnTo>
                  <a:cubicBezTo>
                    <a:pt x="7739" y="7608"/>
                    <a:pt x="7739" y="6809"/>
                    <a:pt x="7217" y="6809"/>
                  </a:cubicBezTo>
                  <a:lnTo>
                    <a:pt x="5067" y="6809"/>
                  </a:lnTo>
                  <a:lnTo>
                    <a:pt x="5067" y="5028"/>
                  </a:lnTo>
                  <a:cubicBezTo>
                    <a:pt x="7462" y="4813"/>
                    <a:pt x="9305" y="2817"/>
                    <a:pt x="9305" y="392"/>
                  </a:cubicBezTo>
                  <a:cubicBezTo>
                    <a:pt x="9305" y="131"/>
                    <a:pt x="9105" y="0"/>
                    <a:pt x="8906" y="0"/>
                  </a:cubicBezTo>
                  <a:cubicBezTo>
                    <a:pt x="8706" y="0"/>
                    <a:pt x="8506" y="131"/>
                    <a:pt x="8506" y="392"/>
                  </a:cubicBezTo>
                  <a:cubicBezTo>
                    <a:pt x="8506" y="2510"/>
                    <a:pt x="6787" y="4230"/>
                    <a:pt x="4668" y="4230"/>
                  </a:cubicBezTo>
                  <a:cubicBezTo>
                    <a:pt x="2549" y="4230"/>
                    <a:pt x="799" y="2510"/>
                    <a:pt x="799" y="392"/>
                  </a:cubicBezTo>
                  <a:cubicBezTo>
                    <a:pt x="799" y="131"/>
                    <a:pt x="600" y="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0"/>
            <p:cNvSpPr/>
            <p:nvPr/>
          </p:nvSpPr>
          <p:spPr>
            <a:xfrm>
              <a:off x="3086588" y="3761813"/>
              <a:ext cx="147400" cy="232625"/>
            </a:xfrm>
            <a:custGeom>
              <a:avLst/>
              <a:gdLst/>
              <a:ahLst/>
              <a:cxnLst/>
              <a:rect l="l" t="t" r="r" b="b"/>
              <a:pathLst>
                <a:path w="5896" h="9305" extrusionOk="0">
                  <a:moveTo>
                    <a:pt x="2795" y="1"/>
                  </a:moveTo>
                  <a:cubicBezTo>
                    <a:pt x="1321" y="1"/>
                    <a:pt x="123" y="1137"/>
                    <a:pt x="0" y="2580"/>
                  </a:cubicBezTo>
                  <a:lnTo>
                    <a:pt x="1444" y="2580"/>
                  </a:lnTo>
                  <a:cubicBezTo>
                    <a:pt x="1996" y="2580"/>
                    <a:pt x="1996" y="3378"/>
                    <a:pt x="1444" y="3378"/>
                  </a:cubicBezTo>
                  <a:lnTo>
                    <a:pt x="0" y="3378"/>
                  </a:lnTo>
                  <a:lnTo>
                    <a:pt x="0" y="4300"/>
                  </a:lnTo>
                  <a:lnTo>
                    <a:pt x="1873" y="4300"/>
                  </a:lnTo>
                  <a:cubicBezTo>
                    <a:pt x="2395" y="4300"/>
                    <a:pt x="2395" y="5098"/>
                    <a:pt x="1873" y="5098"/>
                  </a:cubicBezTo>
                  <a:lnTo>
                    <a:pt x="0" y="5098"/>
                  </a:lnTo>
                  <a:lnTo>
                    <a:pt x="0" y="5988"/>
                  </a:lnTo>
                  <a:lnTo>
                    <a:pt x="1444" y="5988"/>
                  </a:lnTo>
                  <a:cubicBezTo>
                    <a:pt x="1966" y="5988"/>
                    <a:pt x="1966" y="6787"/>
                    <a:pt x="1444" y="6787"/>
                  </a:cubicBezTo>
                  <a:lnTo>
                    <a:pt x="0" y="6787"/>
                  </a:lnTo>
                  <a:cubicBezTo>
                    <a:pt x="123" y="8199"/>
                    <a:pt x="1321" y="9305"/>
                    <a:pt x="2764" y="9305"/>
                  </a:cubicBezTo>
                  <a:lnTo>
                    <a:pt x="3102" y="9305"/>
                  </a:lnTo>
                  <a:cubicBezTo>
                    <a:pt x="4545" y="9305"/>
                    <a:pt x="5742" y="8199"/>
                    <a:pt x="5865" y="6787"/>
                  </a:cubicBezTo>
                  <a:lnTo>
                    <a:pt x="4422" y="6787"/>
                  </a:lnTo>
                  <a:cubicBezTo>
                    <a:pt x="3900" y="6787"/>
                    <a:pt x="3900" y="5988"/>
                    <a:pt x="4422" y="5988"/>
                  </a:cubicBezTo>
                  <a:lnTo>
                    <a:pt x="5896" y="5988"/>
                  </a:lnTo>
                  <a:lnTo>
                    <a:pt x="5896" y="5098"/>
                  </a:lnTo>
                  <a:lnTo>
                    <a:pt x="4023" y="5098"/>
                  </a:lnTo>
                  <a:cubicBezTo>
                    <a:pt x="3470" y="5098"/>
                    <a:pt x="3470" y="4300"/>
                    <a:pt x="4023" y="4300"/>
                  </a:cubicBezTo>
                  <a:lnTo>
                    <a:pt x="5896" y="4300"/>
                  </a:lnTo>
                  <a:lnTo>
                    <a:pt x="5896" y="3378"/>
                  </a:lnTo>
                  <a:lnTo>
                    <a:pt x="4422" y="3378"/>
                  </a:lnTo>
                  <a:cubicBezTo>
                    <a:pt x="3900" y="3378"/>
                    <a:pt x="3900" y="2580"/>
                    <a:pt x="4422" y="2580"/>
                  </a:cubicBezTo>
                  <a:lnTo>
                    <a:pt x="5896" y="2580"/>
                  </a:lnTo>
                  <a:cubicBezTo>
                    <a:pt x="5773" y="1137"/>
                    <a:pt x="4545" y="1"/>
                    <a:pt x="3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0" name="Google Shape;3710;p70"/>
          <p:cNvGrpSpPr/>
          <p:nvPr/>
        </p:nvGrpSpPr>
        <p:grpSpPr>
          <a:xfrm>
            <a:off x="3521646" y="4116966"/>
            <a:ext cx="335376" cy="334711"/>
            <a:chOff x="3723738" y="3761813"/>
            <a:chExt cx="340725" cy="340050"/>
          </a:xfrm>
        </p:grpSpPr>
        <p:sp>
          <p:nvSpPr>
            <p:cNvPr id="3711" name="Google Shape;3711;p70"/>
            <p:cNvSpPr/>
            <p:nvPr/>
          </p:nvSpPr>
          <p:spPr>
            <a:xfrm>
              <a:off x="3808863" y="4025888"/>
              <a:ext cx="84650" cy="75975"/>
            </a:xfrm>
            <a:custGeom>
              <a:avLst/>
              <a:gdLst/>
              <a:ahLst/>
              <a:cxnLst/>
              <a:rect l="l" t="t" r="r" b="b"/>
              <a:pathLst>
                <a:path w="3386" h="3039" extrusionOk="0">
                  <a:moveTo>
                    <a:pt x="464" y="1"/>
                  </a:moveTo>
                  <a:lnTo>
                    <a:pt x="34" y="2580"/>
                  </a:lnTo>
                  <a:cubicBezTo>
                    <a:pt x="0" y="2871"/>
                    <a:pt x="224" y="3038"/>
                    <a:pt x="439" y="3038"/>
                  </a:cubicBezTo>
                  <a:cubicBezTo>
                    <a:pt x="610" y="3038"/>
                    <a:pt x="775" y="2933"/>
                    <a:pt x="802" y="2703"/>
                  </a:cubicBezTo>
                  <a:lnTo>
                    <a:pt x="925" y="2150"/>
                  </a:lnTo>
                  <a:cubicBezTo>
                    <a:pt x="1186" y="2165"/>
                    <a:pt x="1447" y="2173"/>
                    <a:pt x="1708" y="2173"/>
                  </a:cubicBezTo>
                  <a:cubicBezTo>
                    <a:pt x="1969" y="2173"/>
                    <a:pt x="2230" y="2165"/>
                    <a:pt x="2491" y="2150"/>
                  </a:cubicBezTo>
                  <a:lnTo>
                    <a:pt x="2583" y="2703"/>
                  </a:lnTo>
                  <a:cubicBezTo>
                    <a:pt x="2610" y="2929"/>
                    <a:pt x="2769" y="3028"/>
                    <a:pt x="2936" y="3028"/>
                  </a:cubicBezTo>
                  <a:cubicBezTo>
                    <a:pt x="3154" y="3028"/>
                    <a:pt x="3385" y="2858"/>
                    <a:pt x="3351" y="2580"/>
                  </a:cubicBezTo>
                  <a:lnTo>
                    <a:pt x="2951" y="1"/>
                  </a:lnTo>
                  <a:lnTo>
                    <a:pt x="2153" y="1"/>
                  </a:lnTo>
                  <a:lnTo>
                    <a:pt x="2368" y="1352"/>
                  </a:lnTo>
                  <a:cubicBezTo>
                    <a:pt x="2153" y="1367"/>
                    <a:pt x="1938" y="1375"/>
                    <a:pt x="1719" y="1375"/>
                  </a:cubicBezTo>
                  <a:cubicBezTo>
                    <a:pt x="1501" y="1375"/>
                    <a:pt x="1278" y="1367"/>
                    <a:pt x="1048" y="1352"/>
                  </a:cubicBezTo>
                  <a:lnTo>
                    <a:pt x="12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0"/>
            <p:cNvSpPr/>
            <p:nvPr/>
          </p:nvSpPr>
          <p:spPr>
            <a:xfrm>
              <a:off x="3786688" y="3867763"/>
              <a:ext cx="59900" cy="22275"/>
            </a:xfrm>
            <a:custGeom>
              <a:avLst/>
              <a:gdLst/>
              <a:ahLst/>
              <a:cxnLst/>
              <a:rect l="l" t="t" r="r" b="b"/>
              <a:pathLst>
                <a:path w="2396" h="891" extrusionOk="0">
                  <a:moveTo>
                    <a:pt x="0" y="0"/>
                  </a:moveTo>
                  <a:lnTo>
                    <a:pt x="0" y="891"/>
                  </a:lnTo>
                  <a:lnTo>
                    <a:pt x="2395" y="891"/>
                  </a:lnTo>
                  <a:lnTo>
                    <a:pt x="23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0"/>
            <p:cNvSpPr/>
            <p:nvPr/>
          </p:nvSpPr>
          <p:spPr>
            <a:xfrm>
              <a:off x="3782838" y="3972163"/>
              <a:ext cx="136675" cy="33800"/>
            </a:xfrm>
            <a:custGeom>
              <a:avLst/>
              <a:gdLst/>
              <a:ahLst/>
              <a:cxnLst/>
              <a:rect l="l" t="t" r="r" b="b"/>
              <a:pathLst>
                <a:path w="5467" h="1352" extrusionOk="0">
                  <a:moveTo>
                    <a:pt x="1" y="0"/>
                  </a:moveTo>
                  <a:lnTo>
                    <a:pt x="1" y="952"/>
                  </a:lnTo>
                  <a:cubicBezTo>
                    <a:pt x="1" y="1167"/>
                    <a:pt x="185" y="1321"/>
                    <a:pt x="400" y="1321"/>
                  </a:cubicBezTo>
                  <a:lnTo>
                    <a:pt x="5067" y="1351"/>
                  </a:lnTo>
                  <a:cubicBezTo>
                    <a:pt x="5282" y="1351"/>
                    <a:pt x="5466" y="1167"/>
                    <a:pt x="5466" y="952"/>
                  </a:cubicBezTo>
                  <a:lnTo>
                    <a:pt x="54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0"/>
            <p:cNvSpPr/>
            <p:nvPr/>
          </p:nvSpPr>
          <p:spPr>
            <a:xfrm>
              <a:off x="3723738" y="3761813"/>
              <a:ext cx="249500" cy="190400"/>
            </a:xfrm>
            <a:custGeom>
              <a:avLst/>
              <a:gdLst/>
              <a:ahLst/>
              <a:cxnLst/>
              <a:rect l="l" t="t" r="r" b="b"/>
              <a:pathLst>
                <a:path w="9980" h="7616" extrusionOk="0">
                  <a:moveTo>
                    <a:pt x="7543" y="2418"/>
                  </a:moveTo>
                  <a:cubicBezTo>
                    <a:pt x="7584" y="2418"/>
                    <a:pt x="7629" y="2430"/>
                    <a:pt x="7677" y="2457"/>
                  </a:cubicBezTo>
                  <a:cubicBezTo>
                    <a:pt x="8015" y="2611"/>
                    <a:pt x="7892" y="3133"/>
                    <a:pt x="7523" y="3164"/>
                  </a:cubicBezTo>
                  <a:cubicBezTo>
                    <a:pt x="7516" y="3164"/>
                    <a:pt x="7509" y="3164"/>
                    <a:pt x="7502" y="3164"/>
                  </a:cubicBezTo>
                  <a:cubicBezTo>
                    <a:pt x="7118" y="3164"/>
                    <a:pt x="7220" y="2418"/>
                    <a:pt x="7543" y="2418"/>
                  </a:cubicBezTo>
                  <a:close/>
                  <a:moveTo>
                    <a:pt x="7466" y="4525"/>
                  </a:moveTo>
                  <a:cubicBezTo>
                    <a:pt x="7634" y="4525"/>
                    <a:pt x="7798" y="4625"/>
                    <a:pt x="7830" y="4822"/>
                  </a:cubicBezTo>
                  <a:cubicBezTo>
                    <a:pt x="7861" y="4975"/>
                    <a:pt x="7830" y="5129"/>
                    <a:pt x="7708" y="5221"/>
                  </a:cubicBezTo>
                  <a:cubicBezTo>
                    <a:pt x="7637" y="5270"/>
                    <a:pt x="7560" y="5292"/>
                    <a:pt x="7485" y="5292"/>
                  </a:cubicBezTo>
                  <a:cubicBezTo>
                    <a:pt x="7233" y="5292"/>
                    <a:pt x="6999" y="5044"/>
                    <a:pt x="7093" y="4760"/>
                  </a:cubicBezTo>
                  <a:cubicBezTo>
                    <a:pt x="7165" y="4602"/>
                    <a:pt x="7317" y="4525"/>
                    <a:pt x="7466" y="4525"/>
                  </a:cubicBezTo>
                  <a:close/>
                  <a:moveTo>
                    <a:pt x="5312" y="3440"/>
                  </a:moveTo>
                  <a:cubicBezTo>
                    <a:pt x="5527" y="3440"/>
                    <a:pt x="5712" y="3624"/>
                    <a:pt x="5712" y="3839"/>
                  </a:cubicBezTo>
                  <a:lnTo>
                    <a:pt x="5712" y="5528"/>
                  </a:lnTo>
                  <a:cubicBezTo>
                    <a:pt x="5712" y="5743"/>
                    <a:pt x="5558" y="5927"/>
                    <a:pt x="5343" y="5927"/>
                  </a:cubicBezTo>
                  <a:lnTo>
                    <a:pt x="2150" y="5927"/>
                  </a:lnTo>
                  <a:cubicBezTo>
                    <a:pt x="1935" y="5927"/>
                    <a:pt x="1751" y="5743"/>
                    <a:pt x="1751" y="5528"/>
                  </a:cubicBezTo>
                  <a:lnTo>
                    <a:pt x="1751" y="3839"/>
                  </a:lnTo>
                  <a:cubicBezTo>
                    <a:pt x="1751" y="3624"/>
                    <a:pt x="1935" y="3440"/>
                    <a:pt x="2150" y="3440"/>
                  </a:cubicBezTo>
                  <a:close/>
                  <a:moveTo>
                    <a:pt x="1198" y="1"/>
                  </a:moveTo>
                  <a:cubicBezTo>
                    <a:pt x="553" y="1"/>
                    <a:pt x="0" y="523"/>
                    <a:pt x="0" y="1198"/>
                  </a:cubicBezTo>
                  <a:lnTo>
                    <a:pt x="0" y="6418"/>
                  </a:lnTo>
                  <a:cubicBezTo>
                    <a:pt x="0" y="7094"/>
                    <a:pt x="553" y="7616"/>
                    <a:pt x="1198" y="7616"/>
                  </a:cubicBezTo>
                  <a:lnTo>
                    <a:pt x="8782" y="7616"/>
                  </a:lnTo>
                  <a:cubicBezTo>
                    <a:pt x="9396" y="7616"/>
                    <a:pt x="9918" y="7125"/>
                    <a:pt x="9980" y="6510"/>
                  </a:cubicBezTo>
                  <a:cubicBezTo>
                    <a:pt x="9980" y="6510"/>
                    <a:pt x="9980" y="1137"/>
                    <a:pt x="9980" y="1137"/>
                  </a:cubicBezTo>
                  <a:cubicBezTo>
                    <a:pt x="9949" y="492"/>
                    <a:pt x="9427" y="1"/>
                    <a:pt x="8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0"/>
            <p:cNvSpPr/>
            <p:nvPr/>
          </p:nvSpPr>
          <p:spPr>
            <a:xfrm>
              <a:off x="3993188" y="3766763"/>
              <a:ext cx="71275" cy="182000"/>
            </a:xfrm>
            <a:custGeom>
              <a:avLst/>
              <a:gdLst/>
              <a:ahLst/>
              <a:cxnLst/>
              <a:rect l="l" t="t" r="r" b="b"/>
              <a:pathLst>
                <a:path w="2851" h="7280" extrusionOk="0">
                  <a:moveTo>
                    <a:pt x="2045" y="1"/>
                  </a:moveTo>
                  <a:cubicBezTo>
                    <a:pt x="1957" y="1"/>
                    <a:pt x="1868" y="16"/>
                    <a:pt x="1781" y="48"/>
                  </a:cubicBezTo>
                  <a:lnTo>
                    <a:pt x="0" y="663"/>
                  </a:lnTo>
                  <a:lnTo>
                    <a:pt x="0" y="6589"/>
                  </a:lnTo>
                  <a:lnTo>
                    <a:pt x="1781" y="7234"/>
                  </a:lnTo>
                  <a:cubicBezTo>
                    <a:pt x="1869" y="7265"/>
                    <a:pt x="1958" y="7279"/>
                    <a:pt x="2044" y="7279"/>
                  </a:cubicBezTo>
                  <a:cubicBezTo>
                    <a:pt x="2473" y="7279"/>
                    <a:pt x="2851" y="6926"/>
                    <a:pt x="2825" y="6466"/>
                  </a:cubicBezTo>
                  <a:lnTo>
                    <a:pt x="2825" y="785"/>
                  </a:lnTo>
                  <a:cubicBezTo>
                    <a:pt x="2825" y="331"/>
                    <a:pt x="2451"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6" name="Google Shape;3716;p70"/>
          <p:cNvGrpSpPr/>
          <p:nvPr/>
        </p:nvGrpSpPr>
        <p:grpSpPr>
          <a:xfrm>
            <a:off x="4194821" y="4133182"/>
            <a:ext cx="349869" cy="302279"/>
            <a:chOff x="4403113" y="3761813"/>
            <a:chExt cx="355450" cy="307100"/>
          </a:xfrm>
        </p:grpSpPr>
        <p:sp>
          <p:nvSpPr>
            <p:cNvPr id="3717" name="Google Shape;3717;p70"/>
            <p:cNvSpPr/>
            <p:nvPr/>
          </p:nvSpPr>
          <p:spPr>
            <a:xfrm>
              <a:off x="4403113" y="3804238"/>
              <a:ext cx="45300" cy="179450"/>
            </a:xfrm>
            <a:custGeom>
              <a:avLst/>
              <a:gdLst/>
              <a:ahLst/>
              <a:cxnLst/>
              <a:rect l="l" t="t" r="r" b="b"/>
              <a:pathLst>
                <a:path w="1812" h="7178" extrusionOk="0">
                  <a:moveTo>
                    <a:pt x="1321" y="0"/>
                  </a:moveTo>
                  <a:cubicBezTo>
                    <a:pt x="1121" y="0"/>
                    <a:pt x="921" y="131"/>
                    <a:pt x="921" y="392"/>
                  </a:cubicBezTo>
                  <a:lnTo>
                    <a:pt x="921" y="3309"/>
                  </a:lnTo>
                  <a:cubicBezTo>
                    <a:pt x="338" y="3739"/>
                    <a:pt x="31" y="4384"/>
                    <a:pt x="31" y="5090"/>
                  </a:cubicBezTo>
                  <a:cubicBezTo>
                    <a:pt x="0" y="6134"/>
                    <a:pt x="768" y="7024"/>
                    <a:pt x="1812" y="7178"/>
                  </a:cubicBezTo>
                  <a:cubicBezTo>
                    <a:pt x="1781" y="7055"/>
                    <a:pt x="1750" y="6963"/>
                    <a:pt x="1750" y="6840"/>
                  </a:cubicBezTo>
                  <a:lnTo>
                    <a:pt x="1750" y="3340"/>
                  </a:lnTo>
                  <a:cubicBezTo>
                    <a:pt x="1750" y="3217"/>
                    <a:pt x="1781" y="3094"/>
                    <a:pt x="1812" y="3002"/>
                  </a:cubicBezTo>
                  <a:lnTo>
                    <a:pt x="1720" y="3002"/>
                  </a:lnTo>
                  <a:lnTo>
                    <a:pt x="1720" y="392"/>
                  </a:lnTo>
                  <a:cubicBezTo>
                    <a:pt x="1720" y="131"/>
                    <a:pt x="1520" y="0"/>
                    <a:pt x="1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0"/>
            <p:cNvSpPr/>
            <p:nvPr/>
          </p:nvSpPr>
          <p:spPr>
            <a:xfrm>
              <a:off x="4469113" y="4003638"/>
              <a:ext cx="167375" cy="65275"/>
            </a:xfrm>
            <a:custGeom>
              <a:avLst/>
              <a:gdLst/>
              <a:ahLst/>
              <a:cxnLst/>
              <a:rect l="l" t="t" r="r" b="b"/>
              <a:pathLst>
                <a:path w="6695" h="2611" extrusionOk="0">
                  <a:moveTo>
                    <a:pt x="1" y="0"/>
                  </a:moveTo>
                  <a:lnTo>
                    <a:pt x="1" y="0"/>
                  </a:lnTo>
                  <a:cubicBezTo>
                    <a:pt x="185" y="1013"/>
                    <a:pt x="1045" y="1750"/>
                    <a:pt x="2058" y="1750"/>
                  </a:cubicBezTo>
                  <a:lnTo>
                    <a:pt x="2150" y="1750"/>
                  </a:lnTo>
                  <a:cubicBezTo>
                    <a:pt x="2335" y="2272"/>
                    <a:pt x="2795" y="2610"/>
                    <a:pt x="3348" y="2610"/>
                  </a:cubicBezTo>
                  <a:lnTo>
                    <a:pt x="5037" y="2610"/>
                  </a:lnTo>
                  <a:cubicBezTo>
                    <a:pt x="6695" y="2610"/>
                    <a:pt x="6695" y="92"/>
                    <a:pt x="5037" y="92"/>
                  </a:cubicBezTo>
                  <a:lnTo>
                    <a:pt x="5037" y="123"/>
                  </a:lnTo>
                  <a:lnTo>
                    <a:pt x="3348" y="123"/>
                  </a:lnTo>
                  <a:cubicBezTo>
                    <a:pt x="2795" y="123"/>
                    <a:pt x="2335" y="461"/>
                    <a:pt x="2150" y="952"/>
                  </a:cubicBezTo>
                  <a:lnTo>
                    <a:pt x="2058" y="952"/>
                  </a:lnTo>
                  <a:cubicBezTo>
                    <a:pt x="1505" y="952"/>
                    <a:pt x="1014" y="584"/>
                    <a:pt x="830" y="62"/>
                  </a:cubicBezTo>
                  <a:cubicBezTo>
                    <a:pt x="756" y="70"/>
                    <a:pt x="682" y="74"/>
                    <a:pt x="608" y="74"/>
                  </a:cubicBezTo>
                  <a:cubicBezTo>
                    <a:pt x="405" y="74"/>
                    <a:pt x="203" y="4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0"/>
            <p:cNvSpPr/>
            <p:nvPr/>
          </p:nvSpPr>
          <p:spPr>
            <a:xfrm>
              <a:off x="4469113" y="3761813"/>
              <a:ext cx="209600" cy="96750"/>
            </a:xfrm>
            <a:custGeom>
              <a:avLst/>
              <a:gdLst/>
              <a:ahLst/>
              <a:cxnLst/>
              <a:rect l="l" t="t" r="r" b="b"/>
              <a:pathLst>
                <a:path w="8384" h="3870" extrusionOk="0">
                  <a:moveTo>
                    <a:pt x="4208" y="1"/>
                  </a:moveTo>
                  <a:cubicBezTo>
                    <a:pt x="1997" y="1"/>
                    <a:pt x="185" y="1690"/>
                    <a:pt x="1" y="3870"/>
                  </a:cubicBezTo>
                  <a:cubicBezTo>
                    <a:pt x="196" y="3848"/>
                    <a:pt x="392" y="3826"/>
                    <a:pt x="587" y="3826"/>
                  </a:cubicBezTo>
                  <a:cubicBezTo>
                    <a:pt x="668" y="3826"/>
                    <a:pt x="749" y="3830"/>
                    <a:pt x="830" y="3839"/>
                  </a:cubicBezTo>
                  <a:cubicBezTo>
                    <a:pt x="1014" y="2120"/>
                    <a:pt x="2457" y="799"/>
                    <a:pt x="4208" y="799"/>
                  </a:cubicBezTo>
                  <a:cubicBezTo>
                    <a:pt x="5927" y="799"/>
                    <a:pt x="7401" y="2120"/>
                    <a:pt x="7585" y="3839"/>
                  </a:cubicBezTo>
                  <a:cubicBezTo>
                    <a:pt x="7657" y="3830"/>
                    <a:pt x="7732" y="3826"/>
                    <a:pt x="7808" y="3826"/>
                  </a:cubicBezTo>
                  <a:cubicBezTo>
                    <a:pt x="7993" y="3826"/>
                    <a:pt x="8188" y="3848"/>
                    <a:pt x="8384" y="3870"/>
                  </a:cubicBezTo>
                  <a:cubicBezTo>
                    <a:pt x="8199" y="1690"/>
                    <a:pt x="6388" y="1"/>
                    <a:pt x="4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0"/>
            <p:cNvSpPr/>
            <p:nvPr/>
          </p:nvSpPr>
          <p:spPr>
            <a:xfrm>
              <a:off x="4638763" y="3877738"/>
              <a:ext cx="41500" cy="106725"/>
            </a:xfrm>
            <a:custGeom>
              <a:avLst/>
              <a:gdLst/>
              <a:ahLst/>
              <a:cxnLst/>
              <a:rect l="l" t="t" r="r" b="b"/>
              <a:pathLst>
                <a:path w="1660" h="4269" extrusionOk="0">
                  <a:moveTo>
                    <a:pt x="400" y="0"/>
                  </a:moveTo>
                  <a:cubicBezTo>
                    <a:pt x="185" y="0"/>
                    <a:pt x="1" y="154"/>
                    <a:pt x="1" y="369"/>
                  </a:cubicBezTo>
                  <a:lnTo>
                    <a:pt x="1" y="3900"/>
                  </a:lnTo>
                  <a:cubicBezTo>
                    <a:pt x="1" y="4115"/>
                    <a:pt x="185" y="4269"/>
                    <a:pt x="400" y="4269"/>
                  </a:cubicBezTo>
                  <a:lnTo>
                    <a:pt x="1291" y="4269"/>
                  </a:lnTo>
                  <a:cubicBezTo>
                    <a:pt x="1505" y="4269"/>
                    <a:pt x="1659" y="4115"/>
                    <a:pt x="1659" y="3900"/>
                  </a:cubicBezTo>
                  <a:lnTo>
                    <a:pt x="1659" y="369"/>
                  </a:lnTo>
                  <a:cubicBezTo>
                    <a:pt x="1659" y="154"/>
                    <a:pt x="1505" y="0"/>
                    <a:pt x="1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0"/>
            <p:cNvSpPr/>
            <p:nvPr/>
          </p:nvSpPr>
          <p:spPr>
            <a:xfrm>
              <a:off x="4467588" y="3878513"/>
              <a:ext cx="41475" cy="106725"/>
            </a:xfrm>
            <a:custGeom>
              <a:avLst/>
              <a:gdLst/>
              <a:ahLst/>
              <a:cxnLst/>
              <a:rect l="l" t="t" r="r" b="b"/>
              <a:pathLst>
                <a:path w="1659" h="4269" extrusionOk="0">
                  <a:moveTo>
                    <a:pt x="369" y="0"/>
                  </a:moveTo>
                  <a:cubicBezTo>
                    <a:pt x="154" y="0"/>
                    <a:pt x="0" y="154"/>
                    <a:pt x="0" y="369"/>
                  </a:cubicBezTo>
                  <a:lnTo>
                    <a:pt x="0" y="3900"/>
                  </a:lnTo>
                  <a:cubicBezTo>
                    <a:pt x="0" y="4084"/>
                    <a:pt x="154" y="4268"/>
                    <a:pt x="369" y="4268"/>
                  </a:cubicBezTo>
                  <a:lnTo>
                    <a:pt x="1290" y="4268"/>
                  </a:lnTo>
                  <a:cubicBezTo>
                    <a:pt x="1505" y="4268"/>
                    <a:pt x="1659" y="4084"/>
                    <a:pt x="1659" y="3900"/>
                  </a:cubicBezTo>
                  <a:lnTo>
                    <a:pt x="1659" y="369"/>
                  </a:lnTo>
                  <a:cubicBezTo>
                    <a:pt x="1659" y="154"/>
                    <a:pt x="1505" y="0"/>
                    <a:pt x="1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0"/>
            <p:cNvSpPr/>
            <p:nvPr/>
          </p:nvSpPr>
          <p:spPr>
            <a:xfrm>
              <a:off x="4699413" y="3879263"/>
              <a:ext cx="59150" cy="104425"/>
            </a:xfrm>
            <a:custGeom>
              <a:avLst/>
              <a:gdLst/>
              <a:ahLst/>
              <a:cxnLst/>
              <a:rect l="l" t="t" r="r" b="b"/>
              <a:pathLst>
                <a:path w="2366" h="4177" extrusionOk="0">
                  <a:moveTo>
                    <a:pt x="1" y="1"/>
                  </a:moveTo>
                  <a:lnTo>
                    <a:pt x="1" y="1"/>
                  </a:lnTo>
                  <a:cubicBezTo>
                    <a:pt x="31" y="93"/>
                    <a:pt x="62" y="216"/>
                    <a:pt x="62" y="339"/>
                  </a:cubicBezTo>
                  <a:lnTo>
                    <a:pt x="62" y="3839"/>
                  </a:lnTo>
                  <a:cubicBezTo>
                    <a:pt x="62" y="3962"/>
                    <a:pt x="31" y="4054"/>
                    <a:pt x="1" y="4177"/>
                  </a:cubicBezTo>
                  <a:cubicBezTo>
                    <a:pt x="2365" y="3778"/>
                    <a:pt x="2365" y="40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3" name="Google Shape;3723;p70"/>
          <p:cNvGrpSpPr/>
          <p:nvPr/>
        </p:nvGrpSpPr>
        <p:grpSpPr>
          <a:xfrm>
            <a:off x="8596375" y="4146100"/>
            <a:ext cx="368400" cy="368400"/>
            <a:chOff x="8596375" y="4146100"/>
            <a:chExt cx="368400" cy="368400"/>
          </a:xfrm>
        </p:grpSpPr>
        <p:sp>
          <p:nvSpPr>
            <p:cNvPr id="3724" name="Google Shape;3724;p70"/>
            <p:cNvSpPr/>
            <p:nvPr/>
          </p:nvSpPr>
          <p:spPr>
            <a:xfrm>
              <a:off x="8596375" y="4146100"/>
              <a:ext cx="368400" cy="368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5" name="Google Shape;3725;p70"/>
            <p:cNvGrpSpPr/>
            <p:nvPr/>
          </p:nvGrpSpPr>
          <p:grpSpPr>
            <a:xfrm>
              <a:off x="8664357" y="4248997"/>
              <a:ext cx="232288" cy="162334"/>
              <a:chOff x="1680638" y="3081963"/>
              <a:chExt cx="346750" cy="242325"/>
            </a:xfrm>
          </p:grpSpPr>
          <p:sp>
            <p:nvSpPr>
              <p:cNvPr id="3726" name="Google Shape;3726;p70"/>
              <p:cNvSpPr/>
              <p:nvPr/>
            </p:nvSpPr>
            <p:spPr>
              <a:xfrm>
                <a:off x="1821338" y="3166713"/>
                <a:ext cx="65600" cy="27800"/>
              </a:xfrm>
              <a:custGeom>
                <a:avLst/>
                <a:gdLst/>
                <a:ahLst/>
                <a:cxnLst/>
                <a:rect l="l" t="t" r="r" b="b"/>
                <a:pathLst>
                  <a:path w="2624" h="1112" extrusionOk="0">
                    <a:moveTo>
                      <a:pt x="1300" y="0"/>
                    </a:moveTo>
                    <a:cubicBezTo>
                      <a:pt x="928" y="0"/>
                      <a:pt x="560" y="146"/>
                      <a:pt x="283" y="438"/>
                    </a:cubicBezTo>
                    <a:cubicBezTo>
                      <a:pt x="0" y="721"/>
                      <a:pt x="260" y="1112"/>
                      <a:pt x="563" y="1112"/>
                    </a:cubicBezTo>
                    <a:cubicBezTo>
                      <a:pt x="655" y="1112"/>
                      <a:pt x="750" y="1076"/>
                      <a:pt x="836" y="990"/>
                    </a:cubicBezTo>
                    <a:cubicBezTo>
                      <a:pt x="959" y="868"/>
                      <a:pt x="1128" y="806"/>
                      <a:pt x="1300" y="806"/>
                    </a:cubicBezTo>
                    <a:cubicBezTo>
                      <a:pt x="1473" y="806"/>
                      <a:pt x="1650" y="868"/>
                      <a:pt x="1788" y="990"/>
                    </a:cubicBezTo>
                    <a:cubicBezTo>
                      <a:pt x="1873" y="1076"/>
                      <a:pt x="1969" y="1112"/>
                      <a:pt x="2061" y="1112"/>
                    </a:cubicBezTo>
                    <a:cubicBezTo>
                      <a:pt x="2363" y="1112"/>
                      <a:pt x="2623" y="721"/>
                      <a:pt x="2341" y="438"/>
                    </a:cubicBezTo>
                    <a:cubicBezTo>
                      <a:pt x="2049" y="146"/>
                      <a:pt x="1673"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0"/>
              <p:cNvSpPr/>
              <p:nvPr/>
            </p:nvSpPr>
            <p:spPr>
              <a:xfrm>
                <a:off x="1790863" y="3124663"/>
                <a:ext cx="122775" cy="40350"/>
              </a:xfrm>
              <a:custGeom>
                <a:avLst/>
                <a:gdLst/>
                <a:ahLst/>
                <a:cxnLst/>
                <a:rect l="l" t="t" r="r" b="b"/>
                <a:pathLst>
                  <a:path w="4911" h="1614" extrusionOk="0">
                    <a:moveTo>
                      <a:pt x="2531" y="1"/>
                    </a:moveTo>
                    <a:cubicBezTo>
                      <a:pt x="1725" y="1"/>
                      <a:pt x="919" y="308"/>
                      <a:pt x="305" y="922"/>
                    </a:cubicBezTo>
                    <a:cubicBezTo>
                      <a:pt x="0" y="1203"/>
                      <a:pt x="267" y="1609"/>
                      <a:pt x="575" y="1609"/>
                    </a:cubicBezTo>
                    <a:cubicBezTo>
                      <a:pt x="670" y="1609"/>
                      <a:pt x="770" y="1570"/>
                      <a:pt x="857" y="1475"/>
                    </a:cubicBezTo>
                    <a:cubicBezTo>
                      <a:pt x="1318" y="1014"/>
                      <a:pt x="1924" y="784"/>
                      <a:pt x="2531" y="784"/>
                    </a:cubicBezTo>
                    <a:cubicBezTo>
                      <a:pt x="3137" y="784"/>
                      <a:pt x="3744" y="1014"/>
                      <a:pt x="4204" y="1475"/>
                    </a:cubicBezTo>
                    <a:cubicBezTo>
                      <a:pt x="4281" y="1567"/>
                      <a:pt x="4381" y="1613"/>
                      <a:pt x="4481" y="1613"/>
                    </a:cubicBezTo>
                    <a:cubicBezTo>
                      <a:pt x="4581" y="1613"/>
                      <a:pt x="4680" y="1567"/>
                      <a:pt x="4757" y="1475"/>
                    </a:cubicBezTo>
                    <a:cubicBezTo>
                      <a:pt x="4911" y="1321"/>
                      <a:pt x="4911" y="1076"/>
                      <a:pt x="4757" y="922"/>
                    </a:cubicBezTo>
                    <a:cubicBezTo>
                      <a:pt x="4143" y="308"/>
                      <a:pt x="3337" y="1"/>
                      <a:pt x="2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0"/>
              <p:cNvSpPr/>
              <p:nvPr/>
            </p:nvSpPr>
            <p:spPr>
              <a:xfrm>
                <a:off x="1761463" y="3082063"/>
                <a:ext cx="186125" cy="52575"/>
              </a:xfrm>
              <a:custGeom>
                <a:avLst/>
                <a:gdLst/>
                <a:ahLst/>
                <a:cxnLst/>
                <a:rect l="l" t="t" r="r" b="b"/>
                <a:pathLst>
                  <a:path w="7445" h="2103" extrusionOk="0">
                    <a:moveTo>
                      <a:pt x="3722" y="1"/>
                    </a:moveTo>
                    <a:cubicBezTo>
                      <a:pt x="2479" y="1"/>
                      <a:pt x="1235" y="477"/>
                      <a:pt x="283" y="1429"/>
                    </a:cubicBezTo>
                    <a:cubicBezTo>
                      <a:pt x="0" y="1711"/>
                      <a:pt x="260" y="2103"/>
                      <a:pt x="563" y="2103"/>
                    </a:cubicBezTo>
                    <a:cubicBezTo>
                      <a:pt x="655" y="2103"/>
                      <a:pt x="750" y="2067"/>
                      <a:pt x="836" y="1981"/>
                    </a:cubicBezTo>
                    <a:cubicBezTo>
                      <a:pt x="1619" y="1183"/>
                      <a:pt x="2663" y="784"/>
                      <a:pt x="3707" y="784"/>
                    </a:cubicBezTo>
                    <a:cubicBezTo>
                      <a:pt x="4751" y="784"/>
                      <a:pt x="5795" y="1183"/>
                      <a:pt x="6578" y="1981"/>
                    </a:cubicBezTo>
                    <a:cubicBezTo>
                      <a:pt x="6664" y="2067"/>
                      <a:pt x="6761" y="2103"/>
                      <a:pt x="6855" y="2103"/>
                    </a:cubicBezTo>
                    <a:cubicBezTo>
                      <a:pt x="7166" y="2103"/>
                      <a:pt x="7444" y="1711"/>
                      <a:pt x="7161" y="1429"/>
                    </a:cubicBezTo>
                    <a:cubicBezTo>
                      <a:pt x="6209" y="477"/>
                      <a:pt x="4966" y="1"/>
                      <a:pt x="3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0"/>
              <p:cNvSpPr/>
              <p:nvPr/>
            </p:nvSpPr>
            <p:spPr>
              <a:xfrm>
                <a:off x="1680638" y="3081963"/>
                <a:ext cx="346750" cy="242325"/>
              </a:xfrm>
              <a:custGeom>
                <a:avLst/>
                <a:gdLst/>
                <a:ahLst/>
                <a:cxnLst/>
                <a:rect l="l" t="t" r="r" b="b"/>
                <a:pathLst>
                  <a:path w="13870" h="9693" extrusionOk="0">
                    <a:moveTo>
                      <a:pt x="10333" y="7236"/>
                    </a:moveTo>
                    <a:cubicBezTo>
                      <a:pt x="10855" y="7236"/>
                      <a:pt x="10855" y="8034"/>
                      <a:pt x="10333" y="8034"/>
                    </a:cubicBezTo>
                    <a:lnTo>
                      <a:pt x="3547" y="8034"/>
                    </a:lnTo>
                    <a:cubicBezTo>
                      <a:pt x="2994" y="8034"/>
                      <a:pt x="2994" y="7236"/>
                      <a:pt x="3547" y="7236"/>
                    </a:cubicBezTo>
                    <a:close/>
                    <a:moveTo>
                      <a:pt x="552" y="0"/>
                    </a:moveTo>
                    <a:cubicBezTo>
                      <a:pt x="281" y="0"/>
                      <a:pt x="1" y="287"/>
                      <a:pt x="169" y="604"/>
                    </a:cubicBezTo>
                    <a:lnTo>
                      <a:pt x="2871" y="5547"/>
                    </a:lnTo>
                    <a:lnTo>
                      <a:pt x="538" y="5547"/>
                    </a:lnTo>
                    <a:cubicBezTo>
                      <a:pt x="323" y="5547"/>
                      <a:pt x="139" y="5701"/>
                      <a:pt x="139" y="5916"/>
                    </a:cubicBezTo>
                    <a:lnTo>
                      <a:pt x="139" y="9324"/>
                    </a:lnTo>
                    <a:cubicBezTo>
                      <a:pt x="139" y="9539"/>
                      <a:pt x="323" y="9693"/>
                      <a:pt x="538" y="9693"/>
                    </a:cubicBezTo>
                    <a:lnTo>
                      <a:pt x="13342" y="9693"/>
                    </a:lnTo>
                    <a:cubicBezTo>
                      <a:pt x="13557" y="9693"/>
                      <a:pt x="13711" y="9539"/>
                      <a:pt x="13711" y="9324"/>
                    </a:cubicBezTo>
                    <a:lnTo>
                      <a:pt x="13711" y="5916"/>
                    </a:lnTo>
                    <a:cubicBezTo>
                      <a:pt x="13711" y="5701"/>
                      <a:pt x="13557" y="5547"/>
                      <a:pt x="13342" y="5547"/>
                    </a:cubicBezTo>
                    <a:lnTo>
                      <a:pt x="11008" y="5547"/>
                    </a:lnTo>
                    <a:lnTo>
                      <a:pt x="13680" y="604"/>
                    </a:lnTo>
                    <a:cubicBezTo>
                      <a:pt x="13870" y="287"/>
                      <a:pt x="13596" y="0"/>
                      <a:pt x="13327" y="0"/>
                    </a:cubicBezTo>
                    <a:cubicBezTo>
                      <a:pt x="13204" y="0"/>
                      <a:pt x="13081" y="60"/>
                      <a:pt x="13004" y="204"/>
                    </a:cubicBezTo>
                    <a:lnTo>
                      <a:pt x="10087" y="5547"/>
                    </a:lnTo>
                    <a:lnTo>
                      <a:pt x="3762" y="5547"/>
                    </a:lnTo>
                    <a:lnTo>
                      <a:pt x="875" y="204"/>
                    </a:lnTo>
                    <a:cubicBezTo>
                      <a:pt x="798" y="60"/>
                      <a:pt x="676" y="0"/>
                      <a:pt x="5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733"/>
        <p:cNvGrpSpPr/>
        <p:nvPr/>
      </p:nvGrpSpPr>
      <p:grpSpPr>
        <a:xfrm>
          <a:off x="0" y="0"/>
          <a:ext cx="0" cy="0"/>
          <a:chOff x="0" y="0"/>
          <a:chExt cx="0" cy="0"/>
        </a:xfrm>
      </p:grpSpPr>
      <p:sp>
        <p:nvSpPr>
          <p:cNvPr id="3734" name="Google Shape;3734;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Recursos alternativos</a:t>
            </a:r>
            <a:endParaRPr/>
          </a:p>
        </p:txBody>
      </p:sp>
      <p:sp>
        <p:nvSpPr>
          <p:cNvPr id="3735" name="Google Shape;3735;p71"/>
          <p:cNvSpPr txBox="1">
            <a:spLocks noGrp="1"/>
          </p:cNvSpPr>
          <p:nvPr>
            <p:ph type="body" idx="1"/>
          </p:nvPr>
        </p:nvSpPr>
        <p:spPr>
          <a:xfrm>
            <a:off x="720000" y="1017725"/>
            <a:ext cx="7704000" cy="13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continuación, se muestran recursos alternativos cuyo estilo encaja con la plantilla:</a:t>
            </a:r>
            <a:endParaRPr/>
          </a:p>
          <a:p>
            <a:pPr marL="0" lvl="0" indent="0" algn="l" rtl="0">
              <a:spcBef>
                <a:spcPts val="1000"/>
              </a:spcBef>
              <a:spcAft>
                <a:spcPts val="0"/>
              </a:spcAft>
              <a:buNone/>
            </a:pPr>
            <a:r>
              <a:rPr lang="en" sz="2200" b="1"/>
              <a:t>Vectores:</a:t>
            </a:r>
            <a:endParaRPr sz="2200" b="1"/>
          </a:p>
          <a:p>
            <a:pPr marL="241300" lvl="0" indent="-215900" algn="l" rtl="0">
              <a:spcBef>
                <a:spcPts val="0"/>
              </a:spcBef>
              <a:spcAft>
                <a:spcPts val="0"/>
              </a:spcAft>
              <a:buClr>
                <a:schemeClr val="dk1"/>
              </a:buClr>
              <a:buSzPts val="1400"/>
              <a:buChar char="●"/>
            </a:pPr>
            <a:r>
              <a:rPr lang="en" u="sng">
                <a:hlinkClick r:id="rId3"/>
              </a:rPr>
              <a:t>Brain infographic</a:t>
            </a:r>
            <a:endParaRPr/>
          </a:p>
        </p:txBody>
      </p:sp>
      <p:grpSp>
        <p:nvGrpSpPr>
          <p:cNvPr id="3736" name="Google Shape;3736;p71"/>
          <p:cNvGrpSpPr/>
          <p:nvPr/>
        </p:nvGrpSpPr>
        <p:grpSpPr>
          <a:xfrm>
            <a:off x="3074925" y="2709781"/>
            <a:ext cx="1292075" cy="1887350"/>
            <a:chOff x="14709475" y="-4174475"/>
            <a:chExt cx="1292075" cy="1887350"/>
          </a:xfrm>
        </p:grpSpPr>
        <p:sp>
          <p:nvSpPr>
            <p:cNvPr id="3737" name="Google Shape;3737;p71"/>
            <p:cNvSpPr/>
            <p:nvPr/>
          </p:nvSpPr>
          <p:spPr>
            <a:xfrm>
              <a:off x="15087675" y="-4174475"/>
              <a:ext cx="39250" cy="39250"/>
            </a:xfrm>
            <a:custGeom>
              <a:avLst/>
              <a:gdLst/>
              <a:ahLst/>
              <a:cxnLst/>
              <a:rect l="l" t="t" r="r" b="b"/>
              <a:pathLst>
                <a:path w="1570" h="1570" extrusionOk="0">
                  <a:moveTo>
                    <a:pt x="796" y="1"/>
                  </a:moveTo>
                  <a:cubicBezTo>
                    <a:pt x="356" y="1"/>
                    <a:pt x="1" y="356"/>
                    <a:pt x="1" y="775"/>
                  </a:cubicBezTo>
                  <a:cubicBezTo>
                    <a:pt x="1" y="1214"/>
                    <a:pt x="356" y="1570"/>
                    <a:pt x="796" y="1570"/>
                  </a:cubicBezTo>
                  <a:cubicBezTo>
                    <a:pt x="1235" y="1570"/>
                    <a:pt x="1570" y="1214"/>
                    <a:pt x="1570" y="775"/>
                  </a:cubicBezTo>
                  <a:cubicBezTo>
                    <a:pt x="1570" y="356"/>
                    <a:pt x="1235" y="1"/>
                    <a:pt x="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1"/>
            <p:cNvSpPr/>
            <p:nvPr/>
          </p:nvSpPr>
          <p:spPr>
            <a:xfrm>
              <a:off x="14931800" y="-3326025"/>
              <a:ext cx="1017425" cy="482325"/>
            </a:xfrm>
            <a:custGeom>
              <a:avLst/>
              <a:gdLst/>
              <a:ahLst/>
              <a:cxnLst/>
              <a:rect l="l" t="t" r="r" b="b"/>
              <a:pathLst>
                <a:path w="40697" h="19293" fill="none" extrusionOk="0">
                  <a:moveTo>
                    <a:pt x="40697" y="19292"/>
                  </a:moveTo>
                  <a:lnTo>
                    <a:pt x="40697" y="3662"/>
                  </a:lnTo>
                  <a:cubicBezTo>
                    <a:pt x="40697" y="1654"/>
                    <a:pt x="39044" y="1"/>
                    <a:pt x="37035" y="1"/>
                  </a:cubicBezTo>
                  <a:lnTo>
                    <a:pt x="0" y="1"/>
                  </a:lnTo>
                </a:path>
              </a:pathLst>
            </a:custGeom>
            <a:noFill/>
            <a:ln w="3295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1"/>
            <p:cNvSpPr/>
            <p:nvPr/>
          </p:nvSpPr>
          <p:spPr>
            <a:xfrm>
              <a:off x="15916250" y="-2839550"/>
              <a:ext cx="65950" cy="57575"/>
            </a:xfrm>
            <a:custGeom>
              <a:avLst/>
              <a:gdLst/>
              <a:ahLst/>
              <a:cxnLst/>
              <a:rect l="l" t="t" r="r" b="b"/>
              <a:pathLst>
                <a:path w="2638" h="2303" extrusionOk="0">
                  <a:moveTo>
                    <a:pt x="1319" y="1"/>
                  </a:moveTo>
                  <a:cubicBezTo>
                    <a:pt x="587" y="1"/>
                    <a:pt x="1" y="524"/>
                    <a:pt x="1" y="1152"/>
                  </a:cubicBezTo>
                  <a:cubicBezTo>
                    <a:pt x="1" y="1800"/>
                    <a:pt x="587" y="2302"/>
                    <a:pt x="1319" y="2302"/>
                  </a:cubicBezTo>
                  <a:cubicBezTo>
                    <a:pt x="2051" y="2302"/>
                    <a:pt x="2637" y="1800"/>
                    <a:pt x="2637" y="1152"/>
                  </a:cubicBezTo>
                  <a:cubicBezTo>
                    <a:pt x="2637" y="524"/>
                    <a:pt x="2051" y="1"/>
                    <a:pt x="1319" y="1"/>
                  </a:cubicBezTo>
                  <a:close/>
                </a:path>
              </a:pathLst>
            </a:custGeom>
            <a:noFill/>
            <a:ln w="120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1"/>
            <p:cNvSpPr/>
            <p:nvPr/>
          </p:nvSpPr>
          <p:spPr>
            <a:xfrm>
              <a:off x="14857507" y="-3350600"/>
              <a:ext cx="65950" cy="57550"/>
            </a:xfrm>
            <a:custGeom>
              <a:avLst/>
              <a:gdLst/>
              <a:ahLst/>
              <a:cxnLst/>
              <a:rect l="l" t="t" r="r" b="b"/>
              <a:pathLst>
                <a:path w="2638" h="2302" extrusionOk="0">
                  <a:moveTo>
                    <a:pt x="1319" y="0"/>
                  </a:moveTo>
                  <a:cubicBezTo>
                    <a:pt x="587" y="0"/>
                    <a:pt x="1" y="503"/>
                    <a:pt x="1" y="1151"/>
                  </a:cubicBezTo>
                  <a:cubicBezTo>
                    <a:pt x="1" y="1779"/>
                    <a:pt x="587" y="2302"/>
                    <a:pt x="1319" y="2302"/>
                  </a:cubicBezTo>
                  <a:cubicBezTo>
                    <a:pt x="2051" y="2302"/>
                    <a:pt x="2637" y="1779"/>
                    <a:pt x="2637" y="1151"/>
                  </a:cubicBezTo>
                  <a:cubicBezTo>
                    <a:pt x="2637" y="503"/>
                    <a:pt x="2051" y="0"/>
                    <a:pt x="1319" y="0"/>
                  </a:cubicBezTo>
                  <a:close/>
                </a:path>
              </a:pathLst>
            </a:custGeom>
            <a:noFill/>
            <a:ln w="120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1"/>
            <p:cNvSpPr/>
            <p:nvPr/>
          </p:nvSpPr>
          <p:spPr>
            <a:xfrm>
              <a:off x="15553225" y="-3762800"/>
              <a:ext cx="428975" cy="416925"/>
            </a:xfrm>
            <a:custGeom>
              <a:avLst/>
              <a:gdLst/>
              <a:ahLst/>
              <a:cxnLst/>
              <a:rect l="l" t="t" r="r" b="b"/>
              <a:pathLst>
                <a:path w="17159" h="16677" fill="none" extrusionOk="0">
                  <a:moveTo>
                    <a:pt x="1" y="16677"/>
                  </a:moveTo>
                  <a:lnTo>
                    <a:pt x="1" y="3662"/>
                  </a:lnTo>
                  <a:cubicBezTo>
                    <a:pt x="1" y="1653"/>
                    <a:pt x="1654" y="1"/>
                    <a:pt x="3662" y="1"/>
                  </a:cubicBezTo>
                  <a:lnTo>
                    <a:pt x="17158" y="1"/>
                  </a:lnTo>
                </a:path>
              </a:pathLst>
            </a:custGeom>
            <a:no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1"/>
            <p:cNvSpPr/>
            <p:nvPr/>
          </p:nvSpPr>
          <p:spPr>
            <a:xfrm>
              <a:off x="15124300" y="-4155125"/>
              <a:ext cx="428950" cy="809250"/>
            </a:xfrm>
            <a:custGeom>
              <a:avLst/>
              <a:gdLst/>
              <a:ahLst/>
              <a:cxnLst/>
              <a:rect l="l" t="t" r="r" b="b"/>
              <a:pathLst>
                <a:path w="17158" h="32370" fill="none" extrusionOk="0">
                  <a:moveTo>
                    <a:pt x="17158" y="32370"/>
                  </a:moveTo>
                  <a:lnTo>
                    <a:pt x="17158" y="3662"/>
                  </a:lnTo>
                  <a:cubicBezTo>
                    <a:pt x="17158" y="1654"/>
                    <a:pt x="15505" y="1"/>
                    <a:pt x="13496" y="1"/>
                  </a:cubicBezTo>
                  <a:lnTo>
                    <a:pt x="0" y="1"/>
                  </a:lnTo>
                </a:path>
              </a:pathLst>
            </a:custGeom>
            <a:no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1"/>
            <p:cNvSpPr/>
            <p:nvPr/>
          </p:nvSpPr>
          <p:spPr>
            <a:xfrm>
              <a:off x="15160925" y="-3318175"/>
              <a:ext cx="428425" cy="613600"/>
            </a:xfrm>
            <a:custGeom>
              <a:avLst/>
              <a:gdLst/>
              <a:ahLst/>
              <a:cxnLst/>
              <a:rect l="l" t="t" r="r" b="b"/>
              <a:pathLst>
                <a:path w="17137" h="24544" fill="none" extrusionOk="0">
                  <a:moveTo>
                    <a:pt x="0" y="24544"/>
                  </a:moveTo>
                  <a:lnTo>
                    <a:pt x="0" y="3662"/>
                  </a:lnTo>
                  <a:cubicBezTo>
                    <a:pt x="0" y="1654"/>
                    <a:pt x="1632" y="1"/>
                    <a:pt x="3662" y="1"/>
                  </a:cubicBezTo>
                  <a:lnTo>
                    <a:pt x="17136" y="1"/>
                  </a:lnTo>
                </a:path>
              </a:pathLst>
            </a:custGeom>
            <a:no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1"/>
            <p:cNvSpPr/>
            <p:nvPr/>
          </p:nvSpPr>
          <p:spPr>
            <a:xfrm>
              <a:off x="14728850" y="-3011650"/>
              <a:ext cx="428950" cy="705150"/>
            </a:xfrm>
            <a:custGeom>
              <a:avLst/>
              <a:gdLst/>
              <a:ahLst/>
              <a:cxnLst/>
              <a:rect l="l" t="t" r="r" b="b"/>
              <a:pathLst>
                <a:path w="17158" h="28206" fill="none" extrusionOk="0">
                  <a:moveTo>
                    <a:pt x="0" y="28206"/>
                  </a:moveTo>
                  <a:lnTo>
                    <a:pt x="0" y="3662"/>
                  </a:lnTo>
                  <a:cubicBezTo>
                    <a:pt x="0" y="1654"/>
                    <a:pt x="1653" y="1"/>
                    <a:pt x="3662" y="1"/>
                  </a:cubicBezTo>
                  <a:lnTo>
                    <a:pt x="17157" y="1"/>
                  </a:lnTo>
                </a:path>
              </a:pathLst>
            </a:custGeom>
            <a:no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1"/>
            <p:cNvSpPr/>
            <p:nvPr/>
          </p:nvSpPr>
          <p:spPr>
            <a:xfrm>
              <a:off x="15962275" y="-3782150"/>
              <a:ext cx="39275" cy="39250"/>
            </a:xfrm>
            <a:custGeom>
              <a:avLst/>
              <a:gdLst/>
              <a:ahLst/>
              <a:cxnLst/>
              <a:rect l="l" t="t" r="r" b="b"/>
              <a:pathLst>
                <a:path w="1571" h="1570" extrusionOk="0">
                  <a:moveTo>
                    <a:pt x="796" y="0"/>
                  </a:moveTo>
                  <a:cubicBezTo>
                    <a:pt x="357" y="0"/>
                    <a:pt x="1" y="356"/>
                    <a:pt x="1" y="775"/>
                  </a:cubicBezTo>
                  <a:cubicBezTo>
                    <a:pt x="1" y="1214"/>
                    <a:pt x="357" y="1570"/>
                    <a:pt x="796" y="1570"/>
                  </a:cubicBezTo>
                  <a:cubicBezTo>
                    <a:pt x="1215" y="1570"/>
                    <a:pt x="1570" y="1214"/>
                    <a:pt x="1570" y="775"/>
                  </a:cubicBezTo>
                  <a:cubicBezTo>
                    <a:pt x="1570" y="356"/>
                    <a:pt x="1215" y="0"/>
                    <a:pt x="7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1"/>
            <p:cNvSpPr/>
            <p:nvPr/>
          </p:nvSpPr>
          <p:spPr>
            <a:xfrm>
              <a:off x="15141025" y="-2724475"/>
              <a:ext cx="39275" cy="39275"/>
            </a:xfrm>
            <a:custGeom>
              <a:avLst/>
              <a:gdLst/>
              <a:ahLst/>
              <a:cxnLst/>
              <a:rect l="l" t="t" r="r" b="b"/>
              <a:pathLst>
                <a:path w="1571" h="1571" extrusionOk="0">
                  <a:moveTo>
                    <a:pt x="796" y="1"/>
                  </a:moveTo>
                  <a:cubicBezTo>
                    <a:pt x="357" y="1"/>
                    <a:pt x="1" y="357"/>
                    <a:pt x="1" y="775"/>
                  </a:cubicBezTo>
                  <a:cubicBezTo>
                    <a:pt x="1" y="1214"/>
                    <a:pt x="357" y="1570"/>
                    <a:pt x="796" y="1570"/>
                  </a:cubicBezTo>
                  <a:cubicBezTo>
                    <a:pt x="1214" y="1570"/>
                    <a:pt x="1570" y="1214"/>
                    <a:pt x="1570" y="775"/>
                  </a:cubicBezTo>
                  <a:cubicBezTo>
                    <a:pt x="1570" y="357"/>
                    <a:pt x="1214" y="1"/>
                    <a:pt x="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1"/>
            <p:cNvSpPr/>
            <p:nvPr/>
          </p:nvSpPr>
          <p:spPr>
            <a:xfrm>
              <a:off x="14709475" y="-2326400"/>
              <a:ext cx="39275" cy="39275"/>
            </a:xfrm>
            <a:custGeom>
              <a:avLst/>
              <a:gdLst/>
              <a:ahLst/>
              <a:cxnLst/>
              <a:rect l="l" t="t" r="r" b="b"/>
              <a:pathLst>
                <a:path w="1571" h="1571" extrusionOk="0">
                  <a:moveTo>
                    <a:pt x="775" y="1"/>
                  </a:moveTo>
                  <a:cubicBezTo>
                    <a:pt x="357" y="1"/>
                    <a:pt x="1" y="356"/>
                    <a:pt x="1" y="796"/>
                  </a:cubicBezTo>
                  <a:cubicBezTo>
                    <a:pt x="1" y="1214"/>
                    <a:pt x="357" y="1570"/>
                    <a:pt x="775" y="1570"/>
                  </a:cubicBezTo>
                  <a:cubicBezTo>
                    <a:pt x="1215" y="1570"/>
                    <a:pt x="1570" y="1214"/>
                    <a:pt x="1570" y="796"/>
                  </a:cubicBezTo>
                  <a:cubicBezTo>
                    <a:pt x="1570" y="356"/>
                    <a:pt x="1215" y="1"/>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8" name="Google Shape;3748;p71"/>
          <p:cNvGrpSpPr/>
          <p:nvPr/>
        </p:nvGrpSpPr>
        <p:grpSpPr>
          <a:xfrm>
            <a:off x="6635000" y="2903594"/>
            <a:ext cx="1789000" cy="1499725"/>
            <a:chOff x="14823000" y="-2173650"/>
            <a:chExt cx="1789000" cy="1499725"/>
          </a:xfrm>
        </p:grpSpPr>
        <p:sp>
          <p:nvSpPr>
            <p:cNvPr id="3749" name="Google Shape;3749;p71"/>
            <p:cNvSpPr/>
            <p:nvPr/>
          </p:nvSpPr>
          <p:spPr>
            <a:xfrm>
              <a:off x="14866425" y="-2111925"/>
              <a:ext cx="1278975" cy="1005400"/>
            </a:xfrm>
            <a:custGeom>
              <a:avLst/>
              <a:gdLst/>
              <a:ahLst/>
              <a:cxnLst/>
              <a:rect l="l" t="t" r="r" b="b"/>
              <a:pathLst>
                <a:path w="51159" h="40216" fill="none" extrusionOk="0">
                  <a:moveTo>
                    <a:pt x="51158" y="0"/>
                  </a:moveTo>
                  <a:lnTo>
                    <a:pt x="51158" y="36554"/>
                  </a:lnTo>
                  <a:cubicBezTo>
                    <a:pt x="51158" y="38563"/>
                    <a:pt x="49505" y="40216"/>
                    <a:pt x="47497" y="40216"/>
                  </a:cubicBezTo>
                  <a:lnTo>
                    <a:pt x="0" y="40216"/>
                  </a:lnTo>
                </a:path>
              </a:pathLst>
            </a:custGeom>
            <a:noFill/>
            <a:ln w="3295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1"/>
            <p:cNvSpPr/>
            <p:nvPr/>
          </p:nvSpPr>
          <p:spPr>
            <a:xfrm>
              <a:off x="16112425" y="-2173650"/>
              <a:ext cx="65925" cy="57575"/>
            </a:xfrm>
            <a:custGeom>
              <a:avLst/>
              <a:gdLst/>
              <a:ahLst/>
              <a:cxnLst/>
              <a:rect l="l" t="t" r="r" b="b"/>
              <a:pathLst>
                <a:path w="2637" h="2303" extrusionOk="0">
                  <a:moveTo>
                    <a:pt x="1318" y="0"/>
                  </a:moveTo>
                  <a:cubicBezTo>
                    <a:pt x="586" y="0"/>
                    <a:pt x="0" y="503"/>
                    <a:pt x="0" y="1151"/>
                  </a:cubicBezTo>
                  <a:cubicBezTo>
                    <a:pt x="0" y="1779"/>
                    <a:pt x="586" y="2302"/>
                    <a:pt x="1318" y="2302"/>
                  </a:cubicBezTo>
                  <a:cubicBezTo>
                    <a:pt x="2051" y="2302"/>
                    <a:pt x="2636" y="1779"/>
                    <a:pt x="2636" y="1151"/>
                  </a:cubicBezTo>
                  <a:cubicBezTo>
                    <a:pt x="2636" y="503"/>
                    <a:pt x="2051" y="0"/>
                    <a:pt x="1318" y="0"/>
                  </a:cubicBezTo>
                  <a:close/>
                </a:path>
              </a:pathLst>
            </a:custGeom>
            <a:noFill/>
            <a:ln w="12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1"/>
            <p:cNvSpPr/>
            <p:nvPr/>
          </p:nvSpPr>
          <p:spPr>
            <a:xfrm>
              <a:off x="14823000" y="-1135090"/>
              <a:ext cx="65925" cy="57575"/>
            </a:xfrm>
            <a:custGeom>
              <a:avLst/>
              <a:gdLst/>
              <a:ahLst/>
              <a:cxnLst/>
              <a:rect l="l" t="t" r="r" b="b"/>
              <a:pathLst>
                <a:path w="2637" h="2303" extrusionOk="0">
                  <a:moveTo>
                    <a:pt x="1319" y="0"/>
                  </a:moveTo>
                  <a:cubicBezTo>
                    <a:pt x="586" y="0"/>
                    <a:pt x="0" y="524"/>
                    <a:pt x="0" y="1151"/>
                  </a:cubicBezTo>
                  <a:cubicBezTo>
                    <a:pt x="0" y="1800"/>
                    <a:pt x="586" y="2302"/>
                    <a:pt x="1319" y="2302"/>
                  </a:cubicBezTo>
                  <a:cubicBezTo>
                    <a:pt x="2051" y="2302"/>
                    <a:pt x="2637" y="1800"/>
                    <a:pt x="2637" y="1151"/>
                  </a:cubicBezTo>
                  <a:cubicBezTo>
                    <a:pt x="2637" y="524"/>
                    <a:pt x="2051" y="0"/>
                    <a:pt x="1319" y="0"/>
                  </a:cubicBezTo>
                  <a:close/>
                </a:path>
              </a:pathLst>
            </a:custGeom>
            <a:noFill/>
            <a:ln w="120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1"/>
            <p:cNvSpPr/>
            <p:nvPr/>
          </p:nvSpPr>
          <p:spPr>
            <a:xfrm>
              <a:off x="14931800" y="-1110725"/>
              <a:ext cx="428950" cy="416925"/>
            </a:xfrm>
            <a:custGeom>
              <a:avLst/>
              <a:gdLst/>
              <a:ahLst/>
              <a:cxnLst/>
              <a:rect l="l" t="t" r="r" b="b"/>
              <a:pathLst>
                <a:path w="17158" h="16677" fill="none" extrusionOk="0">
                  <a:moveTo>
                    <a:pt x="17158" y="16676"/>
                  </a:moveTo>
                  <a:lnTo>
                    <a:pt x="17158" y="3662"/>
                  </a:lnTo>
                  <a:cubicBezTo>
                    <a:pt x="17158" y="1653"/>
                    <a:pt x="15505" y="0"/>
                    <a:pt x="13496" y="0"/>
                  </a:cubicBezTo>
                  <a:lnTo>
                    <a:pt x="0" y="0"/>
                  </a:lnTo>
                </a:path>
              </a:pathLst>
            </a:custGeom>
            <a:noFill/>
            <a:ln w="130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1"/>
            <p:cNvSpPr/>
            <p:nvPr/>
          </p:nvSpPr>
          <p:spPr>
            <a:xfrm>
              <a:off x="16163675" y="-1281250"/>
              <a:ext cx="428950" cy="416925"/>
            </a:xfrm>
            <a:custGeom>
              <a:avLst/>
              <a:gdLst/>
              <a:ahLst/>
              <a:cxnLst/>
              <a:rect l="l" t="t" r="r" b="b"/>
              <a:pathLst>
                <a:path w="17158" h="16677" fill="none" extrusionOk="0">
                  <a:moveTo>
                    <a:pt x="17158" y="16676"/>
                  </a:moveTo>
                  <a:lnTo>
                    <a:pt x="17158" y="3662"/>
                  </a:lnTo>
                  <a:cubicBezTo>
                    <a:pt x="17158" y="1653"/>
                    <a:pt x="15505" y="0"/>
                    <a:pt x="13496" y="0"/>
                  </a:cubicBezTo>
                  <a:lnTo>
                    <a:pt x="1" y="0"/>
                  </a:lnTo>
                </a:path>
              </a:pathLst>
            </a:custGeom>
            <a:noFill/>
            <a:ln w="130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1"/>
            <p:cNvSpPr/>
            <p:nvPr/>
          </p:nvSpPr>
          <p:spPr>
            <a:xfrm>
              <a:off x="15363350" y="-1659975"/>
              <a:ext cx="428950" cy="547700"/>
            </a:xfrm>
            <a:custGeom>
              <a:avLst/>
              <a:gdLst/>
              <a:ahLst/>
              <a:cxnLst/>
              <a:rect l="l" t="t" r="r" b="b"/>
              <a:pathLst>
                <a:path w="17158" h="21908" fill="none" extrusionOk="0">
                  <a:moveTo>
                    <a:pt x="17158" y="21907"/>
                  </a:moveTo>
                  <a:lnTo>
                    <a:pt x="17158" y="3662"/>
                  </a:lnTo>
                  <a:cubicBezTo>
                    <a:pt x="17158" y="1653"/>
                    <a:pt x="15505" y="0"/>
                    <a:pt x="13496" y="0"/>
                  </a:cubicBezTo>
                  <a:lnTo>
                    <a:pt x="0" y="0"/>
                  </a:lnTo>
                </a:path>
              </a:pathLst>
            </a:custGeom>
            <a:noFill/>
            <a:ln w="130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1"/>
            <p:cNvSpPr/>
            <p:nvPr/>
          </p:nvSpPr>
          <p:spPr>
            <a:xfrm>
              <a:off x="15340850" y="-1679325"/>
              <a:ext cx="39250" cy="39250"/>
            </a:xfrm>
            <a:custGeom>
              <a:avLst/>
              <a:gdLst/>
              <a:ahLst/>
              <a:cxnLst/>
              <a:rect l="l" t="t" r="r" b="b"/>
              <a:pathLst>
                <a:path w="1570" h="1570" extrusionOk="0">
                  <a:moveTo>
                    <a:pt x="796" y="0"/>
                  </a:moveTo>
                  <a:cubicBezTo>
                    <a:pt x="356" y="0"/>
                    <a:pt x="1" y="356"/>
                    <a:pt x="1" y="774"/>
                  </a:cubicBezTo>
                  <a:cubicBezTo>
                    <a:pt x="1" y="1214"/>
                    <a:pt x="356" y="1570"/>
                    <a:pt x="796" y="1570"/>
                  </a:cubicBezTo>
                  <a:cubicBezTo>
                    <a:pt x="1235" y="1570"/>
                    <a:pt x="1570" y="1214"/>
                    <a:pt x="1570" y="774"/>
                  </a:cubicBezTo>
                  <a:cubicBezTo>
                    <a:pt x="1570" y="356"/>
                    <a:pt x="1235" y="0"/>
                    <a:pt x="7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1"/>
            <p:cNvSpPr/>
            <p:nvPr/>
          </p:nvSpPr>
          <p:spPr>
            <a:xfrm>
              <a:off x="15340850" y="-713175"/>
              <a:ext cx="39250" cy="39250"/>
            </a:xfrm>
            <a:custGeom>
              <a:avLst/>
              <a:gdLst/>
              <a:ahLst/>
              <a:cxnLst/>
              <a:rect l="l" t="t" r="r" b="b"/>
              <a:pathLst>
                <a:path w="1570" h="1570" extrusionOk="0">
                  <a:moveTo>
                    <a:pt x="796" y="0"/>
                  </a:moveTo>
                  <a:cubicBezTo>
                    <a:pt x="356" y="0"/>
                    <a:pt x="1" y="356"/>
                    <a:pt x="1" y="774"/>
                  </a:cubicBezTo>
                  <a:cubicBezTo>
                    <a:pt x="1" y="1214"/>
                    <a:pt x="356" y="1569"/>
                    <a:pt x="796" y="1569"/>
                  </a:cubicBezTo>
                  <a:cubicBezTo>
                    <a:pt x="1235" y="1569"/>
                    <a:pt x="1570" y="1214"/>
                    <a:pt x="1570" y="774"/>
                  </a:cubicBezTo>
                  <a:cubicBezTo>
                    <a:pt x="1570" y="356"/>
                    <a:pt x="1235" y="0"/>
                    <a:pt x="7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1"/>
            <p:cNvSpPr/>
            <p:nvPr/>
          </p:nvSpPr>
          <p:spPr>
            <a:xfrm>
              <a:off x="16572725" y="-884225"/>
              <a:ext cx="39275" cy="39250"/>
            </a:xfrm>
            <a:custGeom>
              <a:avLst/>
              <a:gdLst/>
              <a:ahLst/>
              <a:cxnLst/>
              <a:rect l="l" t="t" r="r" b="b"/>
              <a:pathLst>
                <a:path w="1571" h="1570" extrusionOk="0">
                  <a:moveTo>
                    <a:pt x="796" y="0"/>
                  </a:moveTo>
                  <a:cubicBezTo>
                    <a:pt x="357" y="0"/>
                    <a:pt x="1" y="356"/>
                    <a:pt x="1" y="795"/>
                  </a:cubicBezTo>
                  <a:cubicBezTo>
                    <a:pt x="1" y="1235"/>
                    <a:pt x="357" y="1569"/>
                    <a:pt x="796" y="1569"/>
                  </a:cubicBezTo>
                  <a:cubicBezTo>
                    <a:pt x="1214" y="1569"/>
                    <a:pt x="1570" y="1235"/>
                    <a:pt x="1570" y="795"/>
                  </a:cubicBezTo>
                  <a:cubicBezTo>
                    <a:pt x="1570" y="356"/>
                    <a:pt x="1214" y="0"/>
                    <a:pt x="7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8" name="Google Shape;3758;p71"/>
          <p:cNvGrpSpPr/>
          <p:nvPr/>
        </p:nvGrpSpPr>
        <p:grpSpPr>
          <a:xfrm>
            <a:off x="4797425" y="2835069"/>
            <a:ext cx="1407150" cy="1636775"/>
            <a:chOff x="17100525" y="-2130225"/>
            <a:chExt cx="1407150" cy="1636775"/>
          </a:xfrm>
        </p:grpSpPr>
        <p:sp>
          <p:nvSpPr>
            <p:cNvPr id="3759" name="Google Shape;3759;p71"/>
            <p:cNvSpPr/>
            <p:nvPr/>
          </p:nvSpPr>
          <p:spPr>
            <a:xfrm>
              <a:off x="17131925" y="-2071650"/>
              <a:ext cx="1332325" cy="950475"/>
            </a:xfrm>
            <a:custGeom>
              <a:avLst/>
              <a:gdLst/>
              <a:ahLst/>
              <a:cxnLst/>
              <a:rect l="l" t="t" r="r" b="b"/>
              <a:pathLst>
                <a:path w="53293" h="38019" fill="none" extrusionOk="0">
                  <a:moveTo>
                    <a:pt x="0" y="1"/>
                  </a:moveTo>
                  <a:lnTo>
                    <a:pt x="0" y="34357"/>
                  </a:lnTo>
                  <a:cubicBezTo>
                    <a:pt x="0" y="36366"/>
                    <a:pt x="1632" y="38019"/>
                    <a:pt x="3662" y="38019"/>
                  </a:cubicBezTo>
                  <a:lnTo>
                    <a:pt x="53293" y="38019"/>
                  </a:lnTo>
                </a:path>
              </a:pathLst>
            </a:custGeom>
            <a:noFill/>
            <a:ln w="329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1"/>
            <p:cNvSpPr/>
            <p:nvPr/>
          </p:nvSpPr>
          <p:spPr>
            <a:xfrm>
              <a:off x="17100525" y="-2130225"/>
              <a:ext cx="62275" cy="54425"/>
            </a:xfrm>
            <a:custGeom>
              <a:avLst/>
              <a:gdLst/>
              <a:ahLst/>
              <a:cxnLst/>
              <a:rect l="l" t="t" r="r" b="b"/>
              <a:pathLst>
                <a:path w="2491" h="2177" extrusionOk="0">
                  <a:moveTo>
                    <a:pt x="1256" y="0"/>
                  </a:moveTo>
                  <a:cubicBezTo>
                    <a:pt x="566" y="0"/>
                    <a:pt x="1" y="502"/>
                    <a:pt x="1" y="1088"/>
                  </a:cubicBezTo>
                  <a:cubicBezTo>
                    <a:pt x="1" y="1695"/>
                    <a:pt x="566" y="2176"/>
                    <a:pt x="1256" y="2176"/>
                  </a:cubicBezTo>
                  <a:cubicBezTo>
                    <a:pt x="1926" y="2176"/>
                    <a:pt x="2491" y="1695"/>
                    <a:pt x="2491" y="1088"/>
                  </a:cubicBezTo>
                  <a:cubicBezTo>
                    <a:pt x="2491" y="502"/>
                    <a:pt x="1926" y="0"/>
                    <a:pt x="1256" y="0"/>
                  </a:cubicBezTo>
                  <a:close/>
                </a:path>
              </a:pathLst>
            </a:custGeom>
            <a:solidFill>
              <a:srgbClr val="FFFFFF"/>
            </a:solidFill>
            <a:ln w="1202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1"/>
            <p:cNvSpPr/>
            <p:nvPr/>
          </p:nvSpPr>
          <p:spPr>
            <a:xfrm>
              <a:off x="18441225" y="-1155725"/>
              <a:ext cx="66450" cy="61750"/>
            </a:xfrm>
            <a:custGeom>
              <a:avLst/>
              <a:gdLst/>
              <a:ahLst/>
              <a:cxnLst/>
              <a:rect l="l" t="t" r="r" b="b"/>
              <a:pathLst>
                <a:path w="2658" h="2470" extrusionOk="0">
                  <a:moveTo>
                    <a:pt x="1339" y="1"/>
                  </a:moveTo>
                  <a:cubicBezTo>
                    <a:pt x="607" y="1"/>
                    <a:pt x="0" y="545"/>
                    <a:pt x="0" y="1235"/>
                  </a:cubicBezTo>
                  <a:cubicBezTo>
                    <a:pt x="0" y="1905"/>
                    <a:pt x="607" y="2470"/>
                    <a:pt x="1339" y="2470"/>
                  </a:cubicBezTo>
                  <a:cubicBezTo>
                    <a:pt x="2051" y="2470"/>
                    <a:pt x="2657" y="1905"/>
                    <a:pt x="2657" y="1235"/>
                  </a:cubicBezTo>
                  <a:cubicBezTo>
                    <a:pt x="2657" y="545"/>
                    <a:pt x="2051" y="1"/>
                    <a:pt x="1339" y="1"/>
                  </a:cubicBezTo>
                  <a:close/>
                </a:path>
              </a:pathLst>
            </a:custGeom>
            <a:solidFill>
              <a:srgbClr val="FFFFFF"/>
            </a:solidFill>
            <a:ln w="130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1"/>
            <p:cNvSpPr/>
            <p:nvPr/>
          </p:nvSpPr>
          <p:spPr>
            <a:xfrm>
              <a:off x="17122500" y="-1211700"/>
              <a:ext cx="962000" cy="394450"/>
            </a:xfrm>
            <a:custGeom>
              <a:avLst/>
              <a:gdLst/>
              <a:ahLst/>
              <a:cxnLst/>
              <a:rect l="l" t="t" r="r" b="b"/>
              <a:pathLst>
                <a:path w="38480" h="15778" fill="none" extrusionOk="0">
                  <a:moveTo>
                    <a:pt x="1" y="1"/>
                  </a:moveTo>
                  <a:lnTo>
                    <a:pt x="1" y="12116"/>
                  </a:lnTo>
                  <a:cubicBezTo>
                    <a:pt x="1" y="14124"/>
                    <a:pt x="1654" y="15777"/>
                    <a:pt x="3662" y="15777"/>
                  </a:cubicBezTo>
                  <a:lnTo>
                    <a:pt x="38479" y="15777"/>
                  </a:lnTo>
                </a:path>
              </a:pathLst>
            </a:custGeom>
            <a:noFill/>
            <a:ln w="130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1"/>
            <p:cNvSpPr/>
            <p:nvPr/>
          </p:nvSpPr>
          <p:spPr>
            <a:xfrm>
              <a:off x="17416475" y="-813625"/>
              <a:ext cx="25" cy="301850"/>
            </a:xfrm>
            <a:custGeom>
              <a:avLst/>
              <a:gdLst/>
              <a:ahLst/>
              <a:cxnLst/>
              <a:rect l="l" t="t" r="r" b="b"/>
              <a:pathLst>
                <a:path w="1" h="12074" fill="none" extrusionOk="0">
                  <a:moveTo>
                    <a:pt x="1" y="1"/>
                  </a:moveTo>
                  <a:lnTo>
                    <a:pt x="1" y="12074"/>
                  </a:lnTo>
                </a:path>
              </a:pathLst>
            </a:custGeom>
            <a:noFill/>
            <a:ln w="130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1"/>
            <p:cNvSpPr/>
            <p:nvPr/>
          </p:nvSpPr>
          <p:spPr>
            <a:xfrm>
              <a:off x="17430600" y="-1525025"/>
              <a:ext cx="652850" cy="393925"/>
            </a:xfrm>
            <a:custGeom>
              <a:avLst/>
              <a:gdLst/>
              <a:ahLst/>
              <a:cxnLst/>
              <a:rect l="l" t="t" r="r" b="b"/>
              <a:pathLst>
                <a:path w="26114" h="15757" fill="none" extrusionOk="0">
                  <a:moveTo>
                    <a:pt x="1" y="15756"/>
                  </a:moveTo>
                  <a:lnTo>
                    <a:pt x="1" y="3662"/>
                  </a:lnTo>
                  <a:cubicBezTo>
                    <a:pt x="1" y="1633"/>
                    <a:pt x="1654" y="1"/>
                    <a:pt x="3662" y="1"/>
                  </a:cubicBezTo>
                  <a:lnTo>
                    <a:pt x="26113" y="1"/>
                  </a:lnTo>
                </a:path>
              </a:pathLst>
            </a:custGeom>
            <a:noFill/>
            <a:ln w="130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1"/>
            <p:cNvSpPr/>
            <p:nvPr/>
          </p:nvSpPr>
          <p:spPr>
            <a:xfrm>
              <a:off x="17398175" y="-530625"/>
              <a:ext cx="37150" cy="37175"/>
            </a:xfrm>
            <a:custGeom>
              <a:avLst/>
              <a:gdLst/>
              <a:ahLst/>
              <a:cxnLst/>
              <a:rect l="l" t="t" r="r" b="b"/>
              <a:pathLst>
                <a:path w="1486" h="1487" extrusionOk="0">
                  <a:moveTo>
                    <a:pt x="733" y="1"/>
                  </a:moveTo>
                  <a:cubicBezTo>
                    <a:pt x="335" y="1"/>
                    <a:pt x="0" y="335"/>
                    <a:pt x="0" y="754"/>
                  </a:cubicBezTo>
                  <a:cubicBezTo>
                    <a:pt x="0" y="1151"/>
                    <a:pt x="335" y="1486"/>
                    <a:pt x="733" y="1486"/>
                  </a:cubicBezTo>
                  <a:cubicBezTo>
                    <a:pt x="1151" y="1486"/>
                    <a:pt x="1486" y="1151"/>
                    <a:pt x="1486" y="754"/>
                  </a:cubicBezTo>
                  <a:cubicBezTo>
                    <a:pt x="1486" y="335"/>
                    <a:pt x="1151" y="1"/>
                    <a:pt x="7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1"/>
            <p:cNvSpPr/>
            <p:nvPr/>
          </p:nvSpPr>
          <p:spPr>
            <a:xfrm>
              <a:off x="18064575" y="-1541225"/>
              <a:ext cx="37175" cy="37150"/>
            </a:xfrm>
            <a:custGeom>
              <a:avLst/>
              <a:gdLst/>
              <a:ahLst/>
              <a:cxnLst/>
              <a:rect l="l" t="t" r="r" b="b"/>
              <a:pathLst>
                <a:path w="1487" h="1486" extrusionOk="0">
                  <a:moveTo>
                    <a:pt x="754" y="0"/>
                  </a:moveTo>
                  <a:cubicBezTo>
                    <a:pt x="336" y="0"/>
                    <a:pt x="1" y="335"/>
                    <a:pt x="1" y="753"/>
                  </a:cubicBezTo>
                  <a:cubicBezTo>
                    <a:pt x="1" y="1151"/>
                    <a:pt x="336" y="1486"/>
                    <a:pt x="754" y="1486"/>
                  </a:cubicBezTo>
                  <a:cubicBezTo>
                    <a:pt x="1152" y="1486"/>
                    <a:pt x="1487" y="1151"/>
                    <a:pt x="1487" y="753"/>
                  </a:cubicBezTo>
                  <a:cubicBezTo>
                    <a:pt x="1487" y="335"/>
                    <a:pt x="1152" y="0"/>
                    <a:pt x="7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7" name="Google Shape;3767;p71"/>
          <p:cNvGrpSpPr/>
          <p:nvPr/>
        </p:nvGrpSpPr>
        <p:grpSpPr>
          <a:xfrm>
            <a:off x="713225" y="2922051"/>
            <a:ext cx="1931275" cy="1462810"/>
            <a:chOff x="16403250" y="-4440200"/>
            <a:chExt cx="1931275" cy="1462810"/>
          </a:xfrm>
        </p:grpSpPr>
        <p:sp>
          <p:nvSpPr>
            <p:cNvPr id="3768" name="Google Shape;3768;p71"/>
            <p:cNvSpPr/>
            <p:nvPr/>
          </p:nvSpPr>
          <p:spPr>
            <a:xfrm>
              <a:off x="17237575" y="-4017025"/>
              <a:ext cx="986050" cy="975075"/>
            </a:xfrm>
            <a:custGeom>
              <a:avLst/>
              <a:gdLst/>
              <a:ahLst/>
              <a:cxnLst/>
              <a:rect l="l" t="t" r="r" b="b"/>
              <a:pathLst>
                <a:path w="39442" h="39003" fill="none" extrusionOk="0">
                  <a:moveTo>
                    <a:pt x="1" y="39002"/>
                  </a:moveTo>
                  <a:lnTo>
                    <a:pt x="1" y="3662"/>
                  </a:lnTo>
                  <a:cubicBezTo>
                    <a:pt x="1" y="1654"/>
                    <a:pt x="1633" y="1"/>
                    <a:pt x="3662" y="1"/>
                  </a:cubicBezTo>
                  <a:lnTo>
                    <a:pt x="39442" y="1"/>
                  </a:lnTo>
                </a:path>
              </a:pathLst>
            </a:custGeom>
            <a:noFill/>
            <a:ln w="329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1"/>
            <p:cNvSpPr/>
            <p:nvPr/>
          </p:nvSpPr>
          <p:spPr>
            <a:xfrm>
              <a:off x="16829575" y="-3969425"/>
              <a:ext cx="404375" cy="586925"/>
            </a:xfrm>
            <a:custGeom>
              <a:avLst/>
              <a:gdLst/>
              <a:ahLst/>
              <a:cxnLst/>
              <a:rect l="l" t="t" r="r" b="b"/>
              <a:pathLst>
                <a:path w="16175" h="23477" fill="none" extrusionOk="0">
                  <a:moveTo>
                    <a:pt x="16174" y="23477"/>
                  </a:moveTo>
                  <a:lnTo>
                    <a:pt x="3662" y="23477"/>
                  </a:lnTo>
                  <a:cubicBezTo>
                    <a:pt x="1653" y="23477"/>
                    <a:pt x="0" y="21824"/>
                    <a:pt x="0" y="19815"/>
                  </a:cubicBezTo>
                  <a:lnTo>
                    <a:pt x="0" y="1"/>
                  </a:lnTo>
                </a:path>
              </a:pathLst>
            </a:custGeom>
            <a:noFill/>
            <a:ln w="130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1"/>
            <p:cNvSpPr/>
            <p:nvPr/>
          </p:nvSpPr>
          <p:spPr>
            <a:xfrm>
              <a:off x="17329125" y="-4420850"/>
              <a:ext cx="986050" cy="403850"/>
            </a:xfrm>
            <a:custGeom>
              <a:avLst/>
              <a:gdLst/>
              <a:ahLst/>
              <a:cxnLst/>
              <a:rect l="l" t="t" r="r" b="b"/>
              <a:pathLst>
                <a:path w="39442" h="16154" fill="none" extrusionOk="0">
                  <a:moveTo>
                    <a:pt x="0" y="16154"/>
                  </a:moveTo>
                  <a:lnTo>
                    <a:pt x="0" y="3662"/>
                  </a:lnTo>
                  <a:cubicBezTo>
                    <a:pt x="0" y="1633"/>
                    <a:pt x="1632" y="1"/>
                    <a:pt x="3662" y="1"/>
                  </a:cubicBezTo>
                  <a:lnTo>
                    <a:pt x="39441" y="1"/>
                  </a:lnTo>
                </a:path>
              </a:pathLst>
            </a:custGeom>
            <a:noFill/>
            <a:ln w="130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1"/>
            <p:cNvSpPr/>
            <p:nvPr/>
          </p:nvSpPr>
          <p:spPr>
            <a:xfrm>
              <a:off x="16422075" y="-4303675"/>
              <a:ext cx="404375" cy="612050"/>
            </a:xfrm>
            <a:custGeom>
              <a:avLst/>
              <a:gdLst/>
              <a:ahLst/>
              <a:cxnLst/>
              <a:rect l="l" t="t" r="r" b="b"/>
              <a:pathLst>
                <a:path w="16175" h="24482" fill="none" extrusionOk="0">
                  <a:moveTo>
                    <a:pt x="16175" y="24481"/>
                  </a:moveTo>
                  <a:lnTo>
                    <a:pt x="3662" y="24481"/>
                  </a:lnTo>
                  <a:cubicBezTo>
                    <a:pt x="1654" y="24481"/>
                    <a:pt x="1" y="22849"/>
                    <a:pt x="1" y="20820"/>
                  </a:cubicBezTo>
                  <a:lnTo>
                    <a:pt x="1" y="1"/>
                  </a:lnTo>
                </a:path>
              </a:pathLst>
            </a:custGeom>
            <a:noFill/>
            <a:ln w="1307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1"/>
            <p:cNvSpPr/>
            <p:nvPr/>
          </p:nvSpPr>
          <p:spPr>
            <a:xfrm>
              <a:off x="16403250" y="-4323025"/>
              <a:ext cx="37700" cy="38200"/>
            </a:xfrm>
            <a:custGeom>
              <a:avLst/>
              <a:gdLst/>
              <a:ahLst/>
              <a:cxnLst/>
              <a:rect l="l" t="t" r="r" b="b"/>
              <a:pathLst>
                <a:path w="1508" h="1528" extrusionOk="0">
                  <a:moveTo>
                    <a:pt x="754" y="0"/>
                  </a:moveTo>
                  <a:cubicBezTo>
                    <a:pt x="335" y="0"/>
                    <a:pt x="1" y="356"/>
                    <a:pt x="1" y="775"/>
                  </a:cubicBezTo>
                  <a:cubicBezTo>
                    <a:pt x="1" y="1193"/>
                    <a:pt x="335" y="1528"/>
                    <a:pt x="754" y="1528"/>
                  </a:cubicBezTo>
                  <a:cubicBezTo>
                    <a:pt x="1172" y="1528"/>
                    <a:pt x="1507" y="1193"/>
                    <a:pt x="1507" y="775"/>
                  </a:cubicBezTo>
                  <a:cubicBezTo>
                    <a:pt x="1507" y="356"/>
                    <a:pt x="1172" y="0"/>
                    <a:pt x="7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1"/>
            <p:cNvSpPr/>
            <p:nvPr/>
          </p:nvSpPr>
          <p:spPr>
            <a:xfrm>
              <a:off x="16810750" y="-3988775"/>
              <a:ext cx="38200" cy="38200"/>
            </a:xfrm>
            <a:custGeom>
              <a:avLst/>
              <a:gdLst/>
              <a:ahLst/>
              <a:cxnLst/>
              <a:rect l="l" t="t" r="r" b="b"/>
              <a:pathLst>
                <a:path w="1528" h="1528" extrusionOk="0">
                  <a:moveTo>
                    <a:pt x="753" y="1"/>
                  </a:moveTo>
                  <a:cubicBezTo>
                    <a:pt x="335" y="1"/>
                    <a:pt x="0" y="335"/>
                    <a:pt x="0" y="775"/>
                  </a:cubicBezTo>
                  <a:cubicBezTo>
                    <a:pt x="0" y="1193"/>
                    <a:pt x="335" y="1528"/>
                    <a:pt x="753" y="1528"/>
                  </a:cubicBezTo>
                  <a:cubicBezTo>
                    <a:pt x="1172" y="1528"/>
                    <a:pt x="1528" y="1193"/>
                    <a:pt x="1528" y="775"/>
                  </a:cubicBezTo>
                  <a:cubicBezTo>
                    <a:pt x="1528" y="335"/>
                    <a:pt x="1172" y="1"/>
                    <a:pt x="7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1"/>
            <p:cNvSpPr/>
            <p:nvPr/>
          </p:nvSpPr>
          <p:spPr>
            <a:xfrm>
              <a:off x="18296325" y="-4440200"/>
              <a:ext cx="38200" cy="38200"/>
            </a:xfrm>
            <a:custGeom>
              <a:avLst/>
              <a:gdLst/>
              <a:ahLst/>
              <a:cxnLst/>
              <a:rect l="l" t="t" r="r" b="b"/>
              <a:pathLst>
                <a:path w="1528" h="1528" extrusionOk="0">
                  <a:moveTo>
                    <a:pt x="753" y="0"/>
                  </a:moveTo>
                  <a:cubicBezTo>
                    <a:pt x="335" y="0"/>
                    <a:pt x="0" y="335"/>
                    <a:pt x="0" y="775"/>
                  </a:cubicBezTo>
                  <a:cubicBezTo>
                    <a:pt x="0" y="1193"/>
                    <a:pt x="335" y="1528"/>
                    <a:pt x="753" y="1528"/>
                  </a:cubicBezTo>
                  <a:cubicBezTo>
                    <a:pt x="1172" y="1528"/>
                    <a:pt x="1528" y="1193"/>
                    <a:pt x="1528" y="775"/>
                  </a:cubicBezTo>
                  <a:cubicBezTo>
                    <a:pt x="1528" y="335"/>
                    <a:pt x="1172" y="0"/>
                    <a:pt x="7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1"/>
            <p:cNvSpPr/>
            <p:nvPr/>
          </p:nvSpPr>
          <p:spPr>
            <a:xfrm>
              <a:off x="17205675" y="-3033390"/>
              <a:ext cx="63325" cy="56000"/>
            </a:xfrm>
            <a:custGeom>
              <a:avLst/>
              <a:gdLst/>
              <a:ahLst/>
              <a:cxnLst/>
              <a:rect l="l" t="t" r="r" b="b"/>
              <a:pathLst>
                <a:path w="2533" h="2240" extrusionOk="0">
                  <a:moveTo>
                    <a:pt x="1277" y="1"/>
                  </a:moveTo>
                  <a:cubicBezTo>
                    <a:pt x="565" y="1"/>
                    <a:pt x="0" y="503"/>
                    <a:pt x="0" y="1131"/>
                  </a:cubicBezTo>
                  <a:cubicBezTo>
                    <a:pt x="0" y="1737"/>
                    <a:pt x="565" y="2239"/>
                    <a:pt x="1277" y="2239"/>
                  </a:cubicBezTo>
                  <a:cubicBezTo>
                    <a:pt x="1967" y="2239"/>
                    <a:pt x="2532" y="1737"/>
                    <a:pt x="2532" y="1131"/>
                  </a:cubicBezTo>
                  <a:cubicBezTo>
                    <a:pt x="2532" y="503"/>
                    <a:pt x="1967" y="1"/>
                    <a:pt x="1277" y="1"/>
                  </a:cubicBezTo>
                  <a:close/>
                </a:path>
              </a:pathLst>
            </a:custGeom>
            <a:noFill/>
            <a:ln w="12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1"/>
            <p:cNvSpPr/>
            <p:nvPr/>
          </p:nvSpPr>
          <p:spPr>
            <a:xfrm>
              <a:off x="18228608" y="-4040550"/>
              <a:ext cx="63850" cy="55450"/>
            </a:xfrm>
            <a:custGeom>
              <a:avLst/>
              <a:gdLst/>
              <a:ahLst/>
              <a:cxnLst/>
              <a:rect l="l" t="t" r="r" b="b"/>
              <a:pathLst>
                <a:path w="2554" h="2218" extrusionOk="0">
                  <a:moveTo>
                    <a:pt x="1277" y="0"/>
                  </a:moveTo>
                  <a:cubicBezTo>
                    <a:pt x="587" y="0"/>
                    <a:pt x="1" y="481"/>
                    <a:pt x="1" y="1109"/>
                  </a:cubicBezTo>
                  <a:cubicBezTo>
                    <a:pt x="1" y="1716"/>
                    <a:pt x="587" y="2218"/>
                    <a:pt x="1277" y="2218"/>
                  </a:cubicBezTo>
                  <a:cubicBezTo>
                    <a:pt x="1989" y="2218"/>
                    <a:pt x="2554" y="1716"/>
                    <a:pt x="2554" y="1109"/>
                  </a:cubicBezTo>
                  <a:cubicBezTo>
                    <a:pt x="2554" y="481"/>
                    <a:pt x="1989" y="0"/>
                    <a:pt x="1277" y="0"/>
                  </a:cubicBezTo>
                  <a:close/>
                </a:path>
              </a:pathLst>
            </a:custGeom>
            <a:noFill/>
            <a:ln w="12025"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780"/>
        <p:cNvGrpSpPr/>
        <p:nvPr/>
      </p:nvGrpSpPr>
      <p:grpSpPr>
        <a:xfrm>
          <a:off x="0" y="0"/>
          <a:ext cx="0" cy="0"/>
          <a:chOff x="0" y="0"/>
          <a:chExt cx="0" cy="0"/>
        </a:xfrm>
      </p:grpSpPr>
      <p:sp>
        <p:nvSpPr>
          <p:cNvPr id="3781" name="Google Shape;3781;p72"/>
          <p:cNvSpPr txBox="1">
            <a:spLocks noGrp="1"/>
          </p:cNvSpPr>
          <p:nvPr>
            <p:ph type="body" idx="1"/>
          </p:nvPr>
        </p:nvSpPr>
        <p:spPr>
          <a:xfrm>
            <a:off x="713225" y="1017725"/>
            <a:ext cx="7704000" cy="35595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¿Te gustaron los recursos de esta plantilla? Puedes conseguirlos gratis en nuestras webs:</a:t>
            </a:r>
            <a:endParaRPr/>
          </a:p>
          <a:p>
            <a:pPr marL="0" lvl="0" indent="0" algn="l" rtl="0">
              <a:lnSpc>
                <a:spcPct val="115000"/>
              </a:lnSpc>
              <a:spcBef>
                <a:spcPts val="1000"/>
              </a:spcBef>
              <a:spcAft>
                <a:spcPts val="0"/>
              </a:spcAft>
              <a:buNone/>
            </a:pPr>
            <a:r>
              <a:rPr lang="en" sz="2200" b="1"/>
              <a:t>Fotos:</a:t>
            </a:r>
            <a:endParaRPr sz="1800" b="1"/>
          </a:p>
          <a:p>
            <a:pPr marL="457200" lvl="0" indent="-317500" algn="l" rtl="0">
              <a:lnSpc>
                <a:spcPct val="115000"/>
              </a:lnSpc>
              <a:spcBef>
                <a:spcPts val="0"/>
              </a:spcBef>
              <a:spcAft>
                <a:spcPts val="0"/>
              </a:spcAft>
              <a:buSzPts val="1400"/>
              <a:buFont typeface="Metrophobic"/>
              <a:buChar char="●"/>
            </a:pPr>
            <a:r>
              <a:rPr lang="en" u="sng">
                <a:hlinkClick r:id="rId3"/>
              </a:rPr>
              <a:t>Rpa concept with blurry hand touching screen</a:t>
            </a:r>
            <a:endParaRPr/>
          </a:p>
          <a:p>
            <a:pPr marL="457200" lvl="0" indent="-317500" algn="l" rtl="0">
              <a:lnSpc>
                <a:spcPct val="115000"/>
              </a:lnSpc>
              <a:spcBef>
                <a:spcPts val="0"/>
              </a:spcBef>
              <a:spcAft>
                <a:spcPts val="0"/>
              </a:spcAft>
              <a:buSzPts val="1400"/>
              <a:buFont typeface="Metrophobic"/>
              <a:buChar char="●"/>
            </a:pPr>
            <a:r>
              <a:rPr lang="en" u="sng">
                <a:hlinkClick r:id="rId4"/>
              </a:rPr>
              <a:t>Blue fiber lights with defocused spots</a:t>
            </a:r>
            <a:endParaRPr/>
          </a:p>
          <a:p>
            <a:pPr marL="457200" lvl="0" indent="-317500" algn="l" rtl="0">
              <a:lnSpc>
                <a:spcPct val="115000"/>
              </a:lnSpc>
              <a:spcBef>
                <a:spcPts val="0"/>
              </a:spcBef>
              <a:spcAft>
                <a:spcPts val="0"/>
              </a:spcAft>
              <a:buSzPts val="1400"/>
              <a:buFont typeface="Metrophobic"/>
              <a:buChar char="●"/>
            </a:pPr>
            <a:r>
              <a:rPr lang="en" u="sng">
                <a:hlinkClick r:id="rId5"/>
              </a:rPr>
              <a:t>Medium shot woman talking on phone</a:t>
            </a:r>
            <a:endParaRPr/>
          </a:p>
          <a:p>
            <a:pPr marL="457200" lvl="0" indent="-317500" algn="l" rtl="0">
              <a:lnSpc>
                <a:spcPct val="115000"/>
              </a:lnSpc>
              <a:spcBef>
                <a:spcPts val="0"/>
              </a:spcBef>
              <a:spcAft>
                <a:spcPts val="0"/>
              </a:spcAft>
              <a:buSzPts val="1400"/>
              <a:buFont typeface="Metrophobic"/>
              <a:buChar char="●"/>
            </a:pPr>
            <a:r>
              <a:rPr lang="en" u="sng">
                <a:hlinkClick r:id="rId6"/>
              </a:rPr>
              <a:t>Handsome asian man with headphones</a:t>
            </a:r>
            <a:endParaRPr b="1"/>
          </a:p>
          <a:p>
            <a:pPr marL="0" lvl="0" indent="0" algn="l" rtl="0">
              <a:lnSpc>
                <a:spcPct val="115000"/>
              </a:lnSpc>
              <a:spcBef>
                <a:spcPts val="1000"/>
              </a:spcBef>
              <a:spcAft>
                <a:spcPts val="0"/>
              </a:spcAft>
              <a:buNone/>
            </a:pPr>
            <a:r>
              <a:rPr lang="en" sz="2200" b="1"/>
              <a:t>Vectores:</a:t>
            </a:r>
            <a:endParaRPr sz="2200" b="1"/>
          </a:p>
          <a:p>
            <a:pPr marL="457200" lvl="0" indent="-317500" algn="l" rtl="0">
              <a:lnSpc>
                <a:spcPct val="115000"/>
              </a:lnSpc>
              <a:spcBef>
                <a:spcPts val="0"/>
              </a:spcBef>
              <a:spcAft>
                <a:spcPts val="0"/>
              </a:spcAft>
              <a:buSzPts val="1400"/>
              <a:buFont typeface="Metrophobic"/>
              <a:buChar char="●"/>
            </a:pPr>
            <a:r>
              <a:rPr lang="en" u="sng">
                <a:hlinkClick r:id="rId7"/>
              </a:rPr>
              <a:t>Minimalist technology background</a:t>
            </a:r>
            <a:endParaRPr sz="2000" b="1"/>
          </a:p>
          <a:p>
            <a:pPr marL="0" lvl="0" indent="0" algn="l" rtl="0">
              <a:lnSpc>
                <a:spcPct val="115000"/>
              </a:lnSpc>
              <a:spcBef>
                <a:spcPts val="1000"/>
              </a:spcBef>
              <a:spcAft>
                <a:spcPts val="0"/>
              </a:spcAft>
              <a:buNone/>
            </a:pPr>
            <a:r>
              <a:rPr lang="en" sz="2200" b="1"/>
              <a:t>Iconos:</a:t>
            </a:r>
            <a:endParaRPr/>
          </a:p>
          <a:p>
            <a:pPr marL="457200" lvl="0" indent="-317500" algn="l" rtl="0">
              <a:lnSpc>
                <a:spcPct val="115000"/>
              </a:lnSpc>
              <a:spcBef>
                <a:spcPts val="0"/>
              </a:spcBef>
              <a:spcAft>
                <a:spcPts val="1000"/>
              </a:spcAft>
              <a:buSzPts val="1400"/>
              <a:buFont typeface="Metrophobic"/>
              <a:buChar char="●"/>
            </a:pPr>
            <a:r>
              <a:rPr lang="en" u="sng">
                <a:hlinkClick r:id="rId8"/>
              </a:rPr>
              <a:t>Icon Pack: Communication | Filled</a:t>
            </a:r>
            <a:endParaRPr sz="2000" b="1"/>
          </a:p>
        </p:txBody>
      </p:sp>
      <p:sp>
        <p:nvSpPr>
          <p:cNvPr id="3782" name="Google Shape;3782;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Recursos</a:t>
            </a:r>
            <a:endParaRPr/>
          </a:p>
        </p:txBody>
      </p:sp>
      <p:grpSp>
        <p:nvGrpSpPr>
          <p:cNvPr id="3783" name="Google Shape;3783;p72"/>
          <p:cNvGrpSpPr/>
          <p:nvPr/>
        </p:nvGrpSpPr>
        <p:grpSpPr>
          <a:xfrm>
            <a:off x="8574613" y="2882249"/>
            <a:ext cx="226737" cy="225708"/>
            <a:chOff x="5084013" y="1042063"/>
            <a:chExt cx="341625" cy="340075"/>
          </a:xfrm>
        </p:grpSpPr>
        <p:sp>
          <p:nvSpPr>
            <p:cNvPr id="3784" name="Google Shape;3784;p72"/>
            <p:cNvSpPr/>
            <p:nvPr/>
          </p:nvSpPr>
          <p:spPr>
            <a:xfrm>
              <a:off x="5357288" y="1143813"/>
              <a:ext cx="68350" cy="66375"/>
            </a:xfrm>
            <a:custGeom>
              <a:avLst/>
              <a:gdLst/>
              <a:ahLst/>
              <a:cxnLst/>
              <a:rect l="l" t="t" r="r" b="b"/>
              <a:pathLst>
                <a:path w="2734" h="2655" extrusionOk="0">
                  <a:moveTo>
                    <a:pt x="1194" y="1"/>
                  </a:moveTo>
                  <a:cubicBezTo>
                    <a:pt x="1019" y="1"/>
                    <a:pt x="847" y="55"/>
                    <a:pt x="707" y="167"/>
                  </a:cubicBezTo>
                  <a:cubicBezTo>
                    <a:pt x="646" y="198"/>
                    <a:pt x="707" y="167"/>
                    <a:pt x="1" y="874"/>
                  </a:cubicBezTo>
                  <a:lnTo>
                    <a:pt x="1782" y="2655"/>
                  </a:lnTo>
                  <a:lnTo>
                    <a:pt x="2426" y="2010"/>
                  </a:lnTo>
                  <a:cubicBezTo>
                    <a:pt x="2734" y="1703"/>
                    <a:pt x="2734" y="1211"/>
                    <a:pt x="2426" y="904"/>
                  </a:cubicBezTo>
                  <a:lnTo>
                    <a:pt x="1782" y="229"/>
                  </a:lnTo>
                  <a:cubicBezTo>
                    <a:pt x="1615" y="78"/>
                    <a:pt x="1402" y="1"/>
                    <a:pt x="1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5234913" y="1179463"/>
              <a:ext cx="153100" cy="149700"/>
            </a:xfrm>
            <a:custGeom>
              <a:avLst/>
              <a:gdLst/>
              <a:ahLst/>
              <a:cxnLst/>
              <a:rect l="l" t="t" r="r" b="b"/>
              <a:pathLst>
                <a:path w="6124" h="5988" extrusionOk="0">
                  <a:moveTo>
                    <a:pt x="4343" y="0"/>
                  </a:moveTo>
                  <a:cubicBezTo>
                    <a:pt x="1027" y="3317"/>
                    <a:pt x="1272" y="3071"/>
                    <a:pt x="1242" y="3163"/>
                  </a:cubicBezTo>
                  <a:lnTo>
                    <a:pt x="1242" y="3132"/>
                  </a:lnTo>
                  <a:lnTo>
                    <a:pt x="198" y="5405"/>
                  </a:lnTo>
                  <a:cubicBezTo>
                    <a:pt x="0" y="5676"/>
                    <a:pt x="219" y="5987"/>
                    <a:pt x="504" y="5987"/>
                  </a:cubicBezTo>
                  <a:cubicBezTo>
                    <a:pt x="574" y="5987"/>
                    <a:pt x="647" y="5969"/>
                    <a:pt x="720" y="5927"/>
                  </a:cubicBezTo>
                  <a:lnTo>
                    <a:pt x="2961" y="4883"/>
                  </a:lnTo>
                  <a:cubicBezTo>
                    <a:pt x="3053" y="4821"/>
                    <a:pt x="2777" y="5067"/>
                    <a:pt x="6124" y="1812"/>
                  </a:cubicBezTo>
                  <a:lnTo>
                    <a:pt x="43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5084013" y="1042063"/>
              <a:ext cx="254125" cy="340075"/>
            </a:xfrm>
            <a:custGeom>
              <a:avLst/>
              <a:gdLst/>
              <a:ahLst/>
              <a:cxnLst/>
              <a:rect l="l" t="t" r="r" b="b"/>
              <a:pathLst>
                <a:path w="10165" h="13603" extrusionOk="0">
                  <a:moveTo>
                    <a:pt x="8076" y="2579"/>
                  </a:moveTo>
                  <a:cubicBezTo>
                    <a:pt x="8598" y="2579"/>
                    <a:pt x="8598" y="3378"/>
                    <a:pt x="8076" y="3378"/>
                  </a:cubicBezTo>
                  <a:lnTo>
                    <a:pt x="2119" y="3378"/>
                  </a:lnTo>
                  <a:cubicBezTo>
                    <a:pt x="1597" y="3378"/>
                    <a:pt x="1597" y="2579"/>
                    <a:pt x="2119" y="2579"/>
                  </a:cubicBezTo>
                  <a:close/>
                  <a:moveTo>
                    <a:pt x="6786" y="4698"/>
                  </a:moveTo>
                  <a:cubicBezTo>
                    <a:pt x="7339" y="4698"/>
                    <a:pt x="7339" y="5496"/>
                    <a:pt x="6786" y="5496"/>
                  </a:cubicBezTo>
                  <a:lnTo>
                    <a:pt x="2119" y="5496"/>
                  </a:lnTo>
                  <a:cubicBezTo>
                    <a:pt x="1597" y="5496"/>
                    <a:pt x="1597" y="4698"/>
                    <a:pt x="2119" y="4698"/>
                  </a:cubicBezTo>
                  <a:close/>
                  <a:moveTo>
                    <a:pt x="5527" y="6847"/>
                  </a:moveTo>
                  <a:cubicBezTo>
                    <a:pt x="6049" y="6847"/>
                    <a:pt x="6049" y="7646"/>
                    <a:pt x="5527" y="7646"/>
                  </a:cubicBezTo>
                  <a:lnTo>
                    <a:pt x="2119" y="7646"/>
                  </a:lnTo>
                  <a:cubicBezTo>
                    <a:pt x="1904" y="7646"/>
                    <a:pt x="1720" y="7462"/>
                    <a:pt x="1720" y="7216"/>
                  </a:cubicBezTo>
                  <a:lnTo>
                    <a:pt x="1751" y="7216"/>
                  </a:lnTo>
                  <a:cubicBezTo>
                    <a:pt x="1751" y="7001"/>
                    <a:pt x="1904" y="6847"/>
                    <a:pt x="2119" y="6847"/>
                  </a:cubicBezTo>
                  <a:close/>
                  <a:moveTo>
                    <a:pt x="1198" y="0"/>
                  </a:moveTo>
                  <a:cubicBezTo>
                    <a:pt x="522" y="0"/>
                    <a:pt x="0" y="522"/>
                    <a:pt x="0" y="1198"/>
                  </a:cubicBezTo>
                  <a:lnTo>
                    <a:pt x="0" y="12405"/>
                  </a:lnTo>
                  <a:cubicBezTo>
                    <a:pt x="0" y="13050"/>
                    <a:pt x="522" y="13603"/>
                    <a:pt x="1198" y="13603"/>
                  </a:cubicBezTo>
                  <a:lnTo>
                    <a:pt x="8967" y="13603"/>
                  </a:lnTo>
                  <a:cubicBezTo>
                    <a:pt x="9642" y="13603"/>
                    <a:pt x="10164" y="13050"/>
                    <a:pt x="10164" y="12405"/>
                  </a:cubicBezTo>
                  <a:lnTo>
                    <a:pt x="10164" y="10379"/>
                  </a:lnTo>
                  <a:lnTo>
                    <a:pt x="9673" y="10870"/>
                  </a:lnTo>
                  <a:cubicBezTo>
                    <a:pt x="9581" y="10962"/>
                    <a:pt x="9458" y="11023"/>
                    <a:pt x="9335" y="11085"/>
                  </a:cubicBezTo>
                  <a:lnTo>
                    <a:pt x="7093" y="12160"/>
                  </a:lnTo>
                  <a:cubicBezTo>
                    <a:pt x="6924" y="12237"/>
                    <a:pt x="6753" y="12272"/>
                    <a:pt x="6587" y="12272"/>
                  </a:cubicBezTo>
                  <a:cubicBezTo>
                    <a:pt x="5764" y="12272"/>
                    <a:pt x="5088" y="11407"/>
                    <a:pt x="5497" y="10563"/>
                  </a:cubicBezTo>
                  <a:lnTo>
                    <a:pt x="6541" y="8291"/>
                  </a:lnTo>
                  <a:cubicBezTo>
                    <a:pt x="6602" y="8168"/>
                    <a:pt x="6694" y="8076"/>
                    <a:pt x="6786" y="7953"/>
                  </a:cubicBezTo>
                  <a:lnTo>
                    <a:pt x="10164" y="4575"/>
                  </a:lnTo>
                  <a:lnTo>
                    <a:pt x="10164" y="1198"/>
                  </a:lnTo>
                  <a:cubicBezTo>
                    <a:pt x="10164" y="522"/>
                    <a:pt x="9642" y="0"/>
                    <a:pt x="89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790"/>
        <p:cNvGrpSpPr/>
        <p:nvPr/>
      </p:nvGrpSpPr>
      <p:grpSpPr>
        <a:xfrm>
          <a:off x="0" y="0"/>
          <a:ext cx="0" cy="0"/>
          <a:chOff x="0" y="0"/>
          <a:chExt cx="0" cy="0"/>
        </a:xfrm>
      </p:grpSpPr>
      <p:sp>
        <p:nvSpPr>
          <p:cNvPr id="3791" name="Google Shape;3791;p7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3792" name="Google Shape;3792;p73"/>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796"/>
        <p:cNvGrpSpPr/>
        <p:nvPr/>
      </p:nvGrpSpPr>
      <p:grpSpPr>
        <a:xfrm>
          <a:off x="0" y="0"/>
          <a:ext cx="0" cy="0"/>
          <a:chOff x="0" y="0"/>
          <a:chExt cx="0" cy="0"/>
        </a:xfrm>
      </p:grpSpPr>
      <p:sp>
        <p:nvSpPr>
          <p:cNvPr id="3797" name="Google Shape;3797;p74"/>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3798" name="Google Shape;3798;p7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02"/>
        <p:cNvGrpSpPr/>
        <p:nvPr/>
      </p:nvGrpSpPr>
      <p:grpSpPr>
        <a:xfrm>
          <a:off x="0" y="0"/>
          <a:ext cx="0" cy="0"/>
          <a:chOff x="0" y="0"/>
          <a:chExt cx="0" cy="0"/>
        </a:xfrm>
      </p:grpSpPr>
      <p:sp>
        <p:nvSpPr>
          <p:cNvPr id="3803" name="Google Shape;3803;p75"/>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IBM Plex Mono</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https://fonts.google.com/specimen/IBM+Plex+Mono</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Metrophobic</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https://fonts.google.com/specimen/Metrophobic</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3804" name="Google Shape;3804;p75"/>
          <p:cNvSpPr/>
          <p:nvPr/>
        </p:nvSpPr>
        <p:spPr>
          <a:xfrm>
            <a:off x="2583563" y="2947175"/>
            <a:ext cx="791400" cy="754200"/>
          </a:xfrm>
          <a:prstGeom prst="roundRect">
            <a:avLst>
              <a:gd name="adj" fmla="val 16667"/>
            </a:avLst>
          </a:prstGeom>
          <a:solidFill>
            <a:srgbClr val="43434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5"/>
          <p:cNvSpPr/>
          <p:nvPr/>
        </p:nvSpPr>
        <p:spPr>
          <a:xfrm>
            <a:off x="3645382" y="2947175"/>
            <a:ext cx="791400" cy="754200"/>
          </a:xfrm>
          <a:prstGeom prst="roundRect">
            <a:avLst>
              <a:gd name="adj" fmla="val 16667"/>
            </a:avLst>
          </a:prstGeom>
          <a:solidFill>
            <a:srgbClr val="EFEF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5"/>
          <p:cNvSpPr/>
          <p:nvPr/>
        </p:nvSpPr>
        <p:spPr>
          <a:xfrm>
            <a:off x="4707202" y="2947175"/>
            <a:ext cx="791400" cy="754200"/>
          </a:xfrm>
          <a:prstGeom prst="roundRect">
            <a:avLst>
              <a:gd name="adj" fmla="val 16667"/>
            </a:avLst>
          </a:prstGeom>
          <a:solidFill>
            <a:srgbClr val="B9C5C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5"/>
          <p:cNvSpPr txBox="1"/>
          <p:nvPr/>
        </p:nvSpPr>
        <p:spPr>
          <a:xfrm>
            <a:off x="2583563"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#434343</a:t>
            </a:r>
            <a:endParaRPr sz="1000">
              <a:solidFill>
                <a:srgbClr val="FFFFFF"/>
              </a:solidFill>
            </a:endParaRPr>
          </a:p>
        </p:txBody>
      </p:sp>
      <p:sp>
        <p:nvSpPr>
          <p:cNvPr id="3808" name="Google Shape;3808;p75"/>
          <p:cNvSpPr txBox="1"/>
          <p:nvPr/>
        </p:nvSpPr>
        <p:spPr>
          <a:xfrm>
            <a:off x="3645388"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#efefef</a:t>
            </a:r>
            <a:endParaRPr sz="1000"/>
          </a:p>
        </p:txBody>
      </p:sp>
      <p:sp>
        <p:nvSpPr>
          <p:cNvPr id="3809" name="Google Shape;3809;p75"/>
          <p:cNvSpPr txBox="1"/>
          <p:nvPr/>
        </p:nvSpPr>
        <p:spPr>
          <a:xfrm>
            <a:off x="4707213"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#b9c5c3</a:t>
            </a:r>
            <a:endParaRPr sz="1000"/>
          </a:p>
        </p:txBody>
      </p:sp>
      <p:sp>
        <p:nvSpPr>
          <p:cNvPr id="3810" name="Google Shape;3810;p75"/>
          <p:cNvSpPr/>
          <p:nvPr/>
        </p:nvSpPr>
        <p:spPr>
          <a:xfrm>
            <a:off x="5769038" y="2947175"/>
            <a:ext cx="791400" cy="754200"/>
          </a:xfrm>
          <a:prstGeom prst="roundRect">
            <a:avLst>
              <a:gd name="adj" fmla="val 16667"/>
            </a:avLst>
          </a:prstGeom>
          <a:solidFill>
            <a:srgbClr val="ABC6B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5"/>
          <p:cNvSpPr txBox="1"/>
          <p:nvPr/>
        </p:nvSpPr>
        <p:spPr>
          <a:xfrm>
            <a:off x="5769038"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#abc6b7</a:t>
            </a:r>
            <a:endParaRPr sz="1000"/>
          </a:p>
        </p:txBody>
      </p:sp>
      <p:sp>
        <p:nvSpPr>
          <p:cNvPr id="3812" name="Google Shape;3812;p75"/>
          <p:cNvSpPr/>
          <p:nvPr/>
        </p:nvSpPr>
        <p:spPr>
          <a:xfrm>
            <a:off x="2583563" y="3878275"/>
            <a:ext cx="791400" cy="754200"/>
          </a:xfrm>
          <a:prstGeom prst="roundRect">
            <a:avLst>
              <a:gd name="adj" fmla="val 16667"/>
            </a:avLst>
          </a:prstGeom>
          <a:solidFill>
            <a:srgbClr val="7187B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5"/>
          <p:cNvSpPr/>
          <p:nvPr/>
        </p:nvSpPr>
        <p:spPr>
          <a:xfrm>
            <a:off x="3645382" y="3878275"/>
            <a:ext cx="791400" cy="754200"/>
          </a:xfrm>
          <a:prstGeom prst="roundRect">
            <a:avLst>
              <a:gd name="adj" fmla="val 16667"/>
            </a:avLst>
          </a:prstGeom>
          <a:solidFill>
            <a:srgbClr val="32599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5"/>
          <p:cNvSpPr/>
          <p:nvPr/>
        </p:nvSpPr>
        <p:spPr>
          <a:xfrm>
            <a:off x="4707202" y="3878275"/>
            <a:ext cx="791400" cy="754200"/>
          </a:xfrm>
          <a:prstGeom prst="roundRect">
            <a:avLst>
              <a:gd name="adj" fmla="val 16667"/>
            </a:avLst>
          </a:prstGeom>
          <a:solidFill>
            <a:srgbClr val="D634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5"/>
          <p:cNvSpPr txBox="1"/>
          <p:nvPr/>
        </p:nvSpPr>
        <p:spPr>
          <a:xfrm>
            <a:off x="258356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#7187b8</a:t>
            </a:r>
            <a:endParaRPr sz="1000">
              <a:solidFill>
                <a:srgbClr val="FFFFFF"/>
              </a:solidFill>
            </a:endParaRPr>
          </a:p>
        </p:txBody>
      </p:sp>
      <p:sp>
        <p:nvSpPr>
          <p:cNvPr id="3816" name="Google Shape;3816;p75"/>
          <p:cNvSpPr txBox="1"/>
          <p:nvPr/>
        </p:nvSpPr>
        <p:spPr>
          <a:xfrm>
            <a:off x="364538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#325995</a:t>
            </a:r>
            <a:endParaRPr sz="1000">
              <a:solidFill>
                <a:srgbClr val="FFFFFF"/>
              </a:solidFill>
            </a:endParaRPr>
          </a:p>
        </p:txBody>
      </p:sp>
      <p:sp>
        <p:nvSpPr>
          <p:cNvPr id="3817" name="Google Shape;3817;p75"/>
          <p:cNvSpPr txBox="1"/>
          <p:nvPr/>
        </p:nvSpPr>
        <p:spPr>
          <a:xfrm>
            <a:off x="470721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#d63427</a:t>
            </a:r>
            <a:endParaRPr sz="1000">
              <a:solidFill>
                <a:srgbClr val="FFFFFF"/>
              </a:solidFill>
            </a:endParaRPr>
          </a:p>
        </p:txBody>
      </p:sp>
      <p:sp>
        <p:nvSpPr>
          <p:cNvPr id="3818" name="Google Shape;3818;p75"/>
          <p:cNvSpPr/>
          <p:nvPr/>
        </p:nvSpPr>
        <p:spPr>
          <a:xfrm>
            <a:off x="5769038" y="3878275"/>
            <a:ext cx="791400" cy="754200"/>
          </a:xfrm>
          <a:prstGeom prst="roundRect">
            <a:avLst>
              <a:gd name="adj" fmla="val 16667"/>
            </a:avLst>
          </a:prstGeom>
          <a:solidFill>
            <a:srgbClr val="EB979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5"/>
          <p:cNvSpPr txBox="1"/>
          <p:nvPr/>
        </p:nvSpPr>
        <p:spPr>
          <a:xfrm>
            <a:off x="576903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#eb9796</a:t>
            </a:r>
            <a:endParaRPr sz="1000"/>
          </a:p>
        </p:txBody>
      </p:sp>
      <p:sp>
        <p:nvSpPr>
          <p:cNvPr id="3820" name="Google Shape;3820;p7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24"/>
        <p:cNvGrpSpPr/>
        <p:nvPr/>
      </p:nvGrpSpPr>
      <p:grpSpPr>
        <a:xfrm>
          <a:off x="0" y="0"/>
          <a:ext cx="0" cy="0"/>
          <a:chOff x="0" y="0"/>
          <a:chExt cx="0" cy="0"/>
        </a:xfrm>
      </p:grpSpPr>
      <p:sp>
        <p:nvSpPr>
          <p:cNvPr id="3825" name="Google Shape;3825;p76"/>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3826" name="Google Shape;3826;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3827" name="Google Shape;3827;p76"/>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3828" name="Google Shape;3828;p7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3829" name="Google Shape;3829;p7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3830" name="Google Shape;3830;p7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3831" name="Google Shape;3831;p7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3832" name="Google Shape;3832;p7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3833" name="Google Shape;3833;p76"/>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3834" name="Google Shape;3834;p76"/>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3835" name="Google Shape;3835;p7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3836" name="Google Shape;3836;p7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40"/>
        <p:cNvGrpSpPr/>
        <p:nvPr/>
      </p:nvGrpSpPr>
      <p:grpSpPr>
        <a:xfrm>
          <a:off x="0" y="0"/>
          <a:ext cx="0" cy="0"/>
          <a:chOff x="0" y="0"/>
          <a:chExt cx="0" cy="0"/>
        </a:xfrm>
      </p:grpSpPr>
      <p:grpSp>
        <p:nvGrpSpPr>
          <p:cNvPr id="3841" name="Google Shape;3841;p77"/>
          <p:cNvGrpSpPr/>
          <p:nvPr/>
        </p:nvGrpSpPr>
        <p:grpSpPr>
          <a:xfrm>
            <a:off x="5048544" y="3019584"/>
            <a:ext cx="442841" cy="514271"/>
            <a:chOff x="4727025" y="1332775"/>
            <a:chExt cx="59900" cy="69625"/>
          </a:xfrm>
        </p:grpSpPr>
        <p:sp>
          <p:nvSpPr>
            <p:cNvPr id="3842" name="Google Shape;3842;p7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4" name="Google Shape;3844;p77"/>
          <p:cNvGrpSpPr/>
          <p:nvPr/>
        </p:nvGrpSpPr>
        <p:grpSpPr>
          <a:xfrm>
            <a:off x="5723860" y="2267072"/>
            <a:ext cx="500909" cy="500899"/>
            <a:chOff x="4820425" y="1329900"/>
            <a:chExt cx="70175" cy="70350"/>
          </a:xfrm>
        </p:grpSpPr>
        <p:sp>
          <p:nvSpPr>
            <p:cNvPr id="3845" name="Google Shape;3845;p7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9" name="Google Shape;3849;p77"/>
          <p:cNvGrpSpPr/>
          <p:nvPr/>
        </p:nvGrpSpPr>
        <p:grpSpPr>
          <a:xfrm>
            <a:off x="6376484" y="2278862"/>
            <a:ext cx="538135" cy="493119"/>
            <a:chOff x="4903200" y="1331525"/>
            <a:chExt cx="73575" cy="67425"/>
          </a:xfrm>
        </p:grpSpPr>
        <p:sp>
          <p:nvSpPr>
            <p:cNvPr id="3850" name="Google Shape;3850;p7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851" name="Google Shape;3851;p7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2" name="Google Shape;3852;p77"/>
          <p:cNvGrpSpPr/>
          <p:nvPr/>
        </p:nvGrpSpPr>
        <p:grpSpPr>
          <a:xfrm>
            <a:off x="5636435" y="3020840"/>
            <a:ext cx="544563" cy="511895"/>
            <a:chOff x="4815575" y="1416800"/>
            <a:chExt cx="73750" cy="71400"/>
          </a:xfrm>
        </p:grpSpPr>
        <p:sp>
          <p:nvSpPr>
            <p:cNvPr id="3853" name="Google Shape;3853;p7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6" name="Google Shape;3856;p77"/>
          <p:cNvGrpSpPr/>
          <p:nvPr/>
        </p:nvGrpSpPr>
        <p:grpSpPr>
          <a:xfrm>
            <a:off x="6333060" y="3020546"/>
            <a:ext cx="602914" cy="512477"/>
            <a:chOff x="4902475" y="1418875"/>
            <a:chExt cx="74500" cy="63775"/>
          </a:xfrm>
        </p:grpSpPr>
        <p:sp>
          <p:nvSpPr>
            <p:cNvPr id="3857" name="Google Shape;3857;p7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7"/>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9" name="Google Shape;3859;p77"/>
          <p:cNvGrpSpPr/>
          <p:nvPr/>
        </p:nvGrpSpPr>
        <p:grpSpPr>
          <a:xfrm>
            <a:off x="5748932" y="3759785"/>
            <a:ext cx="515391" cy="525699"/>
            <a:chOff x="4818100" y="1507675"/>
            <a:chExt cx="71225" cy="71625"/>
          </a:xfrm>
        </p:grpSpPr>
        <p:sp>
          <p:nvSpPr>
            <p:cNvPr id="3860" name="Google Shape;3860;p7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4" name="Google Shape;3864;p77"/>
          <p:cNvGrpSpPr/>
          <p:nvPr/>
        </p:nvGrpSpPr>
        <p:grpSpPr>
          <a:xfrm>
            <a:off x="5087034" y="3781317"/>
            <a:ext cx="522956" cy="489869"/>
            <a:chOff x="4721450" y="1509475"/>
            <a:chExt cx="79350" cy="74325"/>
          </a:xfrm>
        </p:grpSpPr>
        <p:sp>
          <p:nvSpPr>
            <p:cNvPr id="3865" name="Google Shape;3865;p7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9" name="Google Shape;3869;p77"/>
          <p:cNvGrpSpPr/>
          <p:nvPr/>
        </p:nvGrpSpPr>
        <p:grpSpPr>
          <a:xfrm>
            <a:off x="6410277" y="3761069"/>
            <a:ext cx="525704" cy="535436"/>
            <a:chOff x="4906800" y="1507500"/>
            <a:chExt cx="70350" cy="71075"/>
          </a:xfrm>
        </p:grpSpPr>
        <p:sp>
          <p:nvSpPr>
            <p:cNvPr id="3870" name="Google Shape;3870;p7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5" name="Google Shape;3875;p77"/>
          <p:cNvGrpSpPr/>
          <p:nvPr/>
        </p:nvGrpSpPr>
        <p:grpSpPr>
          <a:xfrm>
            <a:off x="4443099" y="2267050"/>
            <a:ext cx="508054" cy="508095"/>
            <a:chOff x="3736598" y="2170606"/>
            <a:chExt cx="404889" cy="404889"/>
          </a:xfrm>
        </p:grpSpPr>
        <p:sp>
          <p:nvSpPr>
            <p:cNvPr id="3876" name="Google Shape;3876;p7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77"/>
          <p:cNvGrpSpPr/>
          <p:nvPr/>
        </p:nvGrpSpPr>
        <p:grpSpPr>
          <a:xfrm>
            <a:off x="3731139" y="2267145"/>
            <a:ext cx="575790" cy="507904"/>
            <a:chOff x="3161917" y="2170682"/>
            <a:chExt cx="458870" cy="404737"/>
          </a:xfrm>
        </p:grpSpPr>
        <p:sp>
          <p:nvSpPr>
            <p:cNvPr id="3881" name="Google Shape;3881;p7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882" name="Google Shape;3882;p7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4" name="Google Shape;3884;p77"/>
          <p:cNvGrpSpPr/>
          <p:nvPr/>
        </p:nvGrpSpPr>
        <p:grpSpPr>
          <a:xfrm>
            <a:off x="3758669" y="3027517"/>
            <a:ext cx="520730" cy="498567"/>
            <a:chOff x="3179914" y="2889488"/>
            <a:chExt cx="422876" cy="404911"/>
          </a:xfrm>
        </p:grpSpPr>
        <p:sp>
          <p:nvSpPr>
            <p:cNvPr id="3885" name="Google Shape;3885;p7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1" name="Google Shape;3891;p77"/>
          <p:cNvGrpSpPr/>
          <p:nvPr/>
        </p:nvGrpSpPr>
        <p:grpSpPr>
          <a:xfrm>
            <a:off x="4387349" y="3027477"/>
            <a:ext cx="516145" cy="498648"/>
            <a:chOff x="3729467" y="2889422"/>
            <a:chExt cx="419153" cy="404977"/>
          </a:xfrm>
        </p:grpSpPr>
        <p:sp>
          <p:nvSpPr>
            <p:cNvPr id="3892" name="Google Shape;3892;p7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9" name="Google Shape;3899;p77"/>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7"/>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7"/>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7"/>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3" name="Google Shape;3903;p77"/>
          <p:cNvGrpSpPr/>
          <p:nvPr/>
        </p:nvGrpSpPr>
        <p:grpSpPr>
          <a:xfrm>
            <a:off x="7107677" y="2474362"/>
            <a:ext cx="166473" cy="141497"/>
            <a:chOff x="4660325" y="1866850"/>
            <a:chExt cx="68350" cy="58100"/>
          </a:xfrm>
        </p:grpSpPr>
        <p:sp>
          <p:nvSpPr>
            <p:cNvPr id="3904" name="Google Shape;3904;p7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6" name="Google Shape;3906;p77"/>
          <p:cNvGrpSpPr/>
          <p:nvPr/>
        </p:nvGrpSpPr>
        <p:grpSpPr>
          <a:xfrm>
            <a:off x="7417022" y="2500086"/>
            <a:ext cx="162515" cy="90049"/>
            <a:chOff x="4791775" y="1877500"/>
            <a:chExt cx="66725" cy="36975"/>
          </a:xfrm>
        </p:grpSpPr>
        <p:sp>
          <p:nvSpPr>
            <p:cNvPr id="3907" name="Google Shape;3907;p7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9" name="Google Shape;3909;p77"/>
          <p:cNvGrpSpPr/>
          <p:nvPr/>
        </p:nvGrpSpPr>
        <p:grpSpPr>
          <a:xfrm>
            <a:off x="7738734" y="2500086"/>
            <a:ext cx="144979" cy="90049"/>
            <a:chOff x="4923925" y="1877500"/>
            <a:chExt cx="59525" cy="36975"/>
          </a:xfrm>
        </p:grpSpPr>
        <p:sp>
          <p:nvSpPr>
            <p:cNvPr id="3910" name="Google Shape;3910;p7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2" name="Google Shape;3912;p77"/>
          <p:cNvGrpSpPr/>
          <p:nvPr/>
        </p:nvGrpSpPr>
        <p:grpSpPr>
          <a:xfrm>
            <a:off x="8033226" y="2482277"/>
            <a:ext cx="141447" cy="125667"/>
            <a:chOff x="5058450" y="1870100"/>
            <a:chExt cx="58075" cy="51600"/>
          </a:xfrm>
        </p:grpSpPr>
        <p:sp>
          <p:nvSpPr>
            <p:cNvPr id="3913" name="Google Shape;3913;p7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5" name="Google Shape;3915;p77"/>
          <p:cNvGrpSpPr/>
          <p:nvPr/>
        </p:nvGrpSpPr>
        <p:grpSpPr>
          <a:xfrm>
            <a:off x="7447741" y="2904685"/>
            <a:ext cx="101077" cy="107645"/>
            <a:chOff x="4811425" y="2065025"/>
            <a:chExt cx="41500" cy="44200"/>
          </a:xfrm>
        </p:grpSpPr>
        <p:sp>
          <p:nvSpPr>
            <p:cNvPr id="3916" name="Google Shape;3916;p7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8" name="Google Shape;3918;p77"/>
          <p:cNvGrpSpPr/>
          <p:nvPr/>
        </p:nvGrpSpPr>
        <p:grpSpPr>
          <a:xfrm>
            <a:off x="7740178" y="2904898"/>
            <a:ext cx="120867" cy="107218"/>
            <a:chOff x="4929875" y="2065025"/>
            <a:chExt cx="49625" cy="44025"/>
          </a:xfrm>
        </p:grpSpPr>
        <p:sp>
          <p:nvSpPr>
            <p:cNvPr id="3919" name="Google Shape;3919;p7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1" name="Google Shape;3921;p77"/>
          <p:cNvGrpSpPr/>
          <p:nvPr/>
        </p:nvGrpSpPr>
        <p:grpSpPr>
          <a:xfrm>
            <a:off x="8068847" y="2907912"/>
            <a:ext cx="70206" cy="101191"/>
            <a:chOff x="5083925" y="2066350"/>
            <a:chExt cx="28825" cy="41550"/>
          </a:xfrm>
        </p:grpSpPr>
        <p:sp>
          <p:nvSpPr>
            <p:cNvPr id="3922" name="Google Shape;3922;p7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4" name="Google Shape;3924;p77"/>
          <p:cNvGrpSpPr/>
          <p:nvPr/>
        </p:nvGrpSpPr>
        <p:grpSpPr>
          <a:xfrm>
            <a:off x="7100401" y="2923559"/>
            <a:ext cx="181026" cy="69896"/>
            <a:chOff x="4659775" y="2072775"/>
            <a:chExt cx="74325" cy="28700"/>
          </a:xfrm>
        </p:grpSpPr>
        <p:sp>
          <p:nvSpPr>
            <p:cNvPr id="3925" name="Google Shape;3925;p7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8" name="Google Shape;3928;p77"/>
          <p:cNvGrpSpPr/>
          <p:nvPr/>
        </p:nvGrpSpPr>
        <p:grpSpPr>
          <a:xfrm>
            <a:off x="8020257" y="2714124"/>
            <a:ext cx="167387" cy="89197"/>
            <a:chOff x="4662475" y="1976500"/>
            <a:chExt cx="68725" cy="36625"/>
          </a:xfrm>
        </p:grpSpPr>
        <p:sp>
          <p:nvSpPr>
            <p:cNvPr id="3929" name="Google Shape;3929;p7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2" name="Google Shape;3932;p77"/>
          <p:cNvGrpSpPr/>
          <p:nvPr/>
        </p:nvGrpSpPr>
        <p:grpSpPr>
          <a:xfrm>
            <a:off x="7717162" y="2717564"/>
            <a:ext cx="166899" cy="82317"/>
            <a:chOff x="4920150" y="1977875"/>
            <a:chExt cx="68525" cy="33800"/>
          </a:xfrm>
        </p:grpSpPr>
        <p:sp>
          <p:nvSpPr>
            <p:cNvPr id="3933" name="Google Shape;3933;p7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6" name="Google Shape;3936;p77"/>
          <p:cNvGrpSpPr/>
          <p:nvPr/>
        </p:nvGrpSpPr>
        <p:grpSpPr>
          <a:xfrm>
            <a:off x="7128319" y="3121482"/>
            <a:ext cx="125190" cy="127858"/>
            <a:chOff x="4676550" y="2160575"/>
            <a:chExt cx="51400" cy="52500"/>
          </a:xfrm>
        </p:grpSpPr>
        <p:sp>
          <p:nvSpPr>
            <p:cNvPr id="3937" name="Google Shape;3937;p7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0" name="Google Shape;3940;p77"/>
          <p:cNvGrpSpPr/>
          <p:nvPr/>
        </p:nvGrpSpPr>
        <p:grpSpPr>
          <a:xfrm>
            <a:off x="7425577" y="3128514"/>
            <a:ext cx="145405" cy="113794"/>
            <a:chOff x="4768325" y="2163475"/>
            <a:chExt cx="59700" cy="46725"/>
          </a:xfrm>
        </p:grpSpPr>
        <p:sp>
          <p:nvSpPr>
            <p:cNvPr id="3941" name="Google Shape;3941;p7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3" name="Google Shape;3943;p77"/>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7"/>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7"/>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7"/>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7"/>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7"/>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9" name="Google Shape;3949;p77"/>
          <p:cNvGrpSpPr/>
          <p:nvPr/>
        </p:nvGrpSpPr>
        <p:grpSpPr>
          <a:xfrm>
            <a:off x="7441895" y="3383608"/>
            <a:ext cx="112768" cy="106853"/>
            <a:chOff x="4768575" y="2253950"/>
            <a:chExt cx="46300" cy="43875"/>
          </a:xfrm>
        </p:grpSpPr>
        <p:sp>
          <p:nvSpPr>
            <p:cNvPr id="3950" name="Google Shape;3950;p7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2" name="Google Shape;3952;p77"/>
          <p:cNvGrpSpPr/>
          <p:nvPr/>
        </p:nvGrpSpPr>
        <p:grpSpPr>
          <a:xfrm>
            <a:off x="7741518" y="3872634"/>
            <a:ext cx="118187" cy="146246"/>
            <a:chOff x="4960900" y="2433225"/>
            <a:chExt cx="48525" cy="60050"/>
          </a:xfrm>
        </p:grpSpPr>
        <p:sp>
          <p:nvSpPr>
            <p:cNvPr id="3953" name="Google Shape;3953;p7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5" name="Google Shape;3955;p77"/>
          <p:cNvGrpSpPr/>
          <p:nvPr/>
        </p:nvGrpSpPr>
        <p:grpSpPr>
          <a:xfrm>
            <a:off x="7430083" y="4136695"/>
            <a:ext cx="136394" cy="143810"/>
            <a:chOff x="4854075" y="2527625"/>
            <a:chExt cx="56000" cy="59050"/>
          </a:xfrm>
        </p:grpSpPr>
        <p:sp>
          <p:nvSpPr>
            <p:cNvPr id="3956" name="Google Shape;3956;p7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8" name="Google Shape;3958;p77"/>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7"/>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7"/>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1" name="Google Shape;3961;p77"/>
          <p:cNvGrpSpPr/>
          <p:nvPr/>
        </p:nvGrpSpPr>
        <p:grpSpPr>
          <a:xfrm>
            <a:off x="8054294" y="3600439"/>
            <a:ext cx="99312" cy="160797"/>
            <a:chOff x="5059700" y="2334775"/>
            <a:chExt cx="40775" cy="66025"/>
          </a:xfrm>
        </p:grpSpPr>
        <p:sp>
          <p:nvSpPr>
            <p:cNvPr id="3962" name="Google Shape;3962;p7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1" name="Google Shape;3971;p77"/>
          <p:cNvGrpSpPr/>
          <p:nvPr/>
        </p:nvGrpSpPr>
        <p:grpSpPr>
          <a:xfrm>
            <a:off x="8011458" y="3865571"/>
            <a:ext cx="184984" cy="160371"/>
            <a:chOff x="5037700" y="2430325"/>
            <a:chExt cx="75950" cy="65850"/>
          </a:xfrm>
        </p:grpSpPr>
        <p:sp>
          <p:nvSpPr>
            <p:cNvPr id="3972" name="Google Shape;3972;p7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4" name="Google Shape;3974;p77"/>
          <p:cNvGrpSpPr/>
          <p:nvPr/>
        </p:nvGrpSpPr>
        <p:grpSpPr>
          <a:xfrm>
            <a:off x="7430964" y="3632023"/>
            <a:ext cx="173014" cy="97629"/>
            <a:chOff x="4756975" y="2341800"/>
            <a:chExt cx="91975" cy="51925"/>
          </a:xfrm>
        </p:grpSpPr>
        <p:sp>
          <p:nvSpPr>
            <p:cNvPr id="3975" name="Google Shape;3975;p7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5" name="Google Shape;3995;p77"/>
          <p:cNvGrpSpPr/>
          <p:nvPr/>
        </p:nvGrpSpPr>
        <p:grpSpPr>
          <a:xfrm>
            <a:off x="7697901" y="4120720"/>
            <a:ext cx="212497" cy="175761"/>
            <a:chOff x="4943575" y="2516350"/>
            <a:chExt cx="98675" cy="81700"/>
          </a:xfrm>
        </p:grpSpPr>
        <p:sp>
          <p:nvSpPr>
            <p:cNvPr id="3996" name="Google Shape;3996;p7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77"/>
          <p:cNvGrpSpPr/>
          <p:nvPr/>
        </p:nvGrpSpPr>
        <p:grpSpPr>
          <a:xfrm>
            <a:off x="1955962" y="3346963"/>
            <a:ext cx="965351" cy="134611"/>
            <a:chOff x="4411970" y="2962952"/>
            <a:chExt cx="706544" cy="104212"/>
          </a:xfrm>
        </p:grpSpPr>
        <p:sp>
          <p:nvSpPr>
            <p:cNvPr id="4075" name="Google Shape;4075;p7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9" name="Google Shape;4079;p77"/>
          <p:cNvGrpSpPr/>
          <p:nvPr/>
        </p:nvGrpSpPr>
        <p:grpSpPr>
          <a:xfrm>
            <a:off x="1955962" y="2935877"/>
            <a:ext cx="960158" cy="289172"/>
            <a:chOff x="4411970" y="2726085"/>
            <a:chExt cx="643107" cy="193659"/>
          </a:xfrm>
        </p:grpSpPr>
        <p:sp>
          <p:nvSpPr>
            <p:cNvPr id="4080" name="Google Shape;4080;p7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3" name="Google Shape;4083;p77"/>
          <p:cNvGrpSpPr/>
          <p:nvPr/>
        </p:nvGrpSpPr>
        <p:grpSpPr>
          <a:xfrm>
            <a:off x="958854" y="3201987"/>
            <a:ext cx="833173" cy="259209"/>
            <a:chOff x="4411970" y="4340222"/>
            <a:chExt cx="779467" cy="242683"/>
          </a:xfrm>
        </p:grpSpPr>
        <p:sp>
          <p:nvSpPr>
            <p:cNvPr id="4084" name="Google Shape;4084;p7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7" name="Google Shape;4087;p77"/>
          <p:cNvGrpSpPr/>
          <p:nvPr/>
        </p:nvGrpSpPr>
        <p:grpSpPr>
          <a:xfrm>
            <a:off x="1955962" y="2597733"/>
            <a:ext cx="965160" cy="216230"/>
            <a:chOff x="4411970" y="2468674"/>
            <a:chExt cx="747317" cy="167425"/>
          </a:xfrm>
        </p:grpSpPr>
        <p:sp>
          <p:nvSpPr>
            <p:cNvPr id="4088" name="Google Shape;4088;p7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 name="Google Shape;4090;p77"/>
          <p:cNvGrpSpPr/>
          <p:nvPr/>
        </p:nvGrpSpPr>
        <p:grpSpPr>
          <a:xfrm>
            <a:off x="954709" y="2502450"/>
            <a:ext cx="810451" cy="319148"/>
            <a:chOff x="4411970" y="3686602"/>
            <a:chExt cx="797845" cy="314215"/>
          </a:xfrm>
        </p:grpSpPr>
        <p:sp>
          <p:nvSpPr>
            <p:cNvPr id="4091" name="Google Shape;4091;p77"/>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7"/>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7"/>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7"/>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7"/>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6" name="Google Shape;4096;p77"/>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97" name="Google Shape;4097;p77"/>
          <p:cNvGrpSpPr/>
          <p:nvPr/>
        </p:nvGrpSpPr>
        <p:grpSpPr>
          <a:xfrm>
            <a:off x="954806" y="2256974"/>
            <a:ext cx="1970333" cy="208784"/>
            <a:chOff x="6336019" y="3733725"/>
            <a:chExt cx="2566206" cy="351310"/>
          </a:xfrm>
        </p:grpSpPr>
        <p:sp>
          <p:nvSpPr>
            <p:cNvPr id="4098" name="Google Shape;4098;p77"/>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7"/>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7"/>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7"/>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 name="Google Shape;4102;p77"/>
          <p:cNvGrpSpPr/>
          <p:nvPr/>
        </p:nvGrpSpPr>
        <p:grpSpPr>
          <a:xfrm>
            <a:off x="1955962" y="3864529"/>
            <a:ext cx="946551" cy="153200"/>
            <a:chOff x="4404545" y="3301592"/>
            <a:chExt cx="782403" cy="129272"/>
          </a:xfrm>
        </p:grpSpPr>
        <p:sp>
          <p:nvSpPr>
            <p:cNvPr id="4103" name="Google Shape;4103;p7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7"/>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 name="Google Shape;4105;p77"/>
          <p:cNvGrpSpPr/>
          <p:nvPr/>
        </p:nvGrpSpPr>
        <p:grpSpPr>
          <a:xfrm>
            <a:off x="1955962" y="3603488"/>
            <a:ext cx="962257" cy="139127"/>
            <a:chOff x="4411970" y="3131459"/>
            <a:chExt cx="710520" cy="117397"/>
          </a:xfrm>
        </p:grpSpPr>
        <p:sp>
          <p:nvSpPr>
            <p:cNvPr id="4106" name="Google Shape;4106;p7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8" name="Google Shape;4108;p77"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9" name="Google Shape;4109;p77"/>
          <p:cNvGrpSpPr/>
          <p:nvPr/>
        </p:nvGrpSpPr>
        <p:grpSpPr>
          <a:xfrm>
            <a:off x="956107" y="3538282"/>
            <a:ext cx="823838" cy="458988"/>
            <a:chOff x="4411970" y="1801825"/>
            <a:chExt cx="734586" cy="409262"/>
          </a:xfrm>
        </p:grpSpPr>
        <p:sp>
          <p:nvSpPr>
            <p:cNvPr id="4110" name="Google Shape;4110;p7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2" name="Google Shape;4112;p77"/>
          <p:cNvGrpSpPr/>
          <p:nvPr/>
        </p:nvGrpSpPr>
        <p:grpSpPr>
          <a:xfrm>
            <a:off x="956107" y="4086708"/>
            <a:ext cx="856348" cy="212039"/>
            <a:chOff x="4411970" y="2233974"/>
            <a:chExt cx="763574" cy="189068"/>
          </a:xfrm>
        </p:grpSpPr>
        <p:sp>
          <p:nvSpPr>
            <p:cNvPr id="4113" name="Google Shape;4113;p77"/>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7"/>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5" name="Google Shape;4115;p77"/>
          <p:cNvGrpSpPr/>
          <p:nvPr/>
        </p:nvGrpSpPr>
        <p:grpSpPr>
          <a:xfrm>
            <a:off x="3066303" y="2262044"/>
            <a:ext cx="511602" cy="511602"/>
            <a:chOff x="5681300" y="2527788"/>
            <a:chExt cx="805800" cy="805800"/>
          </a:xfrm>
        </p:grpSpPr>
        <p:sp>
          <p:nvSpPr>
            <p:cNvPr id="4116" name="Google Shape;4116;p77"/>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8" name="Google Shape;4118;p77"/>
          <p:cNvGrpSpPr/>
          <p:nvPr/>
        </p:nvGrpSpPr>
        <p:grpSpPr>
          <a:xfrm>
            <a:off x="3063497" y="3028627"/>
            <a:ext cx="513021" cy="512935"/>
            <a:chOff x="4049800" y="640400"/>
            <a:chExt cx="858900" cy="858900"/>
          </a:xfrm>
        </p:grpSpPr>
        <p:sp>
          <p:nvSpPr>
            <p:cNvPr id="4119" name="Google Shape;4119;p77"/>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7"/>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1" name="Google Shape;4121;p77"/>
          <p:cNvGrpSpPr/>
          <p:nvPr/>
        </p:nvGrpSpPr>
        <p:grpSpPr>
          <a:xfrm>
            <a:off x="2980696" y="3680519"/>
            <a:ext cx="686489" cy="686585"/>
            <a:chOff x="5080188" y="927900"/>
            <a:chExt cx="961200" cy="961200"/>
          </a:xfrm>
        </p:grpSpPr>
        <p:sp>
          <p:nvSpPr>
            <p:cNvPr id="4122" name="Google Shape;4122;p77"/>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7"/>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7"/>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7"/>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0" name="Google Shape;4130;p77"/>
          <p:cNvGrpSpPr/>
          <p:nvPr/>
        </p:nvGrpSpPr>
        <p:grpSpPr>
          <a:xfrm>
            <a:off x="3763848" y="3773248"/>
            <a:ext cx="510373" cy="510937"/>
            <a:chOff x="7508249" y="1522825"/>
            <a:chExt cx="1326332" cy="1322987"/>
          </a:xfrm>
        </p:grpSpPr>
        <p:sp>
          <p:nvSpPr>
            <p:cNvPr id="4131" name="Google Shape;4131;p77"/>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7"/>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7"/>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7"/>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7"/>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7"/>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7"/>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7"/>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7"/>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7"/>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1" name="Google Shape;4141;p77"/>
          <p:cNvGrpSpPr/>
          <p:nvPr/>
        </p:nvGrpSpPr>
        <p:grpSpPr>
          <a:xfrm>
            <a:off x="4455441" y="3774653"/>
            <a:ext cx="492652" cy="503348"/>
            <a:chOff x="6039282" y="1042577"/>
            <a:chExt cx="734315" cy="731929"/>
          </a:xfrm>
        </p:grpSpPr>
        <p:sp>
          <p:nvSpPr>
            <p:cNvPr id="4142" name="Google Shape;4142;p7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3" name="Google Shape;4163;p77"/>
          <p:cNvGrpSpPr/>
          <p:nvPr/>
        </p:nvGrpSpPr>
        <p:grpSpPr>
          <a:xfrm>
            <a:off x="5095855" y="2270694"/>
            <a:ext cx="483304" cy="504902"/>
            <a:chOff x="1825800" y="1651625"/>
            <a:chExt cx="568125" cy="591775"/>
          </a:xfrm>
        </p:grpSpPr>
        <p:sp>
          <p:nvSpPr>
            <p:cNvPr id="4164" name="Google Shape;4164;p77"/>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7"/>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7"/>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7"/>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7"/>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0" name="Google Shape;4170;p77"/>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7"/>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7"/>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7"/>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7"/>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4175" name="Google Shape;4175;p7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4179"/>
        <p:cNvGrpSpPr/>
        <p:nvPr/>
      </p:nvGrpSpPr>
      <p:grpSpPr>
        <a:xfrm>
          <a:off x="0" y="0"/>
          <a:ext cx="0" cy="0"/>
          <a:chOff x="0" y="0"/>
          <a:chExt cx="0" cy="0"/>
        </a:xfrm>
      </p:grpSpPr>
      <p:grpSp>
        <p:nvGrpSpPr>
          <p:cNvPr id="4180" name="Google Shape;4180;p78"/>
          <p:cNvGrpSpPr/>
          <p:nvPr/>
        </p:nvGrpSpPr>
        <p:grpSpPr>
          <a:xfrm>
            <a:off x="722059" y="955168"/>
            <a:ext cx="2492868" cy="1379876"/>
            <a:chOff x="2654821" y="2311071"/>
            <a:chExt cx="2279715" cy="1262120"/>
          </a:xfrm>
        </p:grpSpPr>
        <p:grpSp>
          <p:nvGrpSpPr>
            <p:cNvPr id="4181" name="Google Shape;4181;p78"/>
            <p:cNvGrpSpPr/>
            <p:nvPr/>
          </p:nvGrpSpPr>
          <p:grpSpPr>
            <a:xfrm>
              <a:off x="4034269" y="2840745"/>
              <a:ext cx="40212" cy="36437"/>
              <a:chOff x="4293400" y="2574725"/>
              <a:chExt cx="84425" cy="80100"/>
            </a:xfrm>
          </p:grpSpPr>
          <p:sp>
            <p:nvSpPr>
              <p:cNvPr id="4182" name="Google Shape;4182;p7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183" name="Google Shape;4183;p7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4" name="Google Shape;4184;p78"/>
            <p:cNvGrpSpPr/>
            <p:nvPr/>
          </p:nvGrpSpPr>
          <p:grpSpPr>
            <a:xfrm>
              <a:off x="3894606" y="2334874"/>
              <a:ext cx="913198" cy="518984"/>
              <a:chOff x="4000175" y="1462675"/>
              <a:chExt cx="1917275" cy="1140875"/>
            </a:xfrm>
          </p:grpSpPr>
          <p:sp>
            <p:nvSpPr>
              <p:cNvPr id="4185" name="Google Shape;4185;p7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186" name="Google Shape;4186;p78"/>
              <p:cNvGrpSpPr/>
              <p:nvPr/>
            </p:nvGrpSpPr>
            <p:grpSpPr>
              <a:xfrm>
                <a:off x="4000175" y="1462675"/>
                <a:ext cx="1917275" cy="1140875"/>
                <a:chOff x="4000175" y="1462675"/>
                <a:chExt cx="1917275" cy="1140875"/>
              </a:xfrm>
            </p:grpSpPr>
            <p:sp>
              <p:nvSpPr>
                <p:cNvPr id="4187" name="Google Shape;4187;p7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188" name="Google Shape;4188;p7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192" name="Google Shape;4192;p7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93" name="Google Shape;4193;p78"/>
            <p:cNvGrpSpPr/>
            <p:nvPr/>
          </p:nvGrpSpPr>
          <p:grpSpPr>
            <a:xfrm>
              <a:off x="3875768" y="2846704"/>
              <a:ext cx="44796" cy="47366"/>
              <a:chOff x="3960625" y="2587825"/>
              <a:chExt cx="94050" cy="104125"/>
            </a:xfrm>
          </p:grpSpPr>
          <p:sp>
            <p:nvSpPr>
              <p:cNvPr id="4194" name="Google Shape;4194;p7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195" name="Google Shape;4195;p7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6" name="Google Shape;4196;p78"/>
            <p:cNvGrpSpPr/>
            <p:nvPr/>
          </p:nvGrpSpPr>
          <p:grpSpPr>
            <a:xfrm>
              <a:off x="3782759" y="2807162"/>
              <a:ext cx="82686" cy="85487"/>
              <a:chOff x="3765350" y="2500900"/>
              <a:chExt cx="173600" cy="187925"/>
            </a:xfrm>
          </p:grpSpPr>
          <p:sp>
            <p:nvSpPr>
              <p:cNvPr id="4197" name="Google Shape;4197;p7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198" name="Google Shape;4198;p7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3" name="Google Shape;4203;p78"/>
            <p:cNvGrpSpPr/>
            <p:nvPr/>
          </p:nvGrpSpPr>
          <p:grpSpPr>
            <a:xfrm>
              <a:off x="3775674" y="2798496"/>
              <a:ext cx="40545" cy="23564"/>
              <a:chOff x="3750475" y="2481850"/>
              <a:chExt cx="85125" cy="51800"/>
            </a:xfrm>
          </p:grpSpPr>
          <p:sp>
            <p:nvSpPr>
              <p:cNvPr id="4204" name="Google Shape;4204;p7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206" name="Google Shape;4206;p78"/>
            <p:cNvGrpSpPr/>
            <p:nvPr/>
          </p:nvGrpSpPr>
          <p:grpSpPr>
            <a:xfrm>
              <a:off x="3716946" y="2776024"/>
              <a:ext cx="81971" cy="76912"/>
              <a:chOff x="3627175" y="2432450"/>
              <a:chExt cx="172100" cy="169075"/>
            </a:xfrm>
          </p:grpSpPr>
          <p:sp>
            <p:nvSpPr>
              <p:cNvPr id="4207" name="Google Shape;4207;p7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209" name="Google Shape;4209;p7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210" name="Google Shape;4210;p78"/>
            <p:cNvGrpSpPr/>
            <p:nvPr/>
          </p:nvGrpSpPr>
          <p:grpSpPr>
            <a:xfrm>
              <a:off x="3685682" y="2845624"/>
              <a:ext cx="29311" cy="45055"/>
              <a:chOff x="3561536" y="2585450"/>
              <a:chExt cx="61539" cy="99045"/>
            </a:xfrm>
          </p:grpSpPr>
          <p:sp>
            <p:nvSpPr>
              <p:cNvPr id="4211" name="Google Shape;4211;p7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213" name="Google Shape;4213;p78"/>
            <p:cNvGrpSpPr/>
            <p:nvPr/>
          </p:nvGrpSpPr>
          <p:grpSpPr>
            <a:xfrm>
              <a:off x="3849905" y="2572252"/>
              <a:ext cx="74339" cy="119559"/>
              <a:chOff x="3906325" y="1984500"/>
              <a:chExt cx="156075" cy="262825"/>
            </a:xfrm>
          </p:grpSpPr>
          <p:sp>
            <p:nvSpPr>
              <p:cNvPr id="4214" name="Google Shape;4214;p7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215" name="Google Shape;4215;p7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6" name="Google Shape;4216;p78"/>
            <p:cNvGrpSpPr/>
            <p:nvPr/>
          </p:nvGrpSpPr>
          <p:grpSpPr>
            <a:xfrm>
              <a:off x="2654821" y="2414345"/>
              <a:ext cx="667570" cy="558731"/>
              <a:chOff x="1397225" y="1637375"/>
              <a:chExt cx="1401575" cy="1228250"/>
            </a:xfrm>
          </p:grpSpPr>
          <p:sp>
            <p:nvSpPr>
              <p:cNvPr id="4217" name="Google Shape;4217;p7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218" name="Google Shape;4218;p78"/>
              <p:cNvGrpSpPr/>
              <p:nvPr/>
            </p:nvGrpSpPr>
            <p:grpSpPr>
              <a:xfrm>
                <a:off x="1397225" y="1637375"/>
                <a:ext cx="1398775" cy="1228250"/>
                <a:chOff x="1397225" y="1637375"/>
                <a:chExt cx="1398775" cy="1228250"/>
              </a:xfrm>
            </p:grpSpPr>
            <p:sp>
              <p:nvSpPr>
                <p:cNvPr id="4219" name="Google Shape;4219;p7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21" name="Google Shape;4221;p78"/>
            <p:cNvGrpSpPr/>
            <p:nvPr/>
          </p:nvGrpSpPr>
          <p:grpSpPr>
            <a:xfrm>
              <a:off x="3230417" y="3103734"/>
              <a:ext cx="282982" cy="280332"/>
              <a:chOff x="2605700" y="3152850"/>
              <a:chExt cx="594125" cy="616250"/>
            </a:xfrm>
          </p:grpSpPr>
          <p:sp>
            <p:nvSpPr>
              <p:cNvPr id="4222" name="Google Shape;4222;p7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223" name="Google Shape;4223;p7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4224" name="Google Shape;4224;p78"/>
            <p:cNvGrpSpPr/>
            <p:nvPr/>
          </p:nvGrpSpPr>
          <p:grpSpPr>
            <a:xfrm>
              <a:off x="3265985" y="3226989"/>
              <a:ext cx="87151" cy="346202"/>
              <a:chOff x="2680375" y="3423800"/>
              <a:chExt cx="182975" cy="761050"/>
            </a:xfrm>
          </p:grpSpPr>
          <p:sp>
            <p:nvSpPr>
              <p:cNvPr id="4225" name="Google Shape;4225;p7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226" name="Google Shape;4226;p7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7" name="Google Shape;4227;p78"/>
            <p:cNvGrpSpPr/>
            <p:nvPr/>
          </p:nvGrpSpPr>
          <p:grpSpPr>
            <a:xfrm>
              <a:off x="3855466" y="3289811"/>
              <a:ext cx="112514" cy="94210"/>
              <a:chOff x="3918000" y="3561900"/>
              <a:chExt cx="236225" cy="207100"/>
            </a:xfrm>
          </p:grpSpPr>
          <p:sp>
            <p:nvSpPr>
              <p:cNvPr id="4228" name="Google Shape;4228;p7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229" name="Google Shape;4229;p7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0" name="Google Shape;4230;p7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4233" name="Google Shape;4233;p78"/>
            <p:cNvGrpSpPr/>
            <p:nvPr/>
          </p:nvGrpSpPr>
          <p:grpSpPr>
            <a:xfrm>
              <a:off x="2905224" y="2311071"/>
              <a:ext cx="596721" cy="528992"/>
              <a:chOff x="1922950" y="1410350"/>
              <a:chExt cx="1252825" cy="1162875"/>
            </a:xfrm>
          </p:grpSpPr>
          <p:sp>
            <p:nvSpPr>
              <p:cNvPr id="4234" name="Google Shape;4234;p7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4250" name="Google Shape;4250;p7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270" name="Google Shape;4270;p7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271" name="Google Shape;4271;p7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2" name="Google Shape;4272;p78"/>
            <p:cNvGrpSpPr/>
            <p:nvPr/>
          </p:nvGrpSpPr>
          <p:grpSpPr>
            <a:xfrm>
              <a:off x="3280929" y="3294542"/>
              <a:ext cx="109894" cy="272224"/>
              <a:chOff x="2711750" y="3572300"/>
              <a:chExt cx="230725" cy="598425"/>
            </a:xfrm>
          </p:grpSpPr>
          <p:sp>
            <p:nvSpPr>
              <p:cNvPr id="4273" name="Google Shape;4273;p7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5" name="Google Shape;4275;p7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6" name="Google Shape;4276;p78"/>
            <p:cNvGrpSpPr/>
            <p:nvPr/>
          </p:nvGrpSpPr>
          <p:grpSpPr>
            <a:xfrm>
              <a:off x="3790439" y="2408636"/>
              <a:ext cx="73017" cy="75684"/>
              <a:chOff x="3781475" y="1624825"/>
              <a:chExt cx="153300" cy="166375"/>
            </a:xfrm>
          </p:grpSpPr>
          <p:sp>
            <p:nvSpPr>
              <p:cNvPr id="4277" name="Google Shape;4277;p7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81" name="Google Shape;4281;p7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8" name="Google Shape;4288;p78"/>
            <p:cNvGrpSpPr/>
            <p:nvPr/>
          </p:nvGrpSpPr>
          <p:grpSpPr>
            <a:xfrm>
              <a:off x="4403342" y="3107749"/>
              <a:ext cx="316680" cy="101374"/>
              <a:chOff x="5068275" y="3161675"/>
              <a:chExt cx="664875" cy="222850"/>
            </a:xfrm>
          </p:grpSpPr>
          <p:sp>
            <p:nvSpPr>
              <p:cNvPr id="4289" name="Google Shape;4289;p7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3" name="Google Shape;4293;p7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2" name="Google Shape;4322;p78"/>
            <p:cNvGrpSpPr/>
            <p:nvPr/>
          </p:nvGrpSpPr>
          <p:grpSpPr>
            <a:xfrm>
              <a:off x="3697513" y="2707266"/>
              <a:ext cx="59549" cy="79733"/>
              <a:chOff x="3586375" y="2281300"/>
              <a:chExt cx="125025" cy="175275"/>
            </a:xfrm>
          </p:grpSpPr>
          <p:sp>
            <p:nvSpPr>
              <p:cNvPr id="4323" name="Google Shape;4323;p7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5" name="Google Shape;4325;p7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6" name="Google Shape;4326;p78"/>
            <p:cNvGrpSpPr/>
            <p:nvPr/>
          </p:nvGrpSpPr>
          <p:grpSpPr>
            <a:xfrm>
              <a:off x="4513224" y="3221724"/>
              <a:ext cx="274563" cy="280321"/>
              <a:chOff x="5298975" y="3412225"/>
              <a:chExt cx="576450" cy="616225"/>
            </a:xfrm>
          </p:grpSpPr>
          <p:sp>
            <p:nvSpPr>
              <p:cNvPr id="4327" name="Google Shape;4327;p7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328" name="Google Shape;4328;p7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9" name="Google Shape;4329;p78"/>
            <p:cNvGrpSpPr/>
            <p:nvPr/>
          </p:nvGrpSpPr>
          <p:grpSpPr>
            <a:xfrm>
              <a:off x="4824403" y="3421846"/>
              <a:ext cx="110132" cy="130647"/>
              <a:chOff x="5952300" y="3852150"/>
              <a:chExt cx="231225" cy="287200"/>
            </a:xfrm>
          </p:grpSpPr>
          <p:sp>
            <p:nvSpPr>
              <p:cNvPr id="4330" name="Google Shape;4330;p7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32" name="Google Shape;4332;p7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0" name="Google Shape;4340;p78"/>
            <p:cNvGrpSpPr/>
            <p:nvPr/>
          </p:nvGrpSpPr>
          <p:grpSpPr>
            <a:xfrm>
              <a:off x="4295710" y="3079670"/>
              <a:ext cx="14968" cy="27135"/>
              <a:chOff x="4842300" y="3099950"/>
              <a:chExt cx="31425" cy="59650"/>
            </a:xfrm>
          </p:grpSpPr>
          <p:sp>
            <p:nvSpPr>
              <p:cNvPr id="4341" name="Google Shape;4341;p7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5" name="Google Shape;4345;p7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3" name="Google Shape;4353;p78"/>
            <p:cNvGrpSpPr/>
            <p:nvPr/>
          </p:nvGrpSpPr>
          <p:grpSpPr>
            <a:xfrm>
              <a:off x="3831056" y="2816010"/>
              <a:ext cx="37378" cy="27612"/>
              <a:chOff x="3866750" y="2520350"/>
              <a:chExt cx="78475" cy="60700"/>
            </a:xfrm>
          </p:grpSpPr>
          <p:sp>
            <p:nvSpPr>
              <p:cNvPr id="4354" name="Google Shape;4354;p7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8" name="Google Shape;4358;p7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375" name="Google Shape;4375;p7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387" name="Google Shape;4387;p7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0" name="Google Shape;4400;p78"/>
            <p:cNvGrpSpPr/>
            <p:nvPr/>
          </p:nvGrpSpPr>
          <p:grpSpPr>
            <a:xfrm>
              <a:off x="3632736" y="3051591"/>
              <a:ext cx="63288" cy="45217"/>
              <a:chOff x="3450375" y="3038225"/>
              <a:chExt cx="132875" cy="99400"/>
            </a:xfrm>
          </p:grpSpPr>
          <p:sp>
            <p:nvSpPr>
              <p:cNvPr id="4401" name="Google Shape;4401;p7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3" name="Google Shape;4403;p7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412" name="Google Shape;4412;p7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422" name="Google Shape;4422;p7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428" name="Google Shape;4428;p7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8"/>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8" name="Google Shape;4438;p78"/>
          <p:cNvGrpSpPr/>
          <p:nvPr/>
        </p:nvGrpSpPr>
        <p:grpSpPr>
          <a:xfrm>
            <a:off x="719116" y="2850945"/>
            <a:ext cx="2622876" cy="1333540"/>
            <a:chOff x="238125" y="1038125"/>
            <a:chExt cx="7146800" cy="3633625"/>
          </a:xfrm>
        </p:grpSpPr>
        <p:sp>
          <p:nvSpPr>
            <p:cNvPr id="4439" name="Google Shape;4439;p7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78"/>
          <p:cNvGrpSpPr/>
          <p:nvPr/>
        </p:nvGrpSpPr>
        <p:grpSpPr>
          <a:xfrm>
            <a:off x="5834044" y="993055"/>
            <a:ext cx="2590840" cy="1380235"/>
            <a:chOff x="233350" y="949250"/>
            <a:chExt cx="7137300" cy="3802300"/>
          </a:xfrm>
        </p:grpSpPr>
        <p:sp>
          <p:nvSpPr>
            <p:cNvPr id="6012" name="Google Shape;6012;p7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78"/>
          <p:cNvGrpSpPr/>
          <p:nvPr/>
        </p:nvGrpSpPr>
        <p:grpSpPr>
          <a:xfrm>
            <a:off x="7648473" y="3037828"/>
            <a:ext cx="104231" cy="320340"/>
            <a:chOff x="7564426" y="3224343"/>
            <a:chExt cx="119985" cy="368801"/>
          </a:xfrm>
        </p:grpSpPr>
        <p:sp>
          <p:nvSpPr>
            <p:cNvPr id="6064" name="Google Shape;6064;p7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 name="Google Shape;6066;p78"/>
          <p:cNvGrpSpPr/>
          <p:nvPr/>
        </p:nvGrpSpPr>
        <p:grpSpPr>
          <a:xfrm>
            <a:off x="7347962" y="3031929"/>
            <a:ext cx="189489" cy="332132"/>
            <a:chOff x="8370831" y="3202002"/>
            <a:chExt cx="218129" cy="382376"/>
          </a:xfrm>
        </p:grpSpPr>
        <p:sp>
          <p:nvSpPr>
            <p:cNvPr id="6067" name="Google Shape;6067;p7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 name="Google Shape;6069;p78"/>
          <p:cNvGrpSpPr/>
          <p:nvPr/>
        </p:nvGrpSpPr>
        <p:grpSpPr>
          <a:xfrm>
            <a:off x="8071351" y="3443061"/>
            <a:ext cx="309429" cy="267000"/>
            <a:chOff x="6742064" y="3750480"/>
            <a:chExt cx="399315" cy="344560"/>
          </a:xfrm>
        </p:grpSpPr>
        <p:sp>
          <p:nvSpPr>
            <p:cNvPr id="6070" name="Google Shape;6070;p7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 name="Google Shape;6072;p78"/>
          <p:cNvGrpSpPr/>
          <p:nvPr/>
        </p:nvGrpSpPr>
        <p:grpSpPr>
          <a:xfrm>
            <a:off x="7610370" y="3794109"/>
            <a:ext cx="180437" cy="281608"/>
            <a:chOff x="7248525" y="3739696"/>
            <a:chExt cx="230531" cy="359790"/>
          </a:xfrm>
        </p:grpSpPr>
        <p:sp>
          <p:nvSpPr>
            <p:cNvPr id="6073" name="Google Shape;6073;p7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 name="Google Shape;6075;p78"/>
          <p:cNvGrpSpPr/>
          <p:nvPr/>
        </p:nvGrpSpPr>
        <p:grpSpPr>
          <a:xfrm>
            <a:off x="7856289" y="3437333"/>
            <a:ext cx="162896" cy="278710"/>
            <a:chOff x="7601242" y="3729267"/>
            <a:chExt cx="222566" cy="380803"/>
          </a:xfrm>
        </p:grpSpPr>
        <p:sp>
          <p:nvSpPr>
            <p:cNvPr id="6076" name="Google Shape;6076;p7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8" name="Google Shape;6078;p78"/>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9" name="Google Shape;6079;p78"/>
          <p:cNvGrpSpPr/>
          <p:nvPr/>
        </p:nvGrpSpPr>
        <p:grpSpPr>
          <a:xfrm>
            <a:off x="7345935" y="3438473"/>
            <a:ext cx="193543" cy="275990"/>
            <a:chOff x="8304647" y="3738687"/>
            <a:chExt cx="225076" cy="320956"/>
          </a:xfrm>
        </p:grpSpPr>
        <p:sp>
          <p:nvSpPr>
            <p:cNvPr id="6080" name="Google Shape;6080;p78"/>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78"/>
          <p:cNvGrpSpPr/>
          <p:nvPr/>
        </p:nvGrpSpPr>
        <p:grpSpPr>
          <a:xfrm>
            <a:off x="7618427" y="3438473"/>
            <a:ext cx="178492" cy="275990"/>
            <a:chOff x="8615101" y="3738687"/>
            <a:chExt cx="207573" cy="320956"/>
          </a:xfrm>
        </p:grpSpPr>
        <p:sp>
          <p:nvSpPr>
            <p:cNvPr id="6084" name="Google Shape;6084;p78"/>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7" name="Google Shape;6087;p78"/>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8" name="Google Shape;6088;p78"/>
          <p:cNvGrpSpPr/>
          <p:nvPr/>
        </p:nvGrpSpPr>
        <p:grpSpPr>
          <a:xfrm>
            <a:off x="6013132" y="3559961"/>
            <a:ext cx="557671" cy="511283"/>
            <a:chOff x="6015419" y="3716859"/>
            <a:chExt cx="557671" cy="511283"/>
          </a:xfrm>
        </p:grpSpPr>
        <p:sp>
          <p:nvSpPr>
            <p:cNvPr id="6089" name="Google Shape;6089;p78"/>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0" name="Google Shape;6090;p78"/>
            <p:cNvGrpSpPr/>
            <p:nvPr/>
          </p:nvGrpSpPr>
          <p:grpSpPr>
            <a:xfrm>
              <a:off x="6036094" y="3716980"/>
              <a:ext cx="529860" cy="510468"/>
              <a:chOff x="6036094" y="3716980"/>
              <a:chExt cx="529860" cy="510468"/>
            </a:xfrm>
          </p:grpSpPr>
          <p:sp>
            <p:nvSpPr>
              <p:cNvPr id="6091" name="Google Shape;6091;p78"/>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8"/>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8"/>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8"/>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8"/>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8"/>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8"/>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8"/>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8"/>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8"/>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1" name="Google Shape;6101;p78"/>
          <p:cNvGrpSpPr/>
          <p:nvPr/>
        </p:nvGrpSpPr>
        <p:grpSpPr>
          <a:xfrm>
            <a:off x="6642017" y="2916730"/>
            <a:ext cx="576302" cy="511871"/>
            <a:chOff x="6644304" y="3073628"/>
            <a:chExt cx="576302" cy="511871"/>
          </a:xfrm>
        </p:grpSpPr>
        <p:sp>
          <p:nvSpPr>
            <p:cNvPr id="6102" name="Google Shape;6102;p7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3" name="Google Shape;6103;p78"/>
            <p:cNvGrpSpPr/>
            <p:nvPr/>
          </p:nvGrpSpPr>
          <p:grpSpPr>
            <a:xfrm>
              <a:off x="6712169" y="3085440"/>
              <a:ext cx="481622" cy="494913"/>
              <a:chOff x="6712169" y="3085440"/>
              <a:chExt cx="481622" cy="494913"/>
            </a:xfrm>
          </p:grpSpPr>
          <p:sp>
            <p:nvSpPr>
              <p:cNvPr id="6104" name="Google Shape;6104;p78"/>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8"/>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8"/>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8"/>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8"/>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9" name="Google Shape;6109;p78"/>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8"/>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8"/>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2" name="Google Shape;6112;p78"/>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3" name="Google Shape;6113;p78"/>
          <p:cNvGrpSpPr/>
          <p:nvPr/>
        </p:nvGrpSpPr>
        <p:grpSpPr>
          <a:xfrm>
            <a:off x="6649868" y="3559725"/>
            <a:ext cx="560631" cy="511352"/>
            <a:chOff x="6652154" y="3716623"/>
            <a:chExt cx="560631" cy="511352"/>
          </a:xfrm>
        </p:grpSpPr>
        <p:sp>
          <p:nvSpPr>
            <p:cNvPr id="6114" name="Google Shape;6114;p78"/>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5" name="Google Shape;6115;p78"/>
            <p:cNvGrpSpPr/>
            <p:nvPr/>
          </p:nvGrpSpPr>
          <p:grpSpPr>
            <a:xfrm>
              <a:off x="6669657" y="3716715"/>
              <a:ext cx="466779" cy="464290"/>
              <a:chOff x="6669657" y="3716715"/>
              <a:chExt cx="466779" cy="464290"/>
            </a:xfrm>
          </p:grpSpPr>
          <p:sp>
            <p:nvSpPr>
              <p:cNvPr id="6116" name="Google Shape;6116;p78"/>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8"/>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8"/>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8"/>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8"/>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8"/>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8"/>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8"/>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8"/>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8"/>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8"/>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8"/>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8"/>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29" name="Google Shape;6129;p78"/>
          <p:cNvGrpSpPr/>
          <p:nvPr/>
        </p:nvGrpSpPr>
        <p:grpSpPr>
          <a:xfrm>
            <a:off x="7843959" y="3841134"/>
            <a:ext cx="187557" cy="187557"/>
            <a:chOff x="8565775" y="671075"/>
            <a:chExt cx="441000" cy="441000"/>
          </a:xfrm>
        </p:grpSpPr>
        <p:sp>
          <p:nvSpPr>
            <p:cNvPr id="6130" name="Google Shape;6130;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8"/>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2" name="Google Shape;6132;p78"/>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8"/>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4" name="Google Shape;6134;p78"/>
          <p:cNvGrpSpPr/>
          <p:nvPr/>
        </p:nvGrpSpPr>
        <p:grpSpPr>
          <a:xfrm>
            <a:off x="5997814" y="2919352"/>
            <a:ext cx="587871" cy="512373"/>
            <a:chOff x="6000100" y="3076250"/>
            <a:chExt cx="587871" cy="512373"/>
          </a:xfrm>
        </p:grpSpPr>
        <p:sp>
          <p:nvSpPr>
            <p:cNvPr id="6135" name="Google Shape;6135;p78"/>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6" name="Google Shape;6136;p78"/>
            <p:cNvGrpSpPr/>
            <p:nvPr/>
          </p:nvGrpSpPr>
          <p:grpSpPr>
            <a:xfrm>
              <a:off x="6031360" y="3076713"/>
              <a:ext cx="539107" cy="480965"/>
              <a:chOff x="6031360" y="3076713"/>
              <a:chExt cx="539107" cy="480965"/>
            </a:xfrm>
          </p:grpSpPr>
          <p:sp>
            <p:nvSpPr>
              <p:cNvPr id="6137" name="Google Shape;6137;p78"/>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8"/>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8"/>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8"/>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8"/>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8"/>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8"/>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44" name="Google Shape;6144;p78"/>
          <p:cNvGrpSpPr/>
          <p:nvPr/>
        </p:nvGrpSpPr>
        <p:grpSpPr>
          <a:xfrm>
            <a:off x="3369305" y="938716"/>
            <a:ext cx="2310381" cy="1488888"/>
            <a:chOff x="229225" y="549050"/>
            <a:chExt cx="7161750" cy="4615275"/>
          </a:xfrm>
        </p:grpSpPr>
        <p:sp>
          <p:nvSpPr>
            <p:cNvPr id="6145" name="Google Shape;6145;p7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78"/>
          <p:cNvGrpSpPr/>
          <p:nvPr/>
        </p:nvGrpSpPr>
        <p:grpSpPr>
          <a:xfrm>
            <a:off x="3514723" y="2830563"/>
            <a:ext cx="2310282" cy="1374222"/>
            <a:chOff x="238125" y="732525"/>
            <a:chExt cx="7130500" cy="4241425"/>
          </a:xfrm>
        </p:grpSpPr>
        <p:sp>
          <p:nvSpPr>
            <p:cNvPr id="6263" name="Google Shape;6263;p7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380"/>
        <p:cNvGrpSpPr/>
        <p:nvPr/>
      </p:nvGrpSpPr>
      <p:grpSpPr>
        <a:xfrm>
          <a:off x="0" y="0"/>
          <a:ext cx="0" cy="0"/>
          <a:chOff x="0" y="0"/>
          <a:chExt cx="0" cy="0"/>
        </a:xfrm>
      </p:grpSpPr>
      <p:grpSp>
        <p:nvGrpSpPr>
          <p:cNvPr id="6381" name="Google Shape;6381;p79"/>
          <p:cNvGrpSpPr/>
          <p:nvPr/>
        </p:nvGrpSpPr>
        <p:grpSpPr>
          <a:xfrm>
            <a:off x="725414" y="969763"/>
            <a:ext cx="2507799" cy="206239"/>
            <a:chOff x="106648" y="895722"/>
            <a:chExt cx="4481413" cy="374300"/>
          </a:xfrm>
        </p:grpSpPr>
        <p:grpSp>
          <p:nvGrpSpPr>
            <p:cNvPr id="6382" name="Google Shape;6382;p79"/>
            <p:cNvGrpSpPr/>
            <p:nvPr/>
          </p:nvGrpSpPr>
          <p:grpSpPr>
            <a:xfrm>
              <a:off x="2233276" y="895722"/>
              <a:ext cx="1082667" cy="223591"/>
              <a:chOff x="4808316" y="2800065"/>
              <a:chExt cx="1999386" cy="412910"/>
            </a:xfrm>
          </p:grpSpPr>
          <p:sp>
            <p:nvSpPr>
              <p:cNvPr id="6383" name="Google Shape;6383;p79"/>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4" name="Google Shape;6384;p79"/>
              <p:cNvGrpSpPr/>
              <p:nvPr/>
            </p:nvGrpSpPr>
            <p:grpSpPr>
              <a:xfrm>
                <a:off x="4808316" y="2800065"/>
                <a:ext cx="92400" cy="411825"/>
                <a:chOff x="845575" y="2563700"/>
                <a:chExt cx="92400" cy="411825"/>
              </a:xfrm>
            </p:grpSpPr>
            <p:cxnSp>
              <p:nvCxnSpPr>
                <p:cNvPr id="6385" name="Google Shape;6385;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86" name="Google Shape;6386;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87" name="Google Shape;6387;p79"/>
            <p:cNvGrpSpPr/>
            <p:nvPr/>
          </p:nvGrpSpPr>
          <p:grpSpPr>
            <a:xfrm>
              <a:off x="106648" y="895722"/>
              <a:ext cx="1088401" cy="223591"/>
              <a:chOff x="881025" y="2800065"/>
              <a:chExt cx="2009975" cy="412910"/>
            </a:xfrm>
          </p:grpSpPr>
          <p:sp>
            <p:nvSpPr>
              <p:cNvPr id="6388" name="Google Shape;6388;p79"/>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9" name="Google Shape;6389;p79"/>
              <p:cNvGrpSpPr/>
              <p:nvPr/>
            </p:nvGrpSpPr>
            <p:grpSpPr>
              <a:xfrm>
                <a:off x="881025" y="2800065"/>
                <a:ext cx="92400" cy="411825"/>
                <a:chOff x="845575" y="2563700"/>
                <a:chExt cx="92400" cy="411825"/>
              </a:xfrm>
            </p:grpSpPr>
            <p:cxnSp>
              <p:nvCxnSpPr>
                <p:cNvPr id="6390" name="Google Shape;6390;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91" name="Google Shape;6391;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92" name="Google Shape;6392;p79"/>
            <p:cNvGrpSpPr/>
            <p:nvPr/>
          </p:nvGrpSpPr>
          <p:grpSpPr>
            <a:xfrm>
              <a:off x="1172346" y="1047018"/>
              <a:ext cx="1083151" cy="223003"/>
              <a:chOff x="2849073" y="3079467"/>
              <a:chExt cx="2000279" cy="411825"/>
            </a:xfrm>
          </p:grpSpPr>
          <p:sp>
            <p:nvSpPr>
              <p:cNvPr id="6393" name="Google Shape;6393;p79"/>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4" name="Google Shape;6394;p79"/>
              <p:cNvGrpSpPr/>
              <p:nvPr/>
            </p:nvGrpSpPr>
            <p:grpSpPr>
              <a:xfrm rot="10800000">
                <a:off x="2849073" y="3079467"/>
                <a:ext cx="92400" cy="411825"/>
                <a:chOff x="2070100" y="2563700"/>
                <a:chExt cx="92400" cy="411825"/>
              </a:xfrm>
            </p:grpSpPr>
            <p:cxnSp>
              <p:nvCxnSpPr>
                <p:cNvPr id="6395" name="Google Shape;6395;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96" name="Google Shape;6396;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97" name="Google Shape;6397;p79"/>
            <p:cNvGrpSpPr/>
            <p:nvPr/>
          </p:nvGrpSpPr>
          <p:grpSpPr>
            <a:xfrm>
              <a:off x="3290132" y="1047018"/>
              <a:ext cx="1297929" cy="223003"/>
              <a:chOff x="6760035" y="3079467"/>
              <a:chExt cx="2396914" cy="411825"/>
            </a:xfrm>
          </p:grpSpPr>
          <p:sp>
            <p:nvSpPr>
              <p:cNvPr id="6398" name="Google Shape;6398;p79"/>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9" name="Google Shape;6399;p79"/>
              <p:cNvGrpSpPr/>
              <p:nvPr/>
            </p:nvGrpSpPr>
            <p:grpSpPr>
              <a:xfrm rot="10800000">
                <a:off x="6760035" y="3079467"/>
                <a:ext cx="92400" cy="411825"/>
                <a:chOff x="2070100" y="2563700"/>
                <a:chExt cx="92400" cy="411825"/>
              </a:xfrm>
            </p:grpSpPr>
            <p:cxnSp>
              <p:nvCxnSpPr>
                <p:cNvPr id="6400" name="Google Shape;6400;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401" name="Google Shape;6401;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02" name="Google Shape;6402;p79"/>
          <p:cNvGrpSpPr/>
          <p:nvPr/>
        </p:nvGrpSpPr>
        <p:grpSpPr>
          <a:xfrm>
            <a:off x="2143176" y="3369134"/>
            <a:ext cx="1086701" cy="799429"/>
            <a:chOff x="2183288" y="3555572"/>
            <a:chExt cx="1136241" cy="835873"/>
          </a:xfrm>
        </p:grpSpPr>
        <p:sp>
          <p:nvSpPr>
            <p:cNvPr id="6403" name="Google Shape;6403;p79"/>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04" name="Google Shape;6404;p79"/>
            <p:cNvGrpSpPr/>
            <p:nvPr/>
          </p:nvGrpSpPr>
          <p:grpSpPr>
            <a:xfrm>
              <a:off x="2205895" y="3637269"/>
              <a:ext cx="1089848" cy="724993"/>
              <a:chOff x="2205895" y="3637269"/>
              <a:chExt cx="1089848" cy="724993"/>
            </a:xfrm>
          </p:grpSpPr>
          <p:sp>
            <p:nvSpPr>
              <p:cNvPr id="6405" name="Google Shape;6405;p79"/>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1" name="Google Shape;6411;p79"/>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12" name="Google Shape;6412;p79"/>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413" name="Google Shape;6413;p79"/>
            <p:cNvGrpSpPr/>
            <p:nvPr/>
          </p:nvGrpSpPr>
          <p:grpSpPr>
            <a:xfrm>
              <a:off x="3173850" y="3779426"/>
              <a:ext cx="145679" cy="70048"/>
              <a:chOff x="3173850" y="3779426"/>
              <a:chExt cx="145679" cy="70048"/>
            </a:xfrm>
          </p:grpSpPr>
          <p:cxnSp>
            <p:nvCxnSpPr>
              <p:cNvPr id="6414" name="Google Shape;6414;p79"/>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415" name="Google Shape;6415;p79"/>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6" name="Google Shape;6416;p79"/>
            <p:cNvGrpSpPr/>
            <p:nvPr/>
          </p:nvGrpSpPr>
          <p:grpSpPr>
            <a:xfrm>
              <a:off x="2183288" y="4139483"/>
              <a:ext cx="145133" cy="70048"/>
              <a:chOff x="2183288" y="4139483"/>
              <a:chExt cx="145133" cy="70048"/>
            </a:xfrm>
          </p:grpSpPr>
          <p:cxnSp>
            <p:nvCxnSpPr>
              <p:cNvPr id="6417" name="Google Shape;6417;p79"/>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418" name="Google Shape;6418;p79"/>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9" name="Google Shape;6419;p79"/>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20" name="Google Shape;6420;p79"/>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421" name="Google Shape;6421;p79"/>
            <p:cNvGrpSpPr/>
            <p:nvPr/>
          </p:nvGrpSpPr>
          <p:grpSpPr>
            <a:xfrm>
              <a:off x="2943836" y="4268886"/>
              <a:ext cx="60717" cy="122559"/>
              <a:chOff x="2943836" y="4268886"/>
              <a:chExt cx="60717" cy="122559"/>
            </a:xfrm>
          </p:grpSpPr>
          <p:sp>
            <p:nvSpPr>
              <p:cNvPr id="6422" name="Google Shape;6422;p79"/>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23" name="Google Shape;6423;p79"/>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424" name="Google Shape;6424;p79"/>
          <p:cNvGrpSpPr/>
          <p:nvPr/>
        </p:nvGrpSpPr>
        <p:grpSpPr>
          <a:xfrm>
            <a:off x="3406121" y="1290134"/>
            <a:ext cx="1675870" cy="758251"/>
            <a:chOff x="3530532" y="1496185"/>
            <a:chExt cx="1562000" cy="706730"/>
          </a:xfrm>
        </p:grpSpPr>
        <p:cxnSp>
          <p:nvCxnSpPr>
            <p:cNvPr id="6425" name="Google Shape;6425;p79"/>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426" name="Google Shape;6426;p79"/>
            <p:cNvGrpSpPr/>
            <p:nvPr/>
          </p:nvGrpSpPr>
          <p:grpSpPr>
            <a:xfrm>
              <a:off x="3530532" y="1496185"/>
              <a:ext cx="323430" cy="463587"/>
              <a:chOff x="3530532" y="1496185"/>
              <a:chExt cx="323430" cy="463587"/>
            </a:xfrm>
          </p:grpSpPr>
          <p:grpSp>
            <p:nvGrpSpPr>
              <p:cNvPr id="6427" name="Google Shape;6427;p79"/>
              <p:cNvGrpSpPr/>
              <p:nvPr/>
            </p:nvGrpSpPr>
            <p:grpSpPr>
              <a:xfrm>
                <a:off x="3567462" y="1496185"/>
                <a:ext cx="286500" cy="361376"/>
                <a:chOff x="3567462" y="1496185"/>
                <a:chExt cx="286500" cy="361376"/>
              </a:xfrm>
            </p:grpSpPr>
            <p:cxnSp>
              <p:nvCxnSpPr>
                <p:cNvPr id="6428" name="Google Shape;6428;p79"/>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429" name="Google Shape;6429;p79"/>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0" name="Google Shape;6430;p79"/>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1" name="Google Shape;6431;p79"/>
            <p:cNvGrpSpPr/>
            <p:nvPr/>
          </p:nvGrpSpPr>
          <p:grpSpPr>
            <a:xfrm>
              <a:off x="3891569" y="1779209"/>
              <a:ext cx="323945" cy="423706"/>
              <a:chOff x="3891569" y="1779209"/>
              <a:chExt cx="323945" cy="423706"/>
            </a:xfrm>
          </p:grpSpPr>
          <p:grpSp>
            <p:nvGrpSpPr>
              <p:cNvPr id="6432" name="Google Shape;6432;p79"/>
              <p:cNvGrpSpPr/>
              <p:nvPr/>
            </p:nvGrpSpPr>
            <p:grpSpPr>
              <a:xfrm>
                <a:off x="3929014" y="1881638"/>
                <a:ext cx="286500" cy="321278"/>
                <a:chOff x="3929014" y="1881638"/>
                <a:chExt cx="286500" cy="321278"/>
              </a:xfrm>
            </p:grpSpPr>
            <p:cxnSp>
              <p:nvCxnSpPr>
                <p:cNvPr id="6433" name="Google Shape;6433;p79"/>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434" name="Google Shape;6434;p79"/>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5" name="Google Shape;6435;p79"/>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6" name="Google Shape;6436;p79"/>
            <p:cNvGrpSpPr/>
            <p:nvPr/>
          </p:nvGrpSpPr>
          <p:grpSpPr>
            <a:xfrm>
              <a:off x="4252606" y="1496185"/>
              <a:ext cx="324721" cy="463587"/>
              <a:chOff x="4252606" y="1496185"/>
              <a:chExt cx="324721" cy="463587"/>
            </a:xfrm>
          </p:grpSpPr>
          <p:grpSp>
            <p:nvGrpSpPr>
              <p:cNvPr id="6437" name="Google Shape;6437;p79"/>
              <p:cNvGrpSpPr/>
              <p:nvPr/>
            </p:nvGrpSpPr>
            <p:grpSpPr>
              <a:xfrm>
                <a:off x="4290828" y="1496185"/>
                <a:ext cx="286500" cy="361376"/>
                <a:chOff x="4290828" y="1496185"/>
                <a:chExt cx="286500" cy="361376"/>
              </a:xfrm>
            </p:grpSpPr>
            <p:cxnSp>
              <p:nvCxnSpPr>
                <p:cNvPr id="6438" name="Google Shape;6438;p79"/>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439" name="Google Shape;6439;p79"/>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0" name="Google Shape;6440;p79"/>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1" name="Google Shape;6441;p79"/>
            <p:cNvGrpSpPr/>
            <p:nvPr/>
          </p:nvGrpSpPr>
          <p:grpSpPr>
            <a:xfrm>
              <a:off x="4613643" y="1763716"/>
              <a:ext cx="325308" cy="439200"/>
              <a:chOff x="4613643" y="1763716"/>
              <a:chExt cx="325308" cy="439200"/>
            </a:xfrm>
          </p:grpSpPr>
          <p:grpSp>
            <p:nvGrpSpPr>
              <p:cNvPr id="6442" name="Google Shape;6442;p79"/>
              <p:cNvGrpSpPr/>
              <p:nvPr/>
            </p:nvGrpSpPr>
            <p:grpSpPr>
              <a:xfrm>
                <a:off x="4652451" y="1879538"/>
                <a:ext cx="286500" cy="323378"/>
                <a:chOff x="4652451" y="1879538"/>
                <a:chExt cx="286500" cy="323378"/>
              </a:xfrm>
            </p:grpSpPr>
            <p:cxnSp>
              <p:nvCxnSpPr>
                <p:cNvPr id="6443" name="Google Shape;6443;p79"/>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444" name="Google Shape;6444;p79"/>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5" name="Google Shape;6445;p79"/>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46" name="Google Shape;6446;p79"/>
          <p:cNvGrpSpPr/>
          <p:nvPr/>
        </p:nvGrpSpPr>
        <p:grpSpPr>
          <a:xfrm>
            <a:off x="3417981" y="2143759"/>
            <a:ext cx="1652173" cy="391517"/>
            <a:chOff x="3512551" y="2358270"/>
            <a:chExt cx="1597383" cy="378533"/>
          </a:xfrm>
        </p:grpSpPr>
        <p:cxnSp>
          <p:nvCxnSpPr>
            <p:cNvPr id="6447" name="Google Shape;6447;p79"/>
            <p:cNvCxnSpPr>
              <a:stCxn id="6448" idx="6"/>
              <a:endCxn id="6449"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450" name="Google Shape;6450;p79"/>
            <p:cNvGrpSpPr/>
            <p:nvPr/>
          </p:nvGrpSpPr>
          <p:grpSpPr>
            <a:xfrm>
              <a:off x="3512551" y="2358270"/>
              <a:ext cx="225647" cy="307714"/>
              <a:chOff x="2182679" y="2004714"/>
              <a:chExt cx="792300" cy="1080458"/>
            </a:xfrm>
          </p:grpSpPr>
          <p:cxnSp>
            <p:nvCxnSpPr>
              <p:cNvPr id="6451" name="Google Shape;6451;p79"/>
              <p:cNvCxnSpPr>
                <a:stCxn id="6452"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48" name="Google Shape;6448;p79"/>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3" name="Google Shape;6453;p79"/>
            <p:cNvGrpSpPr/>
            <p:nvPr/>
          </p:nvGrpSpPr>
          <p:grpSpPr>
            <a:xfrm>
              <a:off x="3969644" y="2440153"/>
              <a:ext cx="225853" cy="296651"/>
              <a:chOff x="3775710" y="1729289"/>
              <a:chExt cx="136500" cy="179289"/>
            </a:xfrm>
          </p:grpSpPr>
          <p:cxnSp>
            <p:nvCxnSpPr>
              <p:cNvPr id="6454" name="Google Shape;6454;p79"/>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455" name="Google Shape;6455;p79"/>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7" name="Google Shape;6457;p79"/>
            <p:cNvGrpSpPr/>
            <p:nvPr/>
          </p:nvGrpSpPr>
          <p:grpSpPr>
            <a:xfrm>
              <a:off x="4427051" y="2358270"/>
              <a:ext cx="225647" cy="307714"/>
              <a:chOff x="5393704" y="2004714"/>
              <a:chExt cx="792300" cy="1080458"/>
            </a:xfrm>
          </p:grpSpPr>
          <p:cxnSp>
            <p:nvCxnSpPr>
              <p:cNvPr id="6458" name="Google Shape;6458;p79"/>
              <p:cNvCxnSpPr>
                <a:stCxn id="6459"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60" name="Google Shape;6460;p79"/>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79"/>
            <p:cNvGrpSpPr/>
            <p:nvPr/>
          </p:nvGrpSpPr>
          <p:grpSpPr>
            <a:xfrm>
              <a:off x="4884287" y="2440252"/>
              <a:ext cx="225647" cy="296532"/>
              <a:chOff x="6999166" y="2292572"/>
              <a:chExt cx="792300" cy="1041192"/>
            </a:xfrm>
          </p:grpSpPr>
          <p:cxnSp>
            <p:nvCxnSpPr>
              <p:cNvPr id="6462" name="Google Shape;6462;p79"/>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449" name="Google Shape;6449;p79"/>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64" name="Google Shape;6464;p79"/>
          <p:cNvGrpSpPr/>
          <p:nvPr/>
        </p:nvGrpSpPr>
        <p:grpSpPr>
          <a:xfrm>
            <a:off x="6838789" y="979959"/>
            <a:ext cx="1581844" cy="732818"/>
            <a:chOff x="634175" y="2986275"/>
            <a:chExt cx="3147949" cy="1458344"/>
          </a:xfrm>
        </p:grpSpPr>
        <p:cxnSp>
          <p:nvCxnSpPr>
            <p:cNvPr id="6465" name="Google Shape;6465;p79"/>
            <p:cNvCxnSpPr>
              <a:stCxn id="6466" idx="4"/>
              <a:endCxn id="6467"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468" name="Google Shape;6468;p79"/>
            <p:cNvCxnSpPr>
              <a:stCxn id="6467" idx="0"/>
              <a:endCxn id="6469"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70" name="Google Shape;6470;p79"/>
            <p:cNvCxnSpPr>
              <a:stCxn id="6469" idx="4"/>
              <a:endCxn id="6471"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72" name="Google Shape;6472;p79"/>
            <p:cNvCxnSpPr>
              <a:stCxn id="6471" idx="0"/>
              <a:endCxn id="6473"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473" name="Google Shape;6473;p79"/>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69" name="Google Shape;6469;p79"/>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66" name="Google Shape;6466;p79"/>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71" name="Google Shape;6471;p79"/>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67" name="Google Shape;6467;p79"/>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474" name="Google Shape;6474;p79"/>
          <p:cNvGrpSpPr/>
          <p:nvPr/>
        </p:nvGrpSpPr>
        <p:grpSpPr>
          <a:xfrm>
            <a:off x="3406504" y="2674269"/>
            <a:ext cx="1675128" cy="313674"/>
            <a:chOff x="998425" y="1182125"/>
            <a:chExt cx="1065400" cy="199500"/>
          </a:xfrm>
        </p:grpSpPr>
        <p:sp>
          <p:nvSpPr>
            <p:cNvPr id="6475" name="Google Shape;6475;p7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79"/>
          <p:cNvGrpSpPr/>
          <p:nvPr/>
        </p:nvGrpSpPr>
        <p:grpSpPr>
          <a:xfrm>
            <a:off x="3406503" y="3630235"/>
            <a:ext cx="1675129" cy="525345"/>
            <a:chOff x="5194708" y="3484366"/>
            <a:chExt cx="3148148" cy="987304"/>
          </a:xfrm>
        </p:grpSpPr>
        <p:grpSp>
          <p:nvGrpSpPr>
            <p:cNvPr id="6481" name="Google Shape;6481;p79"/>
            <p:cNvGrpSpPr/>
            <p:nvPr/>
          </p:nvGrpSpPr>
          <p:grpSpPr>
            <a:xfrm>
              <a:off x="7531521" y="3484366"/>
              <a:ext cx="811335" cy="987304"/>
              <a:chOff x="3379425" y="1617275"/>
              <a:chExt cx="1090650" cy="1327200"/>
            </a:xfrm>
          </p:grpSpPr>
          <p:sp>
            <p:nvSpPr>
              <p:cNvPr id="6482" name="Google Shape;6482;p7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5" name="Google Shape;6485;p79"/>
            <p:cNvGrpSpPr/>
            <p:nvPr/>
          </p:nvGrpSpPr>
          <p:grpSpPr>
            <a:xfrm>
              <a:off x="6752546" y="3484366"/>
              <a:ext cx="811428" cy="987304"/>
              <a:chOff x="2332275" y="1617275"/>
              <a:chExt cx="1090775" cy="1327200"/>
            </a:xfrm>
          </p:grpSpPr>
          <p:sp>
            <p:nvSpPr>
              <p:cNvPr id="6486" name="Google Shape;6486;p7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9" name="Google Shape;6489;p79"/>
            <p:cNvGrpSpPr/>
            <p:nvPr/>
          </p:nvGrpSpPr>
          <p:grpSpPr>
            <a:xfrm>
              <a:off x="5973664" y="3484366"/>
              <a:ext cx="811335" cy="987304"/>
              <a:chOff x="1285250" y="1617275"/>
              <a:chExt cx="1090650" cy="1327200"/>
            </a:xfrm>
          </p:grpSpPr>
          <p:sp>
            <p:nvSpPr>
              <p:cNvPr id="6490" name="Google Shape;6490;p7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3" name="Google Shape;6493;p79"/>
            <p:cNvGrpSpPr/>
            <p:nvPr/>
          </p:nvGrpSpPr>
          <p:grpSpPr>
            <a:xfrm>
              <a:off x="5194708" y="3484366"/>
              <a:ext cx="811409" cy="987304"/>
              <a:chOff x="238125" y="1617275"/>
              <a:chExt cx="1090750" cy="1327200"/>
            </a:xfrm>
          </p:grpSpPr>
          <p:sp>
            <p:nvSpPr>
              <p:cNvPr id="6494" name="Google Shape;6494;p7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97" name="Google Shape;6497;p79"/>
          <p:cNvGrpSpPr/>
          <p:nvPr/>
        </p:nvGrpSpPr>
        <p:grpSpPr>
          <a:xfrm>
            <a:off x="6840188" y="2276124"/>
            <a:ext cx="1579046" cy="522230"/>
            <a:chOff x="6853641" y="2534077"/>
            <a:chExt cx="1515545" cy="501229"/>
          </a:xfrm>
        </p:grpSpPr>
        <p:grpSp>
          <p:nvGrpSpPr>
            <p:cNvPr id="6498" name="Google Shape;6498;p79"/>
            <p:cNvGrpSpPr/>
            <p:nvPr/>
          </p:nvGrpSpPr>
          <p:grpSpPr>
            <a:xfrm>
              <a:off x="6853641" y="2618923"/>
              <a:ext cx="1515545" cy="324556"/>
              <a:chOff x="6853641" y="2618923"/>
              <a:chExt cx="1515545" cy="324556"/>
            </a:xfrm>
          </p:grpSpPr>
          <p:sp>
            <p:nvSpPr>
              <p:cNvPr id="6499" name="Google Shape;6499;p79"/>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4" name="Google Shape;6504;p79"/>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79"/>
          <p:cNvGrpSpPr/>
          <p:nvPr/>
        </p:nvGrpSpPr>
        <p:grpSpPr>
          <a:xfrm>
            <a:off x="3435080" y="3151165"/>
            <a:ext cx="1617976" cy="346616"/>
            <a:chOff x="1808063" y="4294338"/>
            <a:chExt cx="3370782" cy="721817"/>
          </a:xfrm>
        </p:grpSpPr>
        <p:sp>
          <p:nvSpPr>
            <p:cNvPr id="6510" name="Google Shape;6510;p7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79"/>
          <p:cNvGrpSpPr/>
          <p:nvPr/>
        </p:nvGrpSpPr>
        <p:grpSpPr>
          <a:xfrm>
            <a:off x="5261076" y="3817915"/>
            <a:ext cx="1417067" cy="350605"/>
            <a:chOff x="4234950" y="2101012"/>
            <a:chExt cx="4219974" cy="1044090"/>
          </a:xfrm>
        </p:grpSpPr>
        <p:sp>
          <p:nvSpPr>
            <p:cNvPr id="6521" name="Google Shape;6521;p79"/>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79"/>
          <p:cNvGrpSpPr/>
          <p:nvPr/>
        </p:nvGrpSpPr>
        <p:grpSpPr>
          <a:xfrm>
            <a:off x="6836548" y="1808672"/>
            <a:ext cx="1586327" cy="371557"/>
            <a:chOff x="1247650" y="2075423"/>
            <a:chExt cx="6648477" cy="1557238"/>
          </a:xfrm>
        </p:grpSpPr>
        <p:sp>
          <p:nvSpPr>
            <p:cNvPr id="6538" name="Google Shape;6538;p7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79"/>
          <p:cNvGrpSpPr/>
          <p:nvPr/>
        </p:nvGrpSpPr>
        <p:grpSpPr>
          <a:xfrm>
            <a:off x="5267818" y="961862"/>
            <a:ext cx="1415601" cy="1648533"/>
            <a:chOff x="1839112" y="2209163"/>
            <a:chExt cx="1918159" cy="2233784"/>
          </a:xfrm>
        </p:grpSpPr>
        <p:sp>
          <p:nvSpPr>
            <p:cNvPr id="6545" name="Google Shape;6545;p79"/>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48" name="Google Shape;6548;p79"/>
            <p:cNvCxnSpPr>
              <a:stCxn id="6545" idx="6"/>
              <a:endCxn id="6546"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549" name="Google Shape;6549;p79"/>
            <p:cNvCxnSpPr>
              <a:stCxn id="6546" idx="4"/>
              <a:endCxn id="6550"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551" name="Google Shape;6551;p79"/>
            <p:cNvCxnSpPr>
              <a:stCxn id="6550" idx="6"/>
              <a:endCxn id="6547"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552" name="Google Shape;6552;p79"/>
            <p:cNvCxnSpPr>
              <a:stCxn id="6547" idx="4"/>
              <a:endCxn id="6553"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550" name="Google Shape;6550;p79"/>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55" name="Google Shape;6555;p79"/>
            <p:cNvCxnSpPr>
              <a:endCxn id="6554"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556" name="Google Shape;6556;p79"/>
          <p:cNvGrpSpPr/>
          <p:nvPr/>
        </p:nvGrpSpPr>
        <p:grpSpPr>
          <a:xfrm>
            <a:off x="3425084" y="979946"/>
            <a:ext cx="1637968" cy="154942"/>
            <a:chOff x="238125" y="2506075"/>
            <a:chExt cx="7115411" cy="673075"/>
          </a:xfrm>
        </p:grpSpPr>
        <p:sp>
          <p:nvSpPr>
            <p:cNvPr id="6557" name="Google Shape;6557;p7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2" name="Google Shape;6562;p79"/>
          <p:cNvGrpSpPr/>
          <p:nvPr/>
        </p:nvGrpSpPr>
        <p:grpSpPr>
          <a:xfrm>
            <a:off x="1965820" y="1294664"/>
            <a:ext cx="1262932" cy="785408"/>
            <a:chOff x="548861" y="389676"/>
            <a:chExt cx="3843371" cy="2390163"/>
          </a:xfrm>
        </p:grpSpPr>
        <p:cxnSp>
          <p:nvCxnSpPr>
            <p:cNvPr id="6563" name="Google Shape;6563;p79"/>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64" name="Google Shape;6564;p79"/>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65" name="Google Shape;6565;p79"/>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66" name="Google Shape;6566;p79"/>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567" name="Google Shape;6567;p79"/>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568" name="Google Shape;6568;p79"/>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69" name="Google Shape;6569;p79"/>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570" name="Google Shape;6570;p79"/>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79"/>
          <p:cNvGrpSpPr/>
          <p:nvPr/>
        </p:nvGrpSpPr>
        <p:grpSpPr>
          <a:xfrm>
            <a:off x="753952" y="2401541"/>
            <a:ext cx="1412054" cy="633562"/>
            <a:chOff x="1187400" y="2529299"/>
            <a:chExt cx="6769193" cy="2241903"/>
          </a:xfrm>
        </p:grpSpPr>
        <p:sp>
          <p:nvSpPr>
            <p:cNvPr id="6577" name="Google Shape;6577;p79"/>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578" name="Google Shape;6578;p79"/>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79" name="Google Shape;6579;p79"/>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80" name="Google Shape;6580;p79"/>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81" name="Google Shape;6581;p79"/>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82" name="Google Shape;6582;p79"/>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83" name="Google Shape;6583;p79"/>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584" name="Google Shape;6584;p79"/>
            <p:cNvCxnSpPr>
              <a:stCxn id="6577" idx="2"/>
              <a:endCxn id="6578"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85" name="Google Shape;6585;p79"/>
            <p:cNvCxnSpPr>
              <a:stCxn id="6579" idx="0"/>
              <a:endCxn id="6577"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86" name="Google Shape;6586;p79"/>
            <p:cNvCxnSpPr>
              <a:stCxn id="6579" idx="2"/>
              <a:endCxn id="6581"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87" name="Google Shape;6587;p79"/>
            <p:cNvCxnSpPr>
              <a:stCxn id="6580" idx="0"/>
              <a:endCxn id="6579"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88" name="Google Shape;6588;p79"/>
            <p:cNvCxnSpPr>
              <a:stCxn id="6578" idx="2"/>
              <a:endCxn id="6583"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89" name="Google Shape;6589;p79"/>
            <p:cNvCxnSpPr>
              <a:stCxn id="6582" idx="0"/>
              <a:endCxn id="6578"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590" name="Google Shape;6590;p79"/>
          <p:cNvGrpSpPr/>
          <p:nvPr/>
        </p:nvGrpSpPr>
        <p:grpSpPr>
          <a:xfrm>
            <a:off x="6840198" y="2894250"/>
            <a:ext cx="1579035" cy="540873"/>
            <a:chOff x="6895650" y="3126697"/>
            <a:chExt cx="1436662" cy="492105"/>
          </a:xfrm>
        </p:grpSpPr>
        <p:sp>
          <p:nvSpPr>
            <p:cNvPr id="6591" name="Google Shape;6591;p79"/>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6" name="Google Shape;6596;p79"/>
            <p:cNvGrpSpPr/>
            <p:nvPr/>
          </p:nvGrpSpPr>
          <p:grpSpPr>
            <a:xfrm>
              <a:off x="6995957" y="3335810"/>
              <a:ext cx="1230393" cy="71754"/>
              <a:chOff x="6995957" y="3287964"/>
              <a:chExt cx="1230393" cy="71754"/>
            </a:xfrm>
          </p:grpSpPr>
          <p:sp>
            <p:nvSpPr>
              <p:cNvPr id="6597" name="Google Shape;6597;p79"/>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02" name="Google Shape;6602;p79"/>
          <p:cNvGrpSpPr/>
          <p:nvPr/>
        </p:nvGrpSpPr>
        <p:grpSpPr>
          <a:xfrm>
            <a:off x="6838780" y="3531013"/>
            <a:ext cx="1581862" cy="650625"/>
            <a:chOff x="6777990" y="3710194"/>
            <a:chExt cx="1646915" cy="677382"/>
          </a:xfrm>
        </p:grpSpPr>
        <p:grpSp>
          <p:nvGrpSpPr>
            <p:cNvPr id="6603" name="Google Shape;6603;p79"/>
            <p:cNvGrpSpPr/>
            <p:nvPr/>
          </p:nvGrpSpPr>
          <p:grpSpPr>
            <a:xfrm>
              <a:off x="6777990" y="3874492"/>
              <a:ext cx="411129" cy="513083"/>
              <a:chOff x="6777990" y="3874492"/>
              <a:chExt cx="411129" cy="513083"/>
            </a:xfrm>
          </p:grpSpPr>
          <p:cxnSp>
            <p:nvCxnSpPr>
              <p:cNvPr id="6604" name="Google Shape;6604;p79"/>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05" name="Google Shape;6605;p79"/>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6" name="Google Shape;6606;p79"/>
            <p:cNvGrpSpPr/>
            <p:nvPr/>
          </p:nvGrpSpPr>
          <p:grpSpPr>
            <a:xfrm>
              <a:off x="7188425" y="3710194"/>
              <a:ext cx="411123" cy="520535"/>
              <a:chOff x="7188425" y="3710194"/>
              <a:chExt cx="411123" cy="520535"/>
            </a:xfrm>
          </p:grpSpPr>
          <p:cxnSp>
            <p:nvCxnSpPr>
              <p:cNvPr id="6607" name="Google Shape;6607;p79"/>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08" name="Google Shape;6608;p79"/>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9" name="Google Shape;6609;p79"/>
            <p:cNvGrpSpPr/>
            <p:nvPr/>
          </p:nvGrpSpPr>
          <p:grpSpPr>
            <a:xfrm>
              <a:off x="7603341" y="3874492"/>
              <a:ext cx="411474" cy="513083"/>
              <a:chOff x="7603341" y="3874492"/>
              <a:chExt cx="411474" cy="513083"/>
            </a:xfrm>
          </p:grpSpPr>
          <p:cxnSp>
            <p:nvCxnSpPr>
              <p:cNvPr id="6610" name="Google Shape;6610;p79"/>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11" name="Google Shape;6611;p79"/>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79"/>
            <p:cNvGrpSpPr/>
            <p:nvPr/>
          </p:nvGrpSpPr>
          <p:grpSpPr>
            <a:xfrm>
              <a:off x="8013776" y="3722847"/>
              <a:ext cx="411129" cy="507881"/>
              <a:chOff x="8013776" y="3722847"/>
              <a:chExt cx="411129" cy="507881"/>
            </a:xfrm>
          </p:grpSpPr>
          <p:cxnSp>
            <p:nvCxnSpPr>
              <p:cNvPr id="6613" name="Google Shape;6613;p79"/>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614" name="Google Shape;6614;p79"/>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15" name="Google Shape;6615;p79"/>
          <p:cNvGrpSpPr/>
          <p:nvPr/>
        </p:nvGrpSpPr>
        <p:grpSpPr>
          <a:xfrm>
            <a:off x="5258295" y="2703853"/>
            <a:ext cx="1421889" cy="1020603"/>
            <a:chOff x="5190863" y="2824811"/>
            <a:chExt cx="1544860" cy="1108869"/>
          </a:xfrm>
        </p:grpSpPr>
        <p:grpSp>
          <p:nvGrpSpPr>
            <p:cNvPr id="6616" name="Google Shape;6616;p79"/>
            <p:cNvGrpSpPr/>
            <p:nvPr/>
          </p:nvGrpSpPr>
          <p:grpSpPr>
            <a:xfrm>
              <a:off x="5938695" y="3176919"/>
              <a:ext cx="685761" cy="404739"/>
              <a:chOff x="5938695" y="3176919"/>
              <a:chExt cx="685761" cy="404739"/>
            </a:xfrm>
          </p:grpSpPr>
          <p:grpSp>
            <p:nvGrpSpPr>
              <p:cNvPr id="6617" name="Google Shape;6617;p79"/>
              <p:cNvGrpSpPr/>
              <p:nvPr/>
            </p:nvGrpSpPr>
            <p:grpSpPr>
              <a:xfrm>
                <a:off x="5938695" y="3176919"/>
                <a:ext cx="685761" cy="404739"/>
                <a:chOff x="5938695" y="3176919"/>
                <a:chExt cx="685761" cy="404739"/>
              </a:xfrm>
            </p:grpSpPr>
            <p:sp>
              <p:nvSpPr>
                <p:cNvPr id="6618" name="Google Shape;6618;p79"/>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0" name="Google Shape;6620;p79"/>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1" name="Google Shape;6621;p79"/>
            <p:cNvGrpSpPr/>
            <p:nvPr/>
          </p:nvGrpSpPr>
          <p:grpSpPr>
            <a:xfrm>
              <a:off x="5305233" y="3176835"/>
              <a:ext cx="685971" cy="404655"/>
              <a:chOff x="5305233" y="3176835"/>
              <a:chExt cx="685971" cy="404655"/>
            </a:xfrm>
          </p:grpSpPr>
          <p:grpSp>
            <p:nvGrpSpPr>
              <p:cNvPr id="6622" name="Google Shape;6622;p79"/>
              <p:cNvGrpSpPr/>
              <p:nvPr/>
            </p:nvGrpSpPr>
            <p:grpSpPr>
              <a:xfrm>
                <a:off x="5305233" y="3176835"/>
                <a:ext cx="685971" cy="404655"/>
                <a:chOff x="5305233" y="3176835"/>
                <a:chExt cx="685971" cy="404655"/>
              </a:xfrm>
            </p:grpSpPr>
            <p:sp>
              <p:nvSpPr>
                <p:cNvPr id="6623" name="Google Shape;6623;p79"/>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5" name="Google Shape;6625;p79"/>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6" name="Google Shape;6626;p79"/>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7" name="Google Shape;6627;p79"/>
            <p:cNvGrpSpPr/>
            <p:nvPr/>
          </p:nvGrpSpPr>
          <p:grpSpPr>
            <a:xfrm>
              <a:off x="5657361" y="2824811"/>
              <a:ext cx="1078361" cy="404655"/>
              <a:chOff x="5657361" y="2824811"/>
              <a:chExt cx="1078361" cy="404655"/>
            </a:xfrm>
          </p:grpSpPr>
          <p:grpSp>
            <p:nvGrpSpPr>
              <p:cNvPr id="6628" name="Google Shape;6628;p79"/>
              <p:cNvGrpSpPr/>
              <p:nvPr/>
            </p:nvGrpSpPr>
            <p:grpSpPr>
              <a:xfrm>
                <a:off x="5657361" y="2824811"/>
                <a:ext cx="1078361" cy="404655"/>
                <a:chOff x="5657361" y="2824811"/>
                <a:chExt cx="1078361" cy="404655"/>
              </a:xfrm>
            </p:grpSpPr>
            <p:grpSp>
              <p:nvGrpSpPr>
                <p:cNvPr id="6629" name="Google Shape;6629;p79"/>
                <p:cNvGrpSpPr/>
                <p:nvPr/>
              </p:nvGrpSpPr>
              <p:grpSpPr>
                <a:xfrm>
                  <a:off x="5938485" y="2824811"/>
                  <a:ext cx="797237" cy="404655"/>
                  <a:chOff x="5938485" y="2824811"/>
                  <a:chExt cx="797237" cy="404655"/>
                </a:xfrm>
              </p:grpSpPr>
              <p:sp>
                <p:nvSpPr>
                  <p:cNvPr id="6630" name="Google Shape;6630;p79"/>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2" name="Google Shape;6632;p79"/>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3" name="Google Shape;6633;p79"/>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4" name="Google Shape;6634;p79"/>
            <p:cNvGrpSpPr/>
            <p:nvPr/>
          </p:nvGrpSpPr>
          <p:grpSpPr>
            <a:xfrm>
              <a:off x="5190863" y="3528942"/>
              <a:ext cx="1078026" cy="404739"/>
              <a:chOff x="5190863" y="3528942"/>
              <a:chExt cx="1078026" cy="404739"/>
            </a:xfrm>
          </p:grpSpPr>
          <p:sp>
            <p:nvSpPr>
              <p:cNvPr id="6635" name="Google Shape;6635;p79"/>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6" name="Google Shape;6636;p79"/>
              <p:cNvGrpSpPr/>
              <p:nvPr/>
            </p:nvGrpSpPr>
            <p:grpSpPr>
              <a:xfrm>
                <a:off x="5190863" y="3528942"/>
                <a:ext cx="1078026" cy="404739"/>
                <a:chOff x="5190863" y="3528942"/>
                <a:chExt cx="1078026" cy="404739"/>
              </a:xfrm>
            </p:grpSpPr>
            <p:sp>
              <p:nvSpPr>
                <p:cNvPr id="6637" name="Google Shape;6637;p79"/>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39" name="Google Shape;6639;p79"/>
          <p:cNvGrpSpPr/>
          <p:nvPr/>
        </p:nvGrpSpPr>
        <p:grpSpPr>
          <a:xfrm>
            <a:off x="724302" y="1268321"/>
            <a:ext cx="1086719" cy="879487"/>
            <a:chOff x="803162" y="1474292"/>
            <a:chExt cx="1086719" cy="879487"/>
          </a:xfrm>
        </p:grpSpPr>
        <p:grpSp>
          <p:nvGrpSpPr>
            <p:cNvPr id="6640" name="Google Shape;6640;p79"/>
            <p:cNvGrpSpPr/>
            <p:nvPr/>
          </p:nvGrpSpPr>
          <p:grpSpPr>
            <a:xfrm>
              <a:off x="803162" y="1625948"/>
              <a:ext cx="445856" cy="576579"/>
              <a:chOff x="803162" y="1625948"/>
              <a:chExt cx="445856" cy="576579"/>
            </a:xfrm>
          </p:grpSpPr>
          <p:sp>
            <p:nvSpPr>
              <p:cNvPr id="6641" name="Google Shape;6641;p79"/>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2" name="Google Shape;6642;p79"/>
              <p:cNvGrpSpPr/>
              <p:nvPr/>
            </p:nvGrpSpPr>
            <p:grpSpPr>
              <a:xfrm>
                <a:off x="1056023" y="1625948"/>
                <a:ext cx="192995" cy="576579"/>
                <a:chOff x="1056023" y="1625948"/>
                <a:chExt cx="192995" cy="576579"/>
              </a:xfrm>
            </p:grpSpPr>
            <p:sp>
              <p:nvSpPr>
                <p:cNvPr id="6643" name="Google Shape;6643;p79"/>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8" name="Google Shape;6648;p79"/>
            <p:cNvGrpSpPr/>
            <p:nvPr/>
          </p:nvGrpSpPr>
          <p:grpSpPr>
            <a:xfrm>
              <a:off x="1371406" y="1474292"/>
              <a:ext cx="518475" cy="879487"/>
              <a:chOff x="1398231" y="1474292"/>
              <a:chExt cx="518475" cy="879487"/>
            </a:xfrm>
          </p:grpSpPr>
          <p:grpSp>
            <p:nvGrpSpPr>
              <p:cNvPr id="6649" name="Google Shape;6649;p79"/>
              <p:cNvGrpSpPr/>
              <p:nvPr/>
            </p:nvGrpSpPr>
            <p:grpSpPr>
              <a:xfrm>
                <a:off x="1398231" y="1474292"/>
                <a:ext cx="518475" cy="341643"/>
                <a:chOff x="1398231" y="1474292"/>
                <a:chExt cx="518475" cy="341643"/>
              </a:xfrm>
            </p:grpSpPr>
            <p:sp>
              <p:nvSpPr>
                <p:cNvPr id="6650" name="Google Shape;6650;p79"/>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1" name="Google Shape;6651;p79"/>
                <p:cNvGrpSpPr/>
                <p:nvPr/>
              </p:nvGrpSpPr>
              <p:grpSpPr>
                <a:xfrm>
                  <a:off x="1616453" y="1474292"/>
                  <a:ext cx="300253" cy="341643"/>
                  <a:chOff x="1616453" y="1475379"/>
                  <a:chExt cx="300253" cy="341643"/>
                </a:xfrm>
              </p:grpSpPr>
              <p:sp>
                <p:nvSpPr>
                  <p:cNvPr id="6652" name="Google Shape;6652;p79"/>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9" name="Google Shape;6659;p79"/>
                  <p:cNvGrpSpPr/>
                  <p:nvPr/>
                </p:nvGrpSpPr>
                <p:grpSpPr>
                  <a:xfrm>
                    <a:off x="1839639" y="1475379"/>
                    <a:ext cx="77067" cy="341643"/>
                    <a:chOff x="1839639" y="1475379"/>
                    <a:chExt cx="77067" cy="341643"/>
                  </a:xfrm>
                </p:grpSpPr>
                <p:sp>
                  <p:nvSpPr>
                    <p:cNvPr id="6660" name="Google Shape;6660;p79"/>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62" name="Google Shape;6662;p79"/>
              <p:cNvGrpSpPr/>
              <p:nvPr/>
            </p:nvGrpSpPr>
            <p:grpSpPr>
              <a:xfrm>
                <a:off x="1398451" y="2012951"/>
                <a:ext cx="518255" cy="340828"/>
                <a:chOff x="1398451" y="2012951"/>
                <a:chExt cx="518255" cy="340828"/>
              </a:xfrm>
            </p:grpSpPr>
            <p:sp>
              <p:nvSpPr>
                <p:cNvPr id="6663" name="Google Shape;6663;p79"/>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4" name="Google Shape;6664;p79"/>
                <p:cNvGrpSpPr/>
                <p:nvPr/>
              </p:nvGrpSpPr>
              <p:grpSpPr>
                <a:xfrm>
                  <a:off x="1616453" y="2012951"/>
                  <a:ext cx="300253" cy="340828"/>
                  <a:chOff x="1616453" y="2013538"/>
                  <a:chExt cx="300253" cy="340828"/>
                </a:xfrm>
              </p:grpSpPr>
              <p:sp>
                <p:nvSpPr>
                  <p:cNvPr id="6665" name="Google Shape;6665;p79"/>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2" name="Google Shape;6672;p79"/>
                  <p:cNvGrpSpPr/>
                  <p:nvPr/>
                </p:nvGrpSpPr>
                <p:grpSpPr>
                  <a:xfrm>
                    <a:off x="1839639" y="2013538"/>
                    <a:ext cx="77067" cy="340828"/>
                    <a:chOff x="1839639" y="2013538"/>
                    <a:chExt cx="77067" cy="340828"/>
                  </a:xfrm>
                </p:grpSpPr>
                <p:sp>
                  <p:nvSpPr>
                    <p:cNvPr id="6673" name="Google Shape;6673;p79"/>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675" name="Google Shape;6675;p79"/>
          <p:cNvGrpSpPr/>
          <p:nvPr/>
        </p:nvGrpSpPr>
        <p:grpSpPr>
          <a:xfrm>
            <a:off x="721126" y="3399508"/>
            <a:ext cx="1368681" cy="682918"/>
            <a:chOff x="724986" y="3605478"/>
            <a:chExt cx="1368681" cy="682918"/>
          </a:xfrm>
        </p:grpSpPr>
        <p:grpSp>
          <p:nvGrpSpPr>
            <p:cNvPr id="6676" name="Google Shape;6676;p79"/>
            <p:cNvGrpSpPr/>
            <p:nvPr/>
          </p:nvGrpSpPr>
          <p:grpSpPr>
            <a:xfrm>
              <a:off x="1289102" y="3823629"/>
              <a:ext cx="240442" cy="250435"/>
              <a:chOff x="-165066" y="3843615"/>
              <a:chExt cx="221259" cy="230455"/>
            </a:xfrm>
          </p:grpSpPr>
          <p:sp>
            <p:nvSpPr>
              <p:cNvPr id="6677" name="Google Shape;6677;p79"/>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9"/>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9"/>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7" name="Google Shape;6697;p79"/>
            <p:cNvGrpSpPr/>
            <p:nvPr/>
          </p:nvGrpSpPr>
          <p:grpSpPr>
            <a:xfrm>
              <a:off x="724986" y="3605478"/>
              <a:ext cx="1368681" cy="682918"/>
              <a:chOff x="724986" y="3605478"/>
              <a:chExt cx="1368681" cy="682918"/>
            </a:xfrm>
          </p:grpSpPr>
          <p:grpSp>
            <p:nvGrpSpPr>
              <p:cNvPr id="6698" name="Google Shape;6698;p79"/>
              <p:cNvGrpSpPr/>
              <p:nvPr/>
            </p:nvGrpSpPr>
            <p:grpSpPr>
              <a:xfrm>
                <a:off x="1498221" y="4047614"/>
                <a:ext cx="529172" cy="240783"/>
                <a:chOff x="1498221" y="4047614"/>
                <a:chExt cx="529172" cy="240783"/>
              </a:xfrm>
            </p:grpSpPr>
            <p:grpSp>
              <p:nvGrpSpPr>
                <p:cNvPr id="6699" name="Google Shape;6699;p79"/>
                <p:cNvGrpSpPr/>
                <p:nvPr/>
              </p:nvGrpSpPr>
              <p:grpSpPr>
                <a:xfrm>
                  <a:off x="1826655" y="4224370"/>
                  <a:ext cx="200738" cy="25631"/>
                  <a:chOff x="1826655" y="4224370"/>
                  <a:chExt cx="200738" cy="25631"/>
                </a:xfrm>
              </p:grpSpPr>
              <p:sp>
                <p:nvSpPr>
                  <p:cNvPr id="6700" name="Google Shape;6700;p79"/>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2" name="Google Shape;6702;p79"/>
                <p:cNvGrpSpPr/>
                <p:nvPr/>
              </p:nvGrpSpPr>
              <p:grpSpPr>
                <a:xfrm>
                  <a:off x="1498221" y="4047614"/>
                  <a:ext cx="328444" cy="240783"/>
                  <a:chOff x="1498221" y="4047614"/>
                  <a:chExt cx="328444" cy="240783"/>
                </a:xfrm>
              </p:grpSpPr>
              <p:sp>
                <p:nvSpPr>
                  <p:cNvPr id="6703" name="Google Shape;6703;p79"/>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4" name="Google Shape;6704;p79"/>
                  <p:cNvGrpSpPr/>
                  <p:nvPr/>
                </p:nvGrpSpPr>
                <p:grpSpPr>
                  <a:xfrm>
                    <a:off x="1498221" y="4047614"/>
                    <a:ext cx="150566" cy="190416"/>
                    <a:chOff x="1498221" y="4047614"/>
                    <a:chExt cx="150566" cy="190416"/>
                  </a:xfrm>
                </p:grpSpPr>
                <p:sp>
                  <p:nvSpPr>
                    <p:cNvPr id="6705" name="Google Shape;6705;p79"/>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9"/>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707" name="Google Shape;6707;p79"/>
              <p:cNvGrpSpPr/>
              <p:nvPr/>
            </p:nvGrpSpPr>
            <p:grpSpPr>
              <a:xfrm>
                <a:off x="1560718" y="3800594"/>
                <a:ext cx="532948" cy="302090"/>
                <a:chOff x="1560718" y="3800594"/>
                <a:chExt cx="532948" cy="302090"/>
              </a:xfrm>
            </p:grpSpPr>
            <p:grpSp>
              <p:nvGrpSpPr>
                <p:cNvPr id="6708" name="Google Shape;6708;p79"/>
                <p:cNvGrpSpPr/>
                <p:nvPr/>
              </p:nvGrpSpPr>
              <p:grpSpPr>
                <a:xfrm>
                  <a:off x="1912179" y="3827344"/>
                  <a:ext cx="181487" cy="25631"/>
                  <a:chOff x="1912179" y="3827344"/>
                  <a:chExt cx="181487" cy="25631"/>
                </a:xfrm>
              </p:grpSpPr>
              <p:sp>
                <p:nvSpPr>
                  <p:cNvPr id="6709" name="Google Shape;6709;p79"/>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79"/>
                <p:cNvGrpSpPr/>
                <p:nvPr/>
              </p:nvGrpSpPr>
              <p:grpSpPr>
                <a:xfrm>
                  <a:off x="1912179" y="4044505"/>
                  <a:ext cx="181487" cy="25622"/>
                  <a:chOff x="1912179" y="4044506"/>
                  <a:chExt cx="181487" cy="25622"/>
                </a:xfrm>
              </p:grpSpPr>
              <p:sp>
                <p:nvSpPr>
                  <p:cNvPr id="6712" name="Google Shape;6712;p79"/>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79"/>
                <p:cNvGrpSpPr/>
                <p:nvPr/>
              </p:nvGrpSpPr>
              <p:grpSpPr>
                <a:xfrm>
                  <a:off x="1560718" y="3800594"/>
                  <a:ext cx="351472" cy="302090"/>
                  <a:chOff x="1560718" y="3800594"/>
                  <a:chExt cx="351472" cy="302090"/>
                </a:xfrm>
              </p:grpSpPr>
              <p:grpSp>
                <p:nvGrpSpPr>
                  <p:cNvPr id="6715" name="Google Shape;6715;p79"/>
                  <p:cNvGrpSpPr/>
                  <p:nvPr/>
                </p:nvGrpSpPr>
                <p:grpSpPr>
                  <a:xfrm>
                    <a:off x="1560718" y="3842857"/>
                    <a:ext cx="173586" cy="217131"/>
                    <a:chOff x="1560718" y="3842857"/>
                    <a:chExt cx="173586" cy="217131"/>
                  </a:xfrm>
                </p:grpSpPr>
                <p:sp>
                  <p:nvSpPr>
                    <p:cNvPr id="6716" name="Google Shape;6716;p79"/>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9" name="Google Shape;6719;p79"/>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721" name="Google Shape;6721;p79"/>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2" name="Google Shape;6722;p79"/>
              <p:cNvGrpSpPr/>
              <p:nvPr/>
            </p:nvGrpSpPr>
            <p:grpSpPr>
              <a:xfrm>
                <a:off x="785350" y="3605478"/>
                <a:ext cx="535311" cy="249245"/>
                <a:chOff x="785350" y="3605478"/>
                <a:chExt cx="535311" cy="249245"/>
              </a:xfrm>
            </p:grpSpPr>
            <p:grpSp>
              <p:nvGrpSpPr>
                <p:cNvPr id="6723" name="Google Shape;6723;p79"/>
                <p:cNvGrpSpPr/>
                <p:nvPr/>
              </p:nvGrpSpPr>
              <p:grpSpPr>
                <a:xfrm>
                  <a:off x="785350" y="3605478"/>
                  <a:ext cx="376191" cy="102736"/>
                  <a:chOff x="785350" y="3605478"/>
                  <a:chExt cx="376191" cy="102736"/>
                </a:xfrm>
              </p:grpSpPr>
              <p:sp>
                <p:nvSpPr>
                  <p:cNvPr id="6724" name="Google Shape;6724;p79"/>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7" name="Google Shape;6727;p79"/>
                <p:cNvGrpSpPr/>
                <p:nvPr/>
              </p:nvGrpSpPr>
              <p:grpSpPr>
                <a:xfrm>
                  <a:off x="1161530" y="3655851"/>
                  <a:ext cx="159131" cy="198872"/>
                  <a:chOff x="1161530" y="3655851"/>
                  <a:chExt cx="159131" cy="198872"/>
                </a:xfrm>
              </p:grpSpPr>
              <p:sp>
                <p:nvSpPr>
                  <p:cNvPr id="6728" name="Google Shape;6728;p79"/>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0" name="Google Shape;6730;p79"/>
              <p:cNvGrpSpPr/>
              <p:nvPr/>
            </p:nvGrpSpPr>
            <p:grpSpPr>
              <a:xfrm>
                <a:off x="785350" y="4047614"/>
                <a:ext cx="535311" cy="240783"/>
                <a:chOff x="785350" y="4047614"/>
                <a:chExt cx="535311" cy="240783"/>
              </a:xfrm>
            </p:grpSpPr>
            <p:grpSp>
              <p:nvGrpSpPr>
                <p:cNvPr id="6731" name="Google Shape;6731;p79"/>
                <p:cNvGrpSpPr/>
                <p:nvPr/>
              </p:nvGrpSpPr>
              <p:grpSpPr>
                <a:xfrm>
                  <a:off x="1161636" y="4047614"/>
                  <a:ext cx="159025" cy="190415"/>
                  <a:chOff x="1161636" y="4047614"/>
                  <a:chExt cx="159025" cy="190415"/>
                </a:xfrm>
              </p:grpSpPr>
              <p:sp>
                <p:nvSpPr>
                  <p:cNvPr id="6732" name="Google Shape;6732;p79"/>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79"/>
                <p:cNvGrpSpPr/>
                <p:nvPr/>
              </p:nvGrpSpPr>
              <p:grpSpPr>
                <a:xfrm>
                  <a:off x="785350" y="4185661"/>
                  <a:ext cx="376191" cy="102736"/>
                  <a:chOff x="785350" y="4185661"/>
                  <a:chExt cx="376191" cy="102736"/>
                </a:xfrm>
              </p:grpSpPr>
              <p:sp>
                <p:nvSpPr>
                  <p:cNvPr id="6735" name="Google Shape;6735;p79"/>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8" name="Google Shape;6738;p79"/>
              <p:cNvGrpSpPr/>
              <p:nvPr/>
            </p:nvGrpSpPr>
            <p:grpSpPr>
              <a:xfrm>
                <a:off x="1501054" y="3605478"/>
                <a:ext cx="526340" cy="249240"/>
                <a:chOff x="1501054" y="3605478"/>
                <a:chExt cx="526340" cy="249240"/>
              </a:xfrm>
            </p:grpSpPr>
            <p:grpSp>
              <p:nvGrpSpPr>
                <p:cNvPr id="6739" name="Google Shape;6739;p79"/>
                <p:cNvGrpSpPr/>
                <p:nvPr/>
              </p:nvGrpSpPr>
              <p:grpSpPr>
                <a:xfrm>
                  <a:off x="1834208" y="3643867"/>
                  <a:ext cx="193185" cy="25622"/>
                  <a:chOff x="1834208" y="3643867"/>
                  <a:chExt cx="193185" cy="25622"/>
                </a:xfrm>
              </p:grpSpPr>
              <p:sp>
                <p:nvSpPr>
                  <p:cNvPr id="6740" name="Google Shape;6740;p79"/>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2" name="Google Shape;6742;p79"/>
                <p:cNvGrpSpPr/>
                <p:nvPr/>
              </p:nvGrpSpPr>
              <p:grpSpPr>
                <a:xfrm>
                  <a:off x="1501054" y="3605478"/>
                  <a:ext cx="333165" cy="249240"/>
                  <a:chOff x="1501054" y="3605478"/>
                  <a:chExt cx="333165" cy="249240"/>
                </a:xfrm>
              </p:grpSpPr>
              <p:sp>
                <p:nvSpPr>
                  <p:cNvPr id="6743" name="Google Shape;6743;p79"/>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4" name="Google Shape;6744;p79"/>
                  <p:cNvGrpSpPr/>
                  <p:nvPr/>
                </p:nvGrpSpPr>
                <p:grpSpPr>
                  <a:xfrm>
                    <a:off x="1501054" y="3655851"/>
                    <a:ext cx="155286" cy="198867"/>
                    <a:chOff x="1501054" y="3655851"/>
                    <a:chExt cx="155286" cy="198867"/>
                  </a:xfrm>
                </p:grpSpPr>
                <p:sp>
                  <p:nvSpPr>
                    <p:cNvPr id="6745" name="Google Shape;6745;p79"/>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747" name="Google Shape;6747;p79"/>
              <p:cNvGrpSpPr/>
              <p:nvPr/>
            </p:nvGrpSpPr>
            <p:grpSpPr>
              <a:xfrm>
                <a:off x="724986" y="3800594"/>
                <a:ext cx="532950" cy="302090"/>
                <a:chOff x="724986" y="3800594"/>
                <a:chExt cx="532950" cy="302090"/>
              </a:xfrm>
            </p:grpSpPr>
            <p:grpSp>
              <p:nvGrpSpPr>
                <p:cNvPr id="6748" name="Google Shape;6748;p79"/>
                <p:cNvGrpSpPr/>
                <p:nvPr/>
              </p:nvGrpSpPr>
              <p:grpSpPr>
                <a:xfrm>
                  <a:off x="724986" y="4044367"/>
                  <a:ext cx="181314" cy="25626"/>
                  <a:chOff x="724986" y="4044367"/>
                  <a:chExt cx="181314" cy="25626"/>
                </a:xfrm>
              </p:grpSpPr>
              <p:sp>
                <p:nvSpPr>
                  <p:cNvPr id="6749" name="Google Shape;6749;p79"/>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79"/>
                <p:cNvGrpSpPr/>
                <p:nvPr/>
              </p:nvGrpSpPr>
              <p:grpSpPr>
                <a:xfrm>
                  <a:off x="906290" y="3800594"/>
                  <a:ext cx="351646" cy="302090"/>
                  <a:chOff x="906290" y="3800594"/>
                  <a:chExt cx="351646" cy="302090"/>
                </a:xfrm>
              </p:grpSpPr>
              <p:grpSp>
                <p:nvGrpSpPr>
                  <p:cNvPr id="6752" name="Google Shape;6752;p79"/>
                  <p:cNvGrpSpPr/>
                  <p:nvPr/>
                </p:nvGrpSpPr>
                <p:grpSpPr>
                  <a:xfrm>
                    <a:off x="1084172" y="3842857"/>
                    <a:ext cx="173764" cy="217131"/>
                    <a:chOff x="1084172" y="3842857"/>
                    <a:chExt cx="173764" cy="217131"/>
                  </a:xfrm>
                </p:grpSpPr>
                <p:grpSp>
                  <p:nvGrpSpPr>
                    <p:cNvPr id="6753" name="Google Shape;6753;p79"/>
                    <p:cNvGrpSpPr/>
                    <p:nvPr/>
                  </p:nvGrpSpPr>
                  <p:grpSpPr>
                    <a:xfrm>
                      <a:off x="1156862" y="3936509"/>
                      <a:ext cx="101073" cy="25622"/>
                      <a:chOff x="1156862" y="3936509"/>
                      <a:chExt cx="101073" cy="25622"/>
                    </a:xfrm>
                  </p:grpSpPr>
                  <p:sp>
                    <p:nvSpPr>
                      <p:cNvPr id="6754" name="Google Shape;6754;p79"/>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9"/>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6" name="Google Shape;6756;p79"/>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7" name="Google Shape;6757;p79"/>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9" name="Google Shape;6759;p79"/>
                <p:cNvGrpSpPr/>
                <p:nvPr/>
              </p:nvGrpSpPr>
              <p:grpSpPr>
                <a:xfrm>
                  <a:off x="724986" y="3830189"/>
                  <a:ext cx="189533" cy="25626"/>
                  <a:chOff x="724986" y="3830189"/>
                  <a:chExt cx="189533" cy="25626"/>
                </a:xfrm>
              </p:grpSpPr>
              <p:sp>
                <p:nvSpPr>
                  <p:cNvPr id="6760" name="Google Shape;6760;p79"/>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762" name="Google Shape;6762;p79"/>
          <p:cNvGrpSpPr/>
          <p:nvPr/>
        </p:nvGrpSpPr>
        <p:grpSpPr>
          <a:xfrm>
            <a:off x="2249438" y="2249669"/>
            <a:ext cx="948701" cy="935378"/>
            <a:chOff x="2253298" y="2428317"/>
            <a:chExt cx="948701" cy="935378"/>
          </a:xfrm>
        </p:grpSpPr>
        <p:sp>
          <p:nvSpPr>
            <p:cNvPr id="6763" name="Google Shape;6763;p79"/>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9"/>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9"/>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9"/>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6799"/>
        <p:cNvGrpSpPr/>
        <p:nvPr/>
      </p:nvGrpSpPr>
      <p:grpSpPr>
        <a:xfrm>
          <a:off x="0" y="0"/>
          <a:ext cx="0" cy="0"/>
          <a:chOff x="0" y="0"/>
          <a:chExt cx="0" cy="0"/>
        </a:xfrm>
      </p:grpSpPr>
      <p:grpSp>
        <p:nvGrpSpPr>
          <p:cNvPr id="6800" name="Google Shape;6800;p80"/>
          <p:cNvGrpSpPr/>
          <p:nvPr/>
        </p:nvGrpSpPr>
        <p:grpSpPr>
          <a:xfrm>
            <a:off x="3339745" y="952988"/>
            <a:ext cx="2363393" cy="1017867"/>
            <a:chOff x="3292400" y="1219146"/>
            <a:chExt cx="2615240" cy="1110239"/>
          </a:xfrm>
        </p:grpSpPr>
        <p:sp>
          <p:nvSpPr>
            <p:cNvPr id="6801" name="Google Shape;6801;p80"/>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6802" name="Google Shape;6802;p80"/>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03" name="Google Shape;6803;p80"/>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6804" name="Google Shape;6804;p80"/>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6805" name="Google Shape;6805;p80"/>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6806" name="Google Shape;6806;p80"/>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6807" name="Google Shape;6807;p80"/>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6808" name="Google Shape;6808;p80"/>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6809" name="Google Shape;6809;p80"/>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6810" name="Google Shape;6810;p80"/>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6811" name="Google Shape;6811;p80"/>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812" name="Google Shape;6812;p80"/>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6813" name="Google Shape;6813;p80"/>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814" name="Google Shape;6814;p80"/>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6815" name="Google Shape;6815;p80"/>
            <p:cNvGrpSpPr/>
            <p:nvPr/>
          </p:nvGrpSpPr>
          <p:grpSpPr>
            <a:xfrm>
              <a:off x="3748438" y="1378608"/>
              <a:ext cx="2159202" cy="903971"/>
              <a:chOff x="1683525" y="2179850"/>
              <a:chExt cx="4519050" cy="2134525"/>
            </a:xfrm>
          </p:grpSpPr>
          <p:sp>
            <p:nvSpPr>
              <p:cNvPr id="6816" name="Google Shape;6816;p8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17" name="Google Shape;6817;p8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18" name="Google Shape;6818;p8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19" name="Google Shape;6819;p8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0" name="Google Shape;6820;p8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1" name="Google Shape;6821;p8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2" name="Google Shape;6822;p8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3" name="Google Shape;6823;p8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4" name="Google Shape;6824;p8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5" name="Google Shape;6825;p8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6" name="Google Shape;6826;p8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827" name="Google Shape;6827;p8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6828" name="Google Shape;6828;p80"/>
          <p:cNvGraphicFramePr/>
          <p:nvPr/>
        </p:nvGraphicFramePr>
        <p:xfrm>
          <a:off x="5935838" y="2130461"/>
          <a:ext cx="3000000" cy="3000000"/>
        </p:xfrm>
        <a:graphic>
          <a:graphicData uri="http://schemas.openxmlformats.org/drawingml/2006/table">
            <a:tbl>
              <a:tblPr>
                <a:noFill/>
                <a:tableStyleId>{0A962230-4F77-4ABE-9BE0-74B063F37B1E}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829" name="Google Shape;6829;p80"/>
          <p:cNvGrpSpPr/>
          <p:nvPr/>
        </p:nvGrpSpPr>
        <p:grpSpPr>
          <a:xfrm>
            <a:off x="5935948" y="3189058"/>
            <a:ext cx="2496964" cy="1001454"/>
            <a:chOff x="1919611" y="789980"/>
            <a:chExt cx="1474179" cy="606868"/>
          </a:xfrm>
        </p:grpSpPr>
        <p:cxnSp>
          <p:nvCxnSpPr>
            <p:cNvPr id="6830" name="Google Shape;6830;p8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831" name="Google Shape;6831;p8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832" name="Google Shape;6832;p8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833" name="Google Shape;6833;p8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6834" name="Google Shape;6834;p8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6835" name="Google Shape;6835;p8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6836" name="Google Shape;6836;p8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6837" name="Google Shape;6837;p8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0"/>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6844" name="Google Shape;6844;p80"/>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6845" name="Google Shape;6845;p80"/>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6846" name="Google Shape;6846;p8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7" name="Google Shape;6847;p80"/>
          <p:cNvGrpSpPr/>
          <p:nvPr/>
        </p:nvGrpSpPr>
        <p:grpSpPr>
          <a:xfrm>
            <a:off x="712562" y="998017"/>
            <a:ext cx="2394370" cy="976502"/>
            <a:chOff x="749309" y="1112739"/>
            <a:chExt cx="2371603" cy="976502"/>
          </a:xfrm>
        </p:grpSpPr>
        <p:sp>
          <p:nvSpPr>
            <p:cNvPr id="6848" name="Google Shape;6848;p80"/>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0"/>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0"/>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0"/>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0"/>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0"/>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0"/>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0"/>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0"/>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0"/>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0"/>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0"/>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0"/>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0"/>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0"/>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0"/>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0"/>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0"/>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0"/>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0"/>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0"/>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0"/>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0"/>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0"/>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0"/>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0"/>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0"/>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0"/>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880" name="Google Shape;6880;p80"/>
          <p:cNvGraphicFramePr/>
          <p:nvPr/>
        </p:nvGraphicFramePr>
        <p:xfrm>
          <a:off x="5935863" y="996311"/>
          <a:ext cx="3000000" cy="3000000"/>
        </p:xfrm>
        <a:graphic>
          <a:graphicData uri="http://schemas.openxmlformats.org/drawingml/2006/table">
            <a:tbl>
              <a:tblPr>
                <a:noFill/>
                <a:tableStyleId>{0A962230-4F77-4ABE-9BE0-74B063F37B1E}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6881" name="Google Shape;6881;p80"/>
          <p:cNvGraphicFramePr/>
          <p:nvPr/>
        </p:nvGraphicFramePr>
        <p:xfrm>
          <a:off x="3342575" y="2130461"/>
          <a:ext cx="3000000" cy="3000000"/>
        </p:xfrm>
        <a:graphic>
          <a:graphicData uri="http://schemas.openxmlformats.org/drawingml/2006/table">
            <a:tbl>
              <a:tblPr>
                <a:noFill/>
                <a:tableStyleId>{0A962230-4F77-4ABE-9BE0-74B063F37B1E}</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882" name="Google Shape;6882;p80"/>
          <p:cNvGrpSpPr/>
          <p:nvPr/>
        </p:nvGrpSpPr>
        <p:grpSpPr>
          <a:xfrm>
            <a:off x="4086505" y="2517104"/>
            <a:ext cx="1517436" cy="74460"/>
            <a:chOff x="3980086" y="2804397"/>
            <a:chExt cx="1227600" cy="66900"/>
          </a:xfrm>
        </p:grpSpPr>
        <p:sp>
          <p:nvSpPr>
            <p:cNvPr id="6883" name="Google Shape;6883;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80"/>
          <p:cNvGrpSpPr/>
          <p:nvPr/>
        </p:nvGrpSpPr>
        <p:grpSpPr>
          <a:xfrm>
            <a:off x="4711569" y="2809692"/>
            <a:ext cx="892956" cy="74460"/>
            <a:chOff x="3980086" y="2804397"/>
            <a:chExt cx="1227600" cy="66900"/>
          </a:xfrm>
        </p:grpSpPr>
        <p:sp>
          <p:nvSpPr>
            <p:cNvPr id="6886" name="Google Shape;6886;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80"/>
          <p:cNvGrpSpPr/>
          <p:nvPr/>
        </p:nvGrpSpPr>
        <p:grpSpPr>
          <a:xfrm>
            <a:off x="3344661" y="3168575"/>
            <a:ext cx="2363244" cy="1005943"/>
            <a:chOff x="3358415" y="3361302"/>
            <a:chExt cx="2363244" cy="1024695"/>
          </a:xfrm>
        </p:grpSpPr>
        <p:grpSp>
          <p:nvGrpSpPr>
            <p:cNvPr id="6889" name="Google Shape;6889;p80"/>
            <p:cNvGrpSpPr/>
            <p:nvPr/>
          </p:nvGrpSpPr>
          <p:grpSpPr>
            <a:xfrm>
              <a:off x="3358415" y="3361302"/>
              <a:ext cx="441300" cy="1024695"/>
              <a:chOff x="3358415" y="3361302"/>
              <a:chExt cx="441300" cy="1024695"/>
            </a:xfrm>
          </p:grpSpPr>
          <p:sp>
            <p:nvSpPr>
              <p:cNvPr id="6890" name="Google Shape;6890;p80"/>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0"/>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0"/>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0"/>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0"/>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0"/>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80"/>
            <p:cNvGrpSpPr/>
            <p:nvPr/>
          </p:nvGrpSpPr>
          <p:grpSpPr>
            <a:xfrm>
              <a:off x="3838901" y="3361302"/>
              <a:ext cx="441300" cy="1024695"/>
              <a:chOff x="3838901" y="3361302"/>
              <a:chExt cx="441300" cy="1024695"/>
            </a:xfrm>
          </p:grpSpPr>
          <p:sp>
            <p:nvSpPr>
              <p:cNvPr id="6897" name="Google Shape;6897;p80"/>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0"/>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0"/>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0"/>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0"/>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0"/>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3" name="Google Shape;6903;p80"/>
            <p:cNvGrpSpPr/>
            <p:nvPr/>
          </p:nvGrpSpPr>
          <p:grpSpPr>
            <a:xfrm>
              <a:off x="4319387" y="3361302"/>
              <a:ext cx="441300" cy="1024695"/>
              <a:chOff x="4319387" y="3361302"/>
              <a:chExt cx="441300" cy="1024695"/>
            </a:xfrm>
          </p:grpSpPr>
          <p:sp>
            <p:nvSpPr>
              <p:cNvPr id="6904" name="Google Shape;6904;p80"/>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0"/>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0"/>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0"/>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0"/>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0"/>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0" name="Google Shape;6910;p80"/>
            <p:cNvGrpSpPr/>
            <p:nvPr/>
          </p:nvGrpSpPr>
          <p:grpSpPr>
            <a:xfrm>
              <a:off x="4799873" y="3361302"/>
              <a:ext cx="441300" cy="1024695"/>
              <a:chOff x="4799873" y="3361302"/>
              <a:chExt cx="441300" cy="1024695"/>
            </a:xfrm>
          </p:grpSpPr>
          <p:sp>
            <p:nvSpPr>
              <p:cNvPr id="6911" name="Google Shape;6911;p80"/>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0"/>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0"/>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0"/>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0"/>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0"/>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7" name="Google Shape;6917;p80"/>
            <p:cNvGrpSpPr/>
            <p:nvPr/>
          </p:nvGrpSpPr>
          <p:grpSpPr>
            <a:xfrm>
              <a:off x="5280360" y="3361302"/>
              <a:ext cx="441300" cy="1024695"/>
              <a:chOff x="5280360" y="3361302"/>
              <a:chExt cx="441300" cy="1024695"/>
            </a:xfrm>
          </p:grpSpPr>
          <p:sp>
            <p:nvSpPr>
              <p:cNvPr id="6918" name="Google Shape;6918;p80"/>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0"/>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0"/>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0"/>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0"/>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0"/>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924" name="Google Shape;6924;p80"/>
          <p:cNvGraphicFramePr/>
          <p:nvPr/>
        </p:nvGraphicFramePr>
        <p:xfrm>
          <a:off x="711088" y="2130461"/>
          <a:ext cx="3000000" cy="3000000"/>
        </p:xfrm>
        <a:graphic>
          <a:graphicData uri="http://schemas.openxmlformats.org/drawingml/2006/table">
            <a:tbl>
              <a:tblPr>
                <a:noFill/>
                <a:tableStyleId>{0A962230-4F77-4ABE-9BE0-74B063F37B1E}</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925" name="Google Shape;6925;p80"/>
          <p:cNvGrpSpPr/>
          <p:nvPr/>
        </p:nvGrpSpPr>
        <p:grpSpPr>
          <a:xfrm>
            <a:off x="712613" y="3180186"/>
            <a:ext cx="2403614" cy="1005900"/>
            <a:chOff x="726450" y="3372825"/>
            <a:chExt cx="2403614" cy="1005900"/>
          </a:xfrm>
        </p:grpSpPr>
        <p:grpSp>
          <p:nvGrpSpPr>
            <p:cNvPr id="6926" name="Google Shape;6926;p80"/>
            <p:cNvGrpSpPr/>
            <p:nvPr/>
          </p:nvGrpSpPr>
          <p:grpSpPr>
            <a:xfrm>
              <a:off x="726450" y="3696000"/>
              <a:ext cx="2403614" cy="500898"/>
              <a:chOff x="726450" y="3696000"/>
              <a:chExt cx="2403614" cy="500898"/>
            </a:xfrm>
          </p:grpSpPr>
          <p:sp>
            <p:nvSpPr>
              <p:cNvPr id="6927" name="Google Shape;6927;p80"/>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28" name="Google Shape;6928;p80"/>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929" name="Google Shape;6929;p80"/>
            <p:cNvGrpSpPr/>
            <p:nvPr/>
          </p:nvGrpSpPr>
          <p:grpSpPr>
            <a:xfrm>
              <a:off x="1348050" y="3372825"/>
              <a:ext cx="1720425" cy="1005900"/>
              <a:chOff x="1348050" y="3372825"/>
              <a:chExt cx="1720425" cy="1005900"/>
            </a:xfrm>
          </p:grpSpPr>
          <p:sp>
            <p:nvSpPr>
              <p:cNvPr id="6930" name="Google Shape;6930;p80"/>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31" name="Google Shape;6931;p80"/>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32" name="Google Shape;6932;p80"/>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33" name="Google Shape;6933;p80"/>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34" name="Google Shape;6934;p80"/>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935" name="Google Shape;6935;p80"/>
            <p:cNvGrpSpPr/>
            <p:nvPr/>
          </p:nvGrpSpPr>
          <p:grpSpPr>
            <a:xfrm>
              <a:off x="1455707" y="3731058"/>
              <a:ext cx="1491150" cy="417657"/>
              <a:chOff x="1455707" y="3731058"/>
              <a:chExt cx="1491150" cy="417657"/>
            </a:xfrm>
          </p:grpSpPr>
          <p:grpSp>
            <p:nvGrpSpPr>
              <p:cNvPr id="6936" name="Google Shape;6936;p80"/>
              <p:cNvGrpSpPr/>
              <p:nvPr/>
            </p:nvGrpSpPr>
            <p:grpSpPr>
              <a:xfrm>
                <a:off x="1472938" y="3745828"/>
                <a:ext cx="72126" cy="53788"/>
                <a:chOff x="1472938" y="3745828"/>
                <a:chExt cx="72126" cy="53788"/>
              </a:xfrm>
            </p:grpSpPr>
            <p:sp>
              <p:nvSpPr>
                <p:cNvPr id="6937" name="Google Shape;6937;p80"/>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0"/>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9" name="Google Shape;6939;p80"/>
              <p:cNvGrpSpPr/>
              <p:nvPr/>
            </p:nvGrpSpPr>
            <p:grpSpPr>
              <a:xfrm>
                <a:off x="1819181" y="4089633"/>
                <a:ext cx="72126" cy="53788"/>
                <a:chOff x="1819181" y="4089633"/>
                <a:chExt cx="72126" cy="53788"/>
              </a:xfrm>
            </p:grpSpPr>
            <p:sp>
              <p:nvSpPr>
                <p:cNvPr id="6940" name="Google Shape;6940;p80"/>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0"/>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2" name="Google Shape;6942;p80"/>
              <p:cNvGrpSpPr/>
              <p:nvPr/>
            </p:nvGrpSpPr>
            <p:grpSpPr>
              <a:xfrm>
                <a:off x="1455707" y="4084171"/>
                <a:ext cx="64321" cy="64544"/>
                <a:chOff x="1455707" y="4084171"/>
                <a:chExt cx="64321" cy="64544"/>
              </a:xfrm>
            </p:grpSpPr>
            <p:sp>
              <p:nvSpPr>
                <p:cNvPr id="6943" name="Google Shape;6943;p80"/>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0"/>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80"/>
              <p:cNvGrpSpPr/>
              <p:nvPr/>
            </p:nvGrpSpPr>
            <p:grpSpPr>
              <a:xfrm>
                <a:off x="1818610" y="3731058"/>
                <a:ext cx="64321" cy="64544"/>
                <a:chOff x="1818610" y="3731058"/>
                <a:chExt cx="64321" cy="64544"/>
              </a:xfrm>
            </p:grpSpPr>
            <p:sp>
              <p:nvSpPr>
                <p:cNvPr id="6946" name="Google Shape;6946;p80"/>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0"/>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80"/>
              <p:cNvGrpSpPr/>
              <p:nvPr/>
            </p:nvGrpSpPr>
            <p:grpSpPr>
              <a:xfrm>
                <a:off x="2172491" y="4089633"/>
                <a:ext cx="72126" cy="53788"/>
                <a:chOff x="2172491" y="4089633"/>
                <a:chExt cx="72126" cy="53788"/>
              </a:xfrm>
            </p:grpSpPr>
            <p:sp>
              <p:nvSpPr>
                <p:cNvPr id="6949" name="Google Shape;6949;p80"/>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0"/>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80"/>
              <p:cNvGrpSpPr/>
              <p:nvPr/>
            </p:nvGrpSpPr>
            <p:grpSpPr>
              <a:xfrm>
                <a:off x="2171920" y="3731058"/>
                <a:ext cx="64321" cy="64544"/>
                <a:chOff x="2171920" y="3731058"/>
                <a:chExt cx="64321" cy="64544"/>
              </a:xfrm>
            </p:grpSpPr>
            <p:sp>
              <p:nvSpPr>
                <p:cNvPr id="6952" name="Google Shape;6952;p80"/>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0"/>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4" name="Google Shape;6954;p80"/>
              <p:cNvGrpSpPr/>
              <p:nvPr/>
            </p:nvGrpSpPr>
            <p:grpSpPr>
              <a:xfrm>
                <a:off x="2874730" y="3745828"/>
                <a:ext cx="72126" cy="53788"/>
                <a:chOff x="2874730" y="3745828"/>
                <a:chExt cx="72126" cy="53788"/>
              </a:xfrm>
            </p:grpSpPr>
            <p:sp>
              <p:nvSpPr>
                <p:cNvPr id="6955" name="Google Shape;6955;p80"/>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0"/>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80"/>
              <p:cNvGrpSpPr/>
              <p:nvPr/>
            </p:nvGrpSpPr>
            <p:grpSpPr>
              <a:xfrm>
                <a:off x="2878589" y="4081481"/>
                <a:ext cx="64321" cy="64544"/>
                <a:chOff x="2878589" y="4081481"/>
                <a:chExt cx="64321" cy="64544"/>
              </a:xfrm>
            </p:grpSpPr>
            <p:sp>
              <p:nvSpPr>
                <p:cNvPr id="6958" name="Google Shape;6958;p80"/>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0"/>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0" name="Google Shape;6960;p80"/>
              <p:cNvGrpSpPr/>
              <p:nvPr/>
            </p:nvGrpSpPr>
            <p:grpSpPr>
              <a:xfrm>
                <a:off x="2525796" y="4089633"/>
                <a:ext cx="72126" cy="53788"/>
                <a:chOff x="2525796" y="4089633"/>
                <a:chExt cx="72126" cy="53788"/>
              </a:xfrm>
            </p:grpSpPr>
            <p:sp>
              <p:nvSpPr>
                <p:cNvPr id="6961" name="Google Shape;6961;p80"/>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0"/>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80"/>
              <p:cNvGrpSpPr/>
              <p:nvPr/>
            </p:nvGrpSpPr>
            <p:grpSpPr>
              <a:xfrm>
                <a:off x="2525225" y="3731058"/>
                <a:ext cx="64321" cy="64544"/>
                <a:chOff x="2525225" y="3731058"/>
                <a:chExt cx="64321" cy="64544"/>
              </a:xfrm>
            </p:grpSpPr>
            <p:sp>
              <p:nvSpPr>
                <p:cNvPr id="6964" name="Google Shape;6964;p80"/>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0"/>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6969"/>
        <p:cNvGrpSpPr/>
        <p:nvPr/>
      </p:nvGrpSpPr>
      <p:grpSpPr>
        <a:xfrm>
          <a:off x="0" y="0"/>
          <a:ext cx="0" cy="0"/>
          <a:chOff x="0" y="0"/>
          <a:chExt cx="0" cy="0"/>
        </a:xfrm>
      </p:grpSpPr>
      <p:grpSp>
        <p:nvGrpSpPr>
          <p:cNvPr id="6970" name="Google Shape;6970;p81"/>
          <p:cNvGrpSpPr/>
          <p:nvPr/>
        </p:nvGrpSpPr>
        <p:grpSpPr>
          <a:xfrm>
            <a:off x="5780153" y="1859606"/>
            <a:ext cx="671400" cy="674856"/>
            <a:chOff x="5780148" y="1859605"/>
            <a:chExt cx="671400" cy="674856"/>
          </a:xfrm>
        </p:grpSpPr>
        <p:sp>
          <p:nvSpPr>
            <p:cNvPr id="6971" name="Google Shape;6971;p81"/>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1"/>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1"/>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1"/>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81"/>
          <p:cNvGrpSpPr/>
          <p:nvPr/>
        </p:nvGrpSpPr>
        <p:grpSpPr>
          <a:xfrm>
            <a:off x="716996" y="971307"/>
            <a:ext cx="845921" cy="690752"/>
            <a:chOff x="732428" y="1198513"/>
            <a:chExt cx="845921" cy="690752"/>
          </a:xfrm>
        </p:grpSpPr>
        <p:grpSp>
          <p:nvGrpSpPr>
            <p:cNvPr id="6976" name="Google Shape;6976;p81"/>
            <p:cNvGrpSpPr/>
            <p:nvPr/>
          </p:nvGrpSpPr>
          <p:grpSpPr>
            <a:xfrm>
              <a:off x="823030" y="1198513"/>
              <a:ext cx="755319" cy="690752"/>
              <a:chOff x="823030" y="1198513"/>
              <a:chExt cx="755319" cy="690752"/>
            </a:xfrm>
          </p:grpSpPr>
          <p:sp>
            <p:nvSpPr>
              <p:cNvPr id="6977" name="Google Shape;6977;p8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81"/>
            <p:cNvGrpSpPr/>
            <p:nvPr/>
          </p:nvGrpSpPr>
          <p:grpSpPr>
            <a:xfrm>
              <a:off x="732428" y="1239937"/>
              <a:ext cx="739912" cy="607886"/>
              <a:chOff x="732428" y="1239937"/>
              <a:chExt cx="739912" cy="607886"/>
            </a:xfrm>
          </p:grpSpPr>
          <p:sp>
            <p:nvSpPr>
              <p:cNvPr id="6980" name="Google Shape;6980;p8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81"/>
            <p:cNvGrpSpPr/>
            <p:nvPr/>
          </p:nvGrpSpPr>
          <p:grpSpPr>
            <a:xfrm>
              <a:off x="732428" y="1277018"/>
              <a:ext cx="702832" cy="533758"/>
              <a:chOff x="732428" y="1277018"/>
              <a:chExt cx="702832" cy="533758"/>
            </a:xfrm>
          </p:grpSpPr>
          <p:sp>
            <p:nvSpPr>
              <p:cNvPr id="6983" name="Google Shape;6983;p8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81"/>
            <p:cNvGrpSpPr/>
            <p:nvPr/>
          </p:nvGrpSpPr>
          <p:grpSpPr>
            <a:xfrm>
              <a:off x="931170" y="1306653"/>
              <a:ext cx="647179" cy="474455"/>
              <a:chOff x="931170" y="1306653"/>
              <a:chExt cx="647179" cy="474455"/>
            </a:xfrm>
          </p:grpSpPr>
          <p:sp>
            <p:nvSpPr>
              <p:cNvPr id="6986" name="Google Shape;6986;p8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8" name="Google Shape;6988;p8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9" name="Google Shape;6989;p81"/>
          <p:cNvGrpSpPr/>
          <p:nvPr/>
        </p:nvGrpSpPr>
        <p:grpSpPr>
          <a:xfrm>
            <a:off x="3948605" y="971313"/>
            <a:ext cx="634656" cy="699982"/>
            <a:chOff x="5985650" y="2860025"/>
            <a:chExt cx="1396075" cy="1539775"/>
          </a:xfrm>
        </p:grpSpPr>
        <p:sp>
          <p:nvSpPr>
            <p:cNvPr id="6990" name="Google Shape;6990;p8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2" name="Google Shape;7022;p81"/>
          <p:cNvGrpSpPr/>
          <p:nvPr/>
        </p:nvGrpSpPr>
        <p:grpSpPr>
          <a:xfrm>
            <a:off x="4704254" y="971307"/>
            <a:ext cx="725845" cy="699975"/>
            <a:chOff x="4249973" y="1201875"/>
            <a:chExt cx="1958568" cy="1888762"/>
          </a:xfrm>
        </p:grpSpPr>
        <p:sp>
          <p:nvSpPr>
            <p:cNvPr id="7023" name="Google Shape;7023;p8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4" name="Google Shape;7024;p81"/>
            <p:cNvGrpSpPr/>
            <p:nvPr/>
          </p:nvGrpSpPr>
          <p:grpSpPr>
            <a:xfrm>
              <a:off x="5853086" y="1789142"/>
              <a:ext cx="355454" cy="1048099"/>
              <a:chOff x="5576108" y="2016725"/>
              <a:chExt cx="565200" cy="1666560"/>
            </a:xfrm>
          </p:grpSpPr>
          <p:sp>
            <p:nvSpPr>
              <p:cNvPr id="7025" name="Google Shape;7025;p81"/>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26" name="Google Shape;7026;p8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7" name="Google Shape;7027;p81"/>
            <p:cNvGrpSpPr/>
            <p:nvPr/>
          </p:nvGrpSpPr>
          <p:grpSpPr>
            <a:xfrm>
              <a:off x="4869455" y="2691676"/>
              <a:ext cx="1013897" cy="398961"/>
              <a:chOff x="4012057" y="3451825"/>
              <a:chExt cx="1612175" cy="634379"/>
            </a:xfrm>
          </p:grpSpPr>
          <p:sp>
            <p:nvSpPr>
              <p:cNvPr id="7028" name="Google Shape;7028;p81"/>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29" name="Google Shape;7029;p8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0" name="Google Shape;7030;p81"/>
            <p:cNvGrpSpPr/>
            <p:nvPr/>
          </p:nvGrpSpPr>
          <p:grpSpPr>
            <a:xfrm>
              <a:off x="4276937" y="2155961"/>
              <a:ext cx="651965" cy="891358"/>
              <a:chOff x="3069908" y="2599997"/>
              <a:chExt cx="1036675" cy="1417328"/>
            </a:xfrm>
          </p:grpSpPr>
          <p:sp>
            <p:nvSpPr>
              <p:cNvPr id="7031" name="Google Shape;7031;p81"/>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32" name="Google Shape;7032;p8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3" name="Google Shape;7033;p81"/>
            <p:cNvGrpSpPr/>
            <p:nvPr/>
          </p:nvGrpSpPr>
          <p:grpSpPr>
            <a:xfrm>
              <a:off x="5054918" y="1201875"/>
              <a:ext cx="999548" cy="602711"/>
              <a:chOff x="4306958" y="1082925"/>
              <a:chExt cx="1589359" cy="958358"/>
            </a:xfrm>
          </p:grpSpPr>
          <p:sp>
            <p:nvSpPr>
              <p:cNvPr id="7034" name="Google Shape;7034;p81"/>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35" name="Google Shape;7035;p8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6" name="Google Shape;7036;p81"/>
            <p:cNvGrpSpPr/>
            <p:nvPr/>
          </p:nvGrpSpPr>
          <p:grpSpPr>
            <a:xfrm>
              <a:off x="4249973" y="1303451"/>
              <a:ext cx="799317" cy="841334"/>
              <a:chOff x="3027033" y="1244439"/>
              <a:chExt cx="1270977" cy="1337786"/>
            </a:xfrm>
          </p:grpSpPr>
          <p:sp>
            <p:nvSpPr>
              <p:cNvPr id="7037" name="Google Shape;7037;p81"/>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38" name="Google Shape;7038;p8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39" name="Google Shape;7039;p81"/>
          <p:cNvGrpSpPr/>
          <p:nvPr/>
        </p:nvGrpSpPr>
        <p:grpSpPr>
          <a:xfrm>
            <a:off x="4057119" y="1858087"/>
            <a:ext cx="750769" cy="683784"/>
            <a:chOff x="4204684" y="2104422"/>
            <a:chExt cx="699822" cy="637382"/>
          </a:xfrm>
        </p:grpSpPr>
        <p:grpSp>
          <p:nvGrpSpPr>
            <p:cNvPr id="7040" name="Google Shape;7040;p81"/>
            <p:cNvGrpSpPr/>
            <p:nvPr/>
          </p:nvGrpSpPr>
          <p:grpSpPr>
            <a:xfrm>
              <a:off x="4204684" y="2430067"/>
              <a:ext cx="342957" cy="311738"/>
              <a:chOff x="4204684" y="2430067"/>
              <a:chExt cx="342957" cy="311738"/>
            </a:xfrm>
          </p:grpSpPr>
          <p:sp>
            <p:nvSpPr>
              <p:cNvPr id="7041" name="Google Shape;7041;p8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3" name="Google Shape;7043;p81"/>
            <p:cNvGrpSpPr/>
            <p:nvPr/>
          </p:nvGrpSpPr>
          <p:grpSpPr>
            <a:xfrm>
              <a:off x="4561586" y="2430067"/>
              <a:ext cx="342920" cy="311738"/>
              <a:chOff x="4561586" y="2430067"/>
              <a:chExt cx="342920" cy="311738"/>
            </a:xfrm>
          </p:grpSpPr>
          <p:sp>
            <p:nvSpPr>
              <p:cNvPr id="7044" name="Google Shape;7044;p8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6" name="Google Shape;7046;p81"/>
            <p:cNvGrpSpPr/>
            <p:nvPr/>
          </p:nvGrpSpPr>
          <p:grpSpPr>
            <a:xfrm>
              <a:off x="4561586" y="2104422"/>
              <a:ext cx="342920" cy="311738"/>
              <a:chOff x="4561586" y="2104422"/>
              <a:chExt cx="342920" cy="311738"/>
            </a:xfrm>
          </p:grpSpPr>
          <p:sp>
            <p:nvSpPr>
              <p:cNvPr id="7047" name="Google Shape;7047;p8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9" name="Google Shape;7049;p81"/>
            <p:cNvGrpSpPr/>
            <p:nvPr/>
          </p:nvGrpSpPr>
          <p:grpSpPr>
            <a:xfrm>
              <a:off x="4204684" y="2104422"/>
              <a:ext cx="342957" cy="311664"/>
              <a:chOff x="4204684" y="2104422"/>
              <a:chExt cx="342957" cy="311664"/>
            </a:xfrm>
          </p:grpSpPr>
          <p:sp>
            <p:nvSpPr>
              <p:cNvPr id="7050" name="Google Shape;7050;p8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2" name="Google Shape;7052;p81"/>
          <p:cNvGrpSpPr/>
          <p:nvPr/>
        </p:nvGrpSpPr>
        <p:grpSpPr>
          <a:xfrm>
            <a:off x="5521552" y="971301"/>
            <a:ext cx="660591" cy="688867"/>
            <a:chOff x="5830645" y="1267368"/>
            <a:chExt cx="530340" cy="553040"/>
          </a:xfrm>
        </p:grpSpPr>
        <p:sp>
          <p:nvSpPr>
            <p:cNvPr id="7053" name="Google Shape;7053;p8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4" name="Google Shape;7054;p81"/>
            <p:cNvGrpSpPr/>
            <p:nvPr/>
          </p:nvGrpSpPr>
          <p:grpSpPr>
            <a:xfrm>
              <a:off x="5830645" y="1267368"/>
              <a:ext cx="259743" cy="269909"/>
              <a:chOff x="5830645" y="1267368"/>
              <a:chExt cx="259743" cy="269909"/>
            </a:xfrm>
          </p:grpSpPr>
          <p:sp>
            <p:nvSpPr>
              <p:cNvPr id="7055" name="Google Shape;7055;p8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81"/>
            <p:cNvGrpSpPr/>
            <p:nvPr/>
          </p:nvGrpSpPr>
          <p:grpSpPr>
            <a:xfrm>
              <a:off x="6101293" y="1267368"/>
              <a:ext cx="259692" cy="269909"/>
              <a:chOff x="6101293" y="1267368"/>
              <a:chExt cx="259692" cy="269909"/>
            </a:xfrm>
          </p:grpSpPr>
          <p:sp>
            <p:nvSpPr>
              <p:cNvPr id="7058" name="Google Shape;7058;p8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0" name="Google Shape;7060;p81"/>
            <p:cNvGrpSpPr/>
            <p:nvPr/>
          </p:nvGrpSpPr>
          <p:grpSpPr>
            <a:xfrm>
              <a:off x="5830645" y="1550500"/>
              <a:ext cx="259692" cy="269909"/>
              <a:chOff x="5830645" y="1550500"/>
              <a:chExt cx="259692" cy="269909"/>
            </a:xfrm>
          </p:grpSpPr>
          <p:sp>
            <p:nvSpPr>
              <p:cNvPr id="7061" name="Google Shape;7061;p8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3" name="Google Shape;7063;p81"/>
            <p:cNvGrpSpPr/>
            <p:nvPr/>
          </p:nvGrpSpPr>
          <p:grpSpPr>
            <a:xfrm>
              <a:off x="6101293" y="1550500"/>
              <a:ext cx="259692" cy="269909"/>
              <a:chOff x="6101293" y="1550500"/>
              <a:chExt cx="259692" cy="269909"/>
            </a:xfrm>
          </p:grpSpPr>
          <p:sp>
            <p:nvSpPr>
              <p:cNvPr id="7064" name="Google Shape;7064;p8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66" name="Google Shape;7066;p81"/>
          <p:cNvGrpSpPr/>
          <p:nvPr/>
        </p:nvGrpSpPr>
        <p:grpSpPr>
          <a:xfrm>
            <a:off x="723705" y="1861761"/>
            <a:ext cx="697154" cy="679574"/>
            <a:chOff x="2679875" y="2361475"/>
            <a:chExt cx="780425" cy="760575"/>
          </a:xfrm>
        </p:grpSpPr>
        <p:sp>
          <p:nvSpPr>
            <p:cNvPr id="7067" name="Google Shape;7067;p8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3" name="Google Shape;7073;p81"/>
          <p:cNvGrpSpPr/>
          <p:nvPr/>
        </p:nvGrpSpPr>
        <p:grpSpPr>
          <a:xfrm>
            <a:off x="3122864" y="971353"/>
            <a:ext cx="735829" cy="684547"/>
            <a:chOff x="3351965" y="1148808"/>
            <a:chExt cx="750770" cy="698375"/>
          </a:xfrm>
        </p:grpSpPr>
        <p:grpSp>
          <p:nvGrpSpPr>
            <p:cNvPr id="7074" name="Google Shape;7074;p81"/>
            <p:cNvGrpSpPr/>
            <p:nvPr/>
          </p:nvGrpSpPr>
          <p:grpSpPr>
            <a:xfrm>
              <a:off x="3586796" y="1148808"/>
              <a:ext cx="294857" cy="286830"/>
              <a:chOff x="3750225" y="1774000"/>
              <a:chExt cx="149575" cy="145525"/>
            </a:xfrm>
          </p:grpSpPr>
          <p:sp>
            <p:nvSpPr>
              <p:cNvPr id="7075" name="Google Shape;7075;p8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7" name="Google Shape;7077;p81"/>
            <p:cNvGrpSpPr/>
            <p:nvPr/>
          </p:nvGrpSpPr>
          <p:grpSpPr>
            <a:xfrm>
              <a:off x="3779245" y="1375768"/>
              <a:ext cx="323490" cy="286978"/>
              <a:chOff x="3847850" y="1889150"/>
              <a:chExt cx="164100" cy="145600"/>
            </a:xfrm>
          </p:grpSpPr>
          <p:sp>
            <p:nvSpPr>
              <p:cNvPr id="7078" name="Google Shape;7078;p8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81"/>
            <p:cNvGrpSpPr/>
            <p:nvPr/>
          </p:nvGrpSpPr>
          <p:grpSpPr>
            <a:xfrm>
              <a:off x="3351965" y="1330435"/>
              <a:ext cx="295449" cy="285401"/>
              <a:chOff x="3631100" y="1866150"/>
              <a:chExt cx="149875" cy="144800"/>
            </a:xfrm>
          </p:grpSpPr>
          <p:sp>
            <p:nvSpPr>
              <p:cNvPr id="7081" name="Google Shape;7081;p8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81"/>
            <p:cNvGrpSpPr/>
            <p:nvPr/>
          </p:nvGrpSpPr>
          <p:grpSpPr>
            <a:xfrm>
              <a:off x="3548208" y="1560352"/>
              <a:ext cx="294808" cy="286830"/>
              <a:chOff x="3730650" y="1982800"/>
              <a:chExt cx="149550" cy="145525"/>
            </a:xfrm>
          </p:grpSpPr>
          <p:sp>
            <p:nvSpPr>
              <p:cNvPr id="7084" name="Google Shape;7084;p8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86" name="Google Shape;7086;p81"/>
          <p:cNvGrpSpPr/>
          <p:nvPr/>
        </p:nvGrpSpPr>
        <p:grpSpPr>
          <a:xfrm>
            <a:off x="7624517" y="971307"/>
            <a:ext cx="804565" cy="677795"/>
            <a:chOff x="7636443" y="1204988"/>
            <a:chExt cx="804565" cy="677795"/>
          </a:xfrm>
        </p:grpSpPr>
        <p:grpSp>
          <p:nvGrpSpPr>
            <p:cNvPr id="7087" name="Google Shape;7087;p81"/>
            <p:cNvGrpSpPr/>
            <p:nvPr/>
          </p:nvGrpSpPr>
          <p:grpSpPr>
            <a:xfrm>
              <a:off x="7636443" y="1509705"/>
              <a:ext cx="804565" cy="373078"/>
              <a:chOff x="7636443" y="1509705"/>
              <a:chExt cx="804565" cy="373078"/>
            </a:xfrm>
          </p:grpSpPr>
          <p:sp>
            <p:nvSpPr>
              <p:cNvPr id="7088" name="Google Shape;7088;p8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0" name="Google Shape;7090;p81"/>
            <p:cNvGrpSpPr/>
            <p:nvPr/>
          </p:nvGrpSpPr>
          <p:grpSpPr>
            <a:xfrm>
              <a:off x="7636443" y="1408133"/>
              <a:ext cx="804565" cy="373078"/>
              <a:chOff x="7636443" y="1408133"/>
              <a:chExt cx="804565" cy="373078"/>
            </a:xfrm>
          </p:grpSpPr>
          <p:sp>
            <p:nvSpPr>
              <p:cNvPr id="7091" name="Google Shape;7091;p8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81"/>
            <p:cNvGrpSpPr/>
            <p:nvPr/>
          </p:nvGrpSpPr>
          <p:grpSpPr>
            <a:xfrm>
              <a:off x="7636443" y="1306560"/>
              <a:ext cx="804565" cy="373078"/>
              <a:chOff x="7636443" y="1306560"/>
              <a:chExt cx="804565" cy="373078"/>
            </a:xfrm>
          </p:grpSpPr>
          <p:sp>
            <p:nvSpPr>
              <p:cNvPr id="7094" name="Google Shape;7094;p8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6" name="Google Shape;7096;p81"/>
            <p:cNvGrpSpPr/>
            <p:nvPr/>
          </p:nvGrpSpPr>
          <p:grpSpPr>
            <a:xfrm>
              <a:off x="7636443" y="1204988"/>
              <a:ext cx="804565" cy="373078"/>
              <a:chOff x="7636443" y="1204988"/>
              <a:chExt cx="804565" cy="373078"/>
            </a:xfrm>
          </p:grpSpPr>
          <p:sp>
            <p:nvSpPr>
              <p:cNvPr id="7097" name="Google Shape;7097;p8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99" name="Google Shape;7099;p81"/>
          <p:cNvGrpSpPr/>
          <p:nvPr/>
        </p:nvGrpSpPr>
        <p:grpSpPr>
          <a:xfrm>
            <a:off x="4963363" y="1878721"/>
            <a:ext cx="661339" cy="661188"/>
            <a:chOff x="3990000" y="975400"/>
            <a:chExt cx="3934200" cy="3933300"/>
          </a:xfrm>
        </p:grpSpPr>
        <p:sp>
          <p:nvSpPr>
            <p:cNvPr id="7100" name="Google Shape;7100;p81"/>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1"/>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1"/>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1"/>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4" name="Google Shape;7104;p81"/>
          <p:cNvGrpSpPr/>
          <p:nvPr/>
        </p:nvGrpSpPr>
        <p:grpSpPr>
          <a:xfrm>
            <a:off x="6607011" y="1857359"/>
            <a:ext cx="868881" cy="684241"/>
            <a:chOff x="6598259" y="2078634"/>
            <a:chExt cx="868881" cy="684241"/>
          </a:xfrm>
        </p:grpSpPr>
        <p:sp>
          <p:nvSpPr>
            <p:cNvPr id="7105" name="Google Shape;7105;p8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1" name="Google Shape;7111;p81"/>
            <p:cNvGrpSpPr/>
            <p:nvPr/>
          </p:nvGrpSpPr>
          <p:grpSpPr>
            <a:xfrm>
              <a:off x="6808175" y="2078634"/>
              <a:ext cx="452229" cy="684241"/>
              <a:chOff x="6808175" y="2078634"/>
              <a:chExt cx="452229" cy="684241"/>
            </a:xfrm>
          </p:grpSpPr>
          <p:sp>
            <p:nvSpPr>
              <p:cNvPr id="7112" name="Google Shape;7112;p8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8" name="Google Shape;7118;p81"/>
              <p:cNvGrpSpPr/>
              <p:nvPr/>
            </p:nvGrpSpPr>
            <p:grpSpPr>
              <a:xfrm>
                <a:off x="6821586" y="2078634"/>
                <a:ext cx="426871" cy="684241"/>
                <a:chOff x="6821586" y="2078634"/>
                <a:chExt cx="426871" cy="684241"/>
              </a:xfrm>
            </p:grpSpPr>
            <p:grpSp>
              <p:nvGrpSpPr>
                <p:cNvPr id="7119" name="Google Shape;7119;p81"/>
                <p:cNvGrpSpPr/>
                <p:nvPr/>
              </p:nvGrpSpPr>
              <p:grpSpPr>
                <a:xfrm>
                  <a:off x="6821586" y="2078634"/>
                  <a:ext cx="426871" cy="684241"/>
                  <a:chOff x="6821586" y="2078634"/>
                  <a:chExt cx="426871" cy="684241"/>
                </a:xfrm>
              </p:grpSpPr>
              <p:sp>
                <p:nvSpPr>
                  <p:cNvPr id="7120" name="Google Shape;7120;p8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9" name="Google Shape;7139;p8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45" name="Google Shape;7145;p81"/>
          <p:cNvGrpSpPr/>
          <p:nvPr/>
        </p:nvGrpSpPr>
        <p:grpSpPr>
          <a:xfrm>
            <a:off x="716994" y="3531369"/>
            <a:ext cx="1340789" cy="640830"/>
            <a:chOff x="238125" y="1151100"/>
            <a:chExt cx="7139450" cy="3412300"/>
          </a:xfrm>
        </p:grpSpPr>
        <p:sp>
          <p:nvSpPr>
            <p:cNvPr id="7146" name="Google Shape;7146;p8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8" name="Google Shape;7158;p81"/>
          <p:cNvGrpSpPr/>
          <p:nvPr/>
        </p:nvGrpSpPr>
        <p:grpSpPr>
          <a:xfrm>
            <a:off x="5584217" y="2734650"/>
            <a:ext cx="985357" cy="585764"/>
            <a:chOff x="5145061" y="2881789"/>
            <a:chExt cx="1107641" cy="658458"/>
          </a:xfrm>
        </p:grpSpPr>
        <p:grpSp>
          <p:nvGrpSpPr>
            <p:cNvPr id="7159" name="Google Shape;7159;p81"/>
            <p:cNvGrpSpPr/>
            <p:nvPr/>
          </p:nvGrpSpPr>
          <p:grpSpPr>
            <a:xfrm>
              <a:off x="5722989" y="3244587"/>
              <a:ext cx="529713" cy="295659"/>
              <a:chOff x="5722989" y="3244587"/>
              <a:chExt cx="529713" cy="295659"/>
            </a:xfrm>
          </p:grpSpPr>
          <p:sp>
            <p:nvSpPr>
              <p:cNvPr id="7160" name="Google Shape;7160;p8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61" name="Google Shape;7161;p8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62" name="Google Shape;7162;p81"/>
            <p:cNvGrpSpPr/>
            <p:nvPr/>
          </p:nvGrpSpPr>
          <p:grpSpPr>
            <a:xfrm>
              <a:off x="5145061" y="3244587"/>
              <a:ext cx="536807" cy="295659"/>
              <a:chOff x="5145061" y="3244587"/>
              <a:chExt cx="536807" cy="295659"/>
            </a:xfrm>
          </p:grpSpPr>
          <p:sp>
            <p:nvSpPr>
              <p:cNvPr id="7163" name="Google Shape;7163;p8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64" name="Google Shape;7164;p8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65" name="Google Shape;7165;p81"/>
            <p:cNvGrpSpPr/>
            <p:nvPr/>
          </p:nvGrpSpPr>
          <p:grpSpPr>
            <a:xfrm>
              <a:off x="5341327" y="2898245"/>
              <a:ext cx="532309" cy="614891"/>
              <a:chOff x="5341327" y="2898245"/>
              <a:chExt cx="532309" cy="614891"/>
            </a:xfrm>
          </p:grpSpPr>
          <p:sp>
            <p:nvSpPr>
              <p:cNvPr id="7166" name="Google Shape;7166;p8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67" name="Google Shape;7167;p8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68" name="Google Shape;7168;p81"/>
            <p:cNvGrpSpPr/>
            <p:nvPr/>
          </p:nvGrpSpPr>
          <p:grpSpPr>
            <a:xfrm>
              <a:off x="5532290" y="2881789"/>
              <a:ext cx="620516" cy="305456"/>
              <a:chOff x="5532290" y="2881789"/>
              <a:chExt cx="620516" cy="305456"/>
            </a:xfrm>
          </p:grpSpPr>
          <p:sp>
            <p:nvSpPr>
              <p:cNvPr id="7169" name="Google Shape;7169;p8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70" name="Google Shape;7170;p8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171" name="Google Shape;7171;p81"/>
          <p:cNvGrpSpPr/>
          <p:nvPr/>
        </p:nvGrpSpPr>
        <p:grpSpPr>
          <a:xfrm>
            <a:off x="8163140" y="3526708"/>
            <a:ext cx="269068" cy="645491"/>
            <a:chOff x="7026852" y="3311869"/>
            <a:chExt cx="434331" cy="1041954"/>
          </a:xfrm>
        </p:grpSpPr>
        <p:sp>
          <p:nvSpPr>
            <p:cNvPr id="7172" name="Google Shape;7172;p8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81"/>
          <p:cNvGrpSpPr/>
          <p:nvPr/>
        </p:nvGrpSpPr>
        <p:grpSpPr>
          <a:xfrm>
            <a:off x="6179721" y="3565945"/>
            <a:ext cx="293882" cy="293836"/>
            <a:chOff x="4873519" y="3311869"/>
            <a:chExt cx="499374" cy="499296"/>
          </a:xfrm>
        </p:grpSpPr>
        <p:sp>
          <p:nvSpPr>
            <p:cNvPr id="7176" name="Google Shape;7176;p8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8" name="Google Shape;7178;p81"/>
          <p:cNvGrpSpPr/>
          <p:nvPr/>
        </p:nvGrpSpPr>
        <p:grpSpPr>
          <a:xfrm>
            <a:off x="6179721" y="3878317"/>
            <a:ext cx="293882" cy="293882"/>
            <a:chOff x="4873519" y="3875839"/>
            <a:chExt cx="499374" cy="499374"/>
          </a:xfrm>
        </p:grpSpPr>
        <p:sp>
          <p:nvSpPr>
            <p:cNvPr id="7179" name="Google Shape;7179;p8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1" name="Google Shape;7181;p81"/>
          <p:cNvGrpSpPr/>
          <p:nvPr/>
        </p:nvGrpSpPr>
        <p:grpSpPr>
          <a:xfrm>
            <a:off x="2410248" y="1850269"/>
            <a:ext cx="698104" cy="698208"/>
            <a:chOff x="2565073" y="2075876"/>
            <a:chExt cx="672482" cy="672518"/>
          </a:xfrm>
        </p:grpSpPr>
        <p:sp>
          <p:nvSpPr>
            <p:cNvPr id="7182" name="Google Shape;7182;p8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8" name="Google Shape;7188;p81"/>
          <p:cNvGrpSpPr/>
          <p:nvPr/>
        </p:nvGrpSpPr>
        <p:grpSpPr>
          <a:xfrm>
            <a:off x="5633660" y="3534870"/>
            <a:ext cx="438354" cy="637329"/>
            <a:chOff x="1697726" y="3244179"/>
            <a:chExt cx="788124" cy="1146069"/>
          </a:xfrm>
        </p:grpSpPr>
        <p:sp>
          <p:nvSpPr>
            <p:cNvPr id="7189" name="Google Shape;7189;p8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91" name="Google Shape;7191;p81"/>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2" name="Google Shape;7192;p81"/>
          <p:cNvGrpSpPr/>
          <p:nvPr/>
        </p:nvGrpSpPr>
        <p:grpSpPr>
          <a:xfrm>
            <a:off x="7634874" y="1863232"/>
            <a:ext cx="799565" cy="670282"/>
            <a:chOff x="7617850" y="2063282"/>
            <a:chExt cx="799565" cy="670282"/>
          </a:xfrm>
        </p:grpSpPr>
        <p:cxnSp>
          <p:nvCxnSpPr>
            <p:cNvPr id="7193" name="Google Shape;7193;p8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94" name="Google Shape;7194;p8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95" name="Google Shape;7195;p8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96" name="Google Shape;7196;p8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97" name="Google Shape;7197;p8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198" name="Google Shape;7198;p8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199" name="Google Shape;7199;p81"/>
            <p:cNvGrpSpPr/>
            <p:nvPr/>
          </p:nvGrpSpPr>
          <p:grpSpPr>
            <a:xfrm>
              <a:off x="7734309" y="2063282"/>
              <a:ext cx="570957" cy="620095"/>
              <a:chOff x="7734309" y="2063282"/>
              <a:chExt cx="570957" cy="620095"/>
            </a:xfrm>
          </p:grpSpPr>
          <p:grpSp>
            <p:nvGrpSpPr>
              <p:cNvPr id="7200" name="Google Shape;7200;p81"/>
              <p:cNvGrpSpPr/>
              <p:nvPr/>
            </p:nvGrpSpPr>
            <p:grpSpPr>
              <a:xfrm>
                <a:off x="8031573" y="2063282"/>
                <a:ext cx="273693" cy="620095"/>
                <a:chOff x="8031573" y="2063282"/>
                <a:chExt cx="273693" cy="620095"/>
              </a:xfrm>
            </p:grpSpPr>
            <p:sp>
              <p:nvSpPr>
                <p:cNvPr id="7201" name="Google Shape;7201;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81"/>
              <p:cNvGrpSpPr/>
              <p:nvPr/>
            </p:nvGrpSpPr>
            <p:grpSpPr>
              <a:xfrm flipH="1">
                <a:off x="7734309" y="2063282"/>
                <a:ext cx="273693" cy="620095"/>
                <a:chOff x="8031573" y="2063282"/>
                <a:chExt cx="273693" cy="620095"/>
              </a:xfrm>
            </p:grpSpPr>
            <p:sp>
              <p:nvSpPr>
                <p:cNvPr id="7206" name="Google Shape;7206;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210" name="Google Shape;7210;p81"/>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1"/>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2" name="Google Shape;7212;p81"/>
          <p:cNvGrpSpPr/>
          <p:nvPr/>
        </p:nvGrpSpPr>
        <p:grpSpPr>
          <a:xfrm>
            <a:off x="7821480" y="2716716"/>
            <a:ext cx="602567" cy="601884"/>
            <a:chOff x="1186975" y="238125"/>
            <a:chExt cx="5244275" cy="5238325"/>
          </a:xfrm>
        </p:grpSpPr>
        <p:sp>
          <p:nvSpPr>
            <p:cNvPr id="7213" name="Google Shape;7213;p8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7" name="Google Shape;7217;p81"/>
          <p:cNvGrpSpPr/>
          <p:nvPr/>
        </p:nvGrpSpPr>
        <p:grpSpPr>
          <a:xfrm>
            <a:off x="3264218" y="1856199"/>
            <a:ext cx="651848" cy="687338"/>
            <a:chOff x="3400515" y="2056248"/>
            <a:chExt cx="698134" cy="735987"/>
          </a:xfrm>
        </p:grpSpPr>
        <p:grpSp>
          <p:nvGrpSpPr>
            <p:cNvPr id="7218" name="Google Shape;7218;p81"/>
            <p:cNvGrpSpPr/>
            <p:nvPr/>
          </p:nvGrpSpPr>
          <p:grpSpPr>
            <a:xfrm>
              <a:off x="3400515" y="2283913"/>
              <a:ext cx="312919" cy="219900"/>
              <a:chOff x="3400515" y="2283913"/>
              <a:chExt cx="312919" cy="219900"/>
            </a:xfrm>
          </p:grpSpPr>
          <p:sp>
            <p:nvSpPr>
              <p:cNvPr id="7219" name="Google Shape;7219;p81"/>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20" name="Google Shape;7220;p8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221" name="Google Shape;7221;p81"/>
            <p:cNvGrpSpPr/>
            <p:nvPr/>
          </p:nvGrpSpPr>
          <p:grpSpPr>
            <a:xfrm>
              <a:off x="3547823" y="2461089"/>
              <a:ext cx="219900" cy="331146"/>
              <a:chOff x="3547823" y="2461089"/>
              <a:chExt cx="219900" cy="331146"/>
            </a:xfrm>
          </p:grpSpPr>
          <p:sp>
            <p:nvSpPr>
              <p:cNvPr id="7222" name="Google Shape;7222;p81"/>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23" name="Google Shape;7223;p8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224" name="Google Shape;7224;p81"/>
            <p:cNvGrpSpPr/>
            <p:nvPr/>
          </p:nvGrpSpPr>
          <p:grpSpPr>
            <a:xfrm>
              <a:off x="3734138" y="2461089"/>
              <a:ext cx="219900" cy="331146"/>
              <a:chOff x="3734138" y="2461089"/>
              <a:chExt cx="219900" cy="331146"/>
            </a:xfrm>
          </p:grpSpPr>
          <p:sp>
            <p:nvSpPr>
              <p:cNvPr id="7225" name="Google Shape;7225;p81"/>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26" name="Google Shape;7226;p8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227" name="Google Shape;7227;p81"/>
            <p:cNvGrpSpPr/>
            <p:nvPr/>
          </p:nvGrpSpPr>
          <p:grpSpPr>
            <a:xfrm>
              <a:off x="3787560" y="2281742"/>
              <a:ext cx="311089" cy="219900"/>
              <a:chOff x="3787560" y="2281742"/>
              <a:chExt cx="311089" cy="219900"/>
            </a:xfrm>
          </p:grpSpPr>
          <p:sp>
            <p:nvSpPr>
              <p:cNvPr id="7228" name="Google Shape;7228;p81"/>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29" name="Google Shape;7229;p8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230" name="Google Shape;7230;p81"/>
            <p:cNvGrpSpPr/>
            <p:nvPr/>
          </p:nvGrpSpPr>
          <p:grpSpPr>
            <a:xfrm>
              <a:off x="3637290" y="2056248"/>
              <a:ext cx="219900" cy="330736"/>
              <a:chOff x="3637290" y="2056248"/>
              <a:chExt cx="219900" cy="330736"/>
            </a:xfrm>
          </p:grpSpPr>
          <p:sp>
            <p:nvSpPr>
              <p:cNvPr id="7231" name="Google Shape;7231;p81"/>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232" name="Google Shape;7232;p8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233" name="Google Shape;7233;p81"/>
          <p:cNvGrpSpPr/>
          <p:nvPr/>
        </p:nvGrpSpPr>
        <p:grpSpPr>
          <a:xfrm>
            <a:off x="2555923" y="2726206"/>
            <a:ext cx="1268144" cy="592394"/>
            <a:chOff x="238125" y="1188750"/>
            <a:chExt cx="7140450" cy="3335550"/>
          </a:xfrm>
        </p:grpSpPr>
        <p:sp>
          <p:nvSpPr>
            <p:cNvPr id="7234" name="Google Shape;7234;p8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81"/>
          <p:cNvGrpSpPr/>
          <p:nvPr/>
        </p:nvGrpSpPr>
        <p:grpSpPr>
          <a:xfrm>
            <a:off x="6663824" y="2728360"/>
            <a:ext cx="1053944" cy="590147"/>
            <a:chOff x="238125" y="1335475"/>
            <a:chExt cx="5418735" cy="3034175"/>
          </a:xfrm>
        </p:grpSpPr>
        <p:sp>
          <p:nvSpPr>
            <p:cNvPr id="7240" name="Google Shape;7240;p8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81"/>
          <p:cNvGrpSpPr/>
          <p:nvPr/>
        </p:nvGrpSpPr>
        <p:grpSpPr>
          <a:xfrm>
            <a:off x="4094633" y="3533260"/>
            <a:ext cx="1268207" cy="638939"/>
            <a:chOff x="3967651" y="3645904"/>
            <a:chExt cx="1479304" cy="745292"/>
          </a:xfrm>
        </p:grpSpPr>
        <p:grpSp>
          <p:nvGrpSpPr>
            <p:cNvPr id="7244" name="Google Shape;7244;p81"/>
            <p:cNvGrpSpPr/>
            <p:nvPr/>
          </p:nvGrpSpPr>
          <p:grpSpPr>
            <a:xfrm>
              <a:off x="3967651" y="4009026"/>
              <a:ext cx="1479304" cy="382170"/>
              <a:chOff x="3967651" y="4009026"/>
              <a:chExt cx="1479304" cy="382170"/>
            </a:xfrm>
          </p:grpSpPr>
          <p:grpSp>
            <p:nvGrpSpPr>
              <p:cNvPr id="7245" name="Google Shape;7245;p81"/>
              <p:cNvGrpSpPr/>
              <p:nvPr/>
            </p:nvGrpSpPr>
            <p:grpSpPr>
              <a:xfrm>
                <a:off x="4892216" y="4195630"/>
                <a:ext cx="554739" cy="195566"/>
                <a:chOff x="3604375" y="4892160"/>
                <a:chExt cx="1651500" cy="582215"/>
              </a:xfrm>
            </p:grpSpPr>
            <p:sp>
              <p:nvSpPr>
                <p:cNvPr id="7246" name="Google Shape;7246;p8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81"/>
              <p:cNvGrpSpPr/>
              <p:nvPr/>
            </p:nvGrpSpPr>
            <p:grpSpPr>
              <a:xfrm>
                <a:off x="3967651" y="4146303"/>
                <a:ext cx="579402" cy="244893"/>
                <a:chOff x="851875" y="4745310"/>
                <a:chExt cx="1724925" cy="729065"/>
              </a:xfrm>
            </p:grpSpPr>
            <p:sp>
              <p:nvSpPr>
                <p:cNvPr id="7249" name="Google Shape;7249;p8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81"/>
              <p:cNvGrpSpPr/>
              <p:nvPr/>
            </p:nvGrpSpPr>
            <p:grpSpPr>
              <a:xfrm>
                <a:off x="4460753" y="4009026"/>
                <a:ext cx="493110" cy="382170"/>
                <a:chOff x="2319875" y="4336625"/>
                <a:chExt cx="1468025" cy="1137750"/>
              </a:xfrm>
            </p:grpSpPr>
            <p:sp>
              <p:nvSpPr>
                <p:cNvPr id="7252" name="Google Shape;7252;p8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54" name="Google Shape;7254;p81"/>
            <p:cNvGrpSpPr/>
            <p:nvPr/>
          </p:nvGrpSpPr>
          <p:grpSpPr>
            <a:xfrm>
              <a:off x="4479443" y="3645904"/>
              <a:ext cx="455965" cy="388789"/>
              <a:chOff x="2957425" y="238100"/>
              <a:chExt cx="1910200" cy="1628775"/>
            </a:xfrm>
          </p:grpSpPr>
          <p:sp>
            <p:nvSpPr>
              <p:cNvPr id="7255" name="Google Shape;7255;p8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5" name="Google Shape;7265;p81"/>
          <p:cNvGrpSpPr/>
          <p:nvPr/>
        </p:nvGrpSpPr>
        <p:grpSpPr>
          <a:xfrm>
            <a:off x="2480746" y="3534460"/>
            <a:ext cx="1243128" cy="637739"/>
            <a:chOff x="2496310" y="3693351"/>
            <a:chExt cx="1342906" cy="688926"/>
          </a:xfrm>
        </p:grpSpPr>
        <p:grpSp>
          <p:nvGrpSpPr>
            <p:cNvPr id="7266" name="Google Shape;7266;p81"/>
            <p:cNvGrpSpPr/>
            <p:nvPr/>
          </p:nvGrpSpPr>
          <p:grpSpPr>
            <a:xfrm>
              <a:off x="2496310" y="3693351"/>
              <a:ext cx="1342906" cy="688875"/>
              <a:chOff x="2496310" y="3693351"/>
              <a:chExt cx="1342906" cy="688875"/>
            </a:xfrm>
          </p:grpSpPr>
          <p:sp>
            <p:nvSpPr>
              <p:cNvPr id="7267" name="Google Shape;7267;p8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1"/>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1"/>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1"/>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1"/>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1"/>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73" name="Google Shape;7273;p81"/>
              <p:cNvCxnSpPr>
                <a:stCxn id="7271"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274" name="Google Shape;7274;p81"/>
              <p:cNvCxnSpPr>
                <a:stCxn id="7268"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275" name="Google Shape;7275;p81"/>
              <p:cNvCxnSpPr>
                <a:stCxn id="7269"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76" name="Google Shape;7276;p81"/>
              <p:cNvCxnSpPr>
                <a:stCxn id="7272"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77" name="Google Shape;7277;p81"/>
              <p:cNvCxnSpPr>
                <a:stCxn id="7270"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278" name="Google Shape;7278;p81"/>
            <p:cNvGrpSpPr/>
            <p:nvPr/>
          </p:nvGrpSpPr>
          <p:grpSpPr>
            <a:xfrm>
              <a:off x="2675275" y="3930557"/>
              <a:ext cx="1003306" cy="451719"/>
              <a:chOff x="2675275" y="4174282"/>
              <a:chExt cx="1003306" cy="451719"/>
            </a:xfrm>
          </p:grpSpPr>
          <p:sp>
            <p:nvSpPr>
              <p:cNvPr id="7279" name="Google Shape;7279;p8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2" name="Google Shape;7282;p81"/>
          <p:cNvGrpSpPr/>
          <p:nvPr/>
        </p:nvGrpSpPr>
        <p:grpSpPr>
          <a:xfrm>
            <a:off x="1654417" y="971307"/>
            <a:ext cx="574511" cy="874709"/>
            <a:chOff x="1715404" y="1112080"/>
            <a:chExt cx="642270" cy="977984"/>
          </a:xfrm>
        </p:grpSpPr>
        <p:grpSp>
          <p:nvGrpSpPr>
            <p:cNvPr id="7283" name="Google Shape;7283;p81"/>
            <p:cNvGrpSpPr/>
            <p:nvPr/>
          </p:nvGrpSpPr>
          <p:grpSpPr>
            <a:xfrm>
              <a:off x="1715404" y="1112080"/>
              <a:ext cx="642270" cy="977984"/>
              <a:chOff x="1715404" y="1112080"/>
              <a:chExt cx="642270" cy="977984"/>
            </a:xfrm>
          </p:grpSpPr>
          <p:sp>
            <p:nvSpPr>
              <p:cNvPr id="7284" name="Google Shape;7284;p8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6" name="Google Shape;7286;p81"/>
            <p:cNvGrpSpPr/>
            <p:nvPr/>
          </p:nvGrpSpPr>
          <p:grpSpPr>
            <a:xfrm>
              <a:off x="1768927" y="1165603"/>
              <a:ext cx="535225" cy="851367"/>
              <a:chOff x="1768927" y="1165603"/>
              <a:chExt cx="535225" cy="851367"/>
            </a:xfrm>
          </p:grpSpPr>
          <p:sp>
            <p:nvSpPr>
              <p:cNvPr id="7287" name="Google Shape;7287;p8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9" name="Google Shape;7289;p81"/>
            <p:cNvGrpSpPr/>
            <p:nvPr/>
          </p:nvGrpSpPr>
          <p:grpSpPr>
            <a:xfrm>
              <a:off x="1822449" y="1219125"/>
              <a:ext cx="428180" cy="718859"/>
              <a:chOff x="1822449" y="1219125"/>
              <a:chExt cx="428180" cy="718859"/>
            </a:xfrm>
          </p:grpSpPr>
          <p:sp>
            <p:nvSpPr>
              <p:cNvPr id="7290" name="Google Shape;7290;p8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2" name="Google Shape;7292;p81"/>
            <p:cNvGrpSpPr/>
            <p:nvPr/>
          </p:nvGrpSpPr>
          <p:grpSpPr>
            <a:xfrm>
              <a:off x="1875972" y="1272648"/>
              <a:ext cx="321135" cy="586939"/>
              <a:chOff x="1875972" y="1272648"/>
              <a:chExt cx="321135" cy="586939"/>
            </a:xfrm>
          </p:grpSpPr>
          <p:sp>
            <p:nvSpPr>
              <p:cNvPr id="7293" name="Google Shape;7293;p8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5" name="Google Shape;7295;p81"/>
          <p:cNvGrpSpPr/>
          <p:nvPr/>
        </p:nvGrpSpPr>
        <p:grpSpPr>
          <a:xfrm>
            <a:off x="7761578" y="3528028"/>
            <a:ext cx="293855" cy="644170"/>
            <a:chOff x="241025" y="3151575"/>
            <a:chExt cx="293855" cy="644170"/>
          </a:xfrm>
        </p:grpSpPr>
        <p:sp>
          <p:nvSpPr>
            <p:cNvPr id="7296" name="Google Shape;7296;p8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81"/>
          <p:cNvGrpSpPr/>
          <p:nvPr/>
        </p:nvGrpSpPr>
        <p:grpSpPr>
          <a:xfrm>
            <a:off x="709562" y="2728028"/>
            <a:ext cx="1779649" cy="591620"/>
            <a:chOff x="246070" y="1983375"/>
            <a:chExt cx="1855347" cy="616849"/>
          </a:xfrm>
        </p:grpSpPr>
        <p:sp>
          <p:nvSpPr>
            <p:cNvPr id="7299" name="Google Shape;7299;p8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81"/>
          <p:cNvGrpSpPr/>
          <p:nvPr/>
        </p:nvGrpSpPr>
        <p:grpSpPr>
          <a:xfrm>
            <a:off x="2320428" y="971307"/>
            <a:ext cx="711055" cy="745993"/>
            <a:chOff x="2496269" y="1171698"/>
            <a:chExt cx="761953" cy="799392"/>
          </a:xfrm>
        </p:grpSpPr>
        <p:grpSp>
          <p:nvGrpSpPr>
            <p:cNvPr id="7309" name="Google Shape;7309;p81"/>
            <p:cNvGrpSpPr/>
            <p:nvPr/>
          </p:nvGrpSpPr>
          <p:grpSpPr>
            <a:xfrm>
              <a:off x="2496269" y="1171698"/>
              <a:ext cx="761953" cy="723022"/>
              <a:chOff x="2496269" y="1171698"/>
              <a:chExt cx="761953" cy="723022"/>
            </a:xfrm>
          </p:grpSpPr>
          <p:sp>
            <p:nvSpPr>
              <p:cNvPr id="7310" name="Google Shape;7310;p8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12" name="Google Shape;7312;p81"/>
              <p:cNvGrpSpPr/>
              <p:nvPr/>
            </p:nvGrpSpPr>
            <p:grpSpPr>
              <a:xfrm>
                <a:off x="2496269" y="1171698"/>
                <a:ext cx="761953" cy="723022"/>
                <a:chOff x="2496269" y="1120652"/>
                <a:chExt cx="761953" cy="723022"/>
              </a:xfrm>
            </p:grpSpPr>
            <p:grpSp>
              <p:nvGrpSpPr>
                <p:cNvPr id="7313" name="Google Shape;7313;p81"/>
                <p:cNvGrpSpPr/>
                <p:nvPr/>
              </p:nvGrpSpPr>
              <p:grpSpPr>
                <a:xfrm>
                  <a:off x="2496269" y="1120652"/>
                  <a:ext cx="761953" cy="723022"/>
                  <a:chOff x="2496269" y="1120652"/>
                  <a:chExt cx="761953" cy="723022"/>
                </a:xfrm>
              </p:grpSpPr>
              <p:grpSp>
                <p:nvGrpSpPr>
                  <p:cNvPr id="7314" name="Google Shape;7314;p81"/>
                  <p:cNvGrpSpPr/>
                  <p:nvPr/>
                </p:nvGrpSpPr>
                <p:grpSpPr>
                  <a:xfrm>
                    <a:off x="2496269" y="1304589"/>
                    <a:ext cx="407089" cy="305057"/>
                    <a:chOff x="2496269" y="1304589"/>
                    <a:chExt cx="407089" cy="305057"/>
                  </a:xfrm>
                </p:grpSpPr>
                <p:sp>
                  <p:nvSpPr>
                    <p:cNvPr id="7315" name="Google Shape;7315;p8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7" name="Google Shape;7317;p81"/>
                  <p:cNvGrpSpPr/>
                  <p:nvPr/>
                </p:nvGrpSpPr>
                <p:grpSpPr>
                  <a:xfrm>
                    <a:off x="2586468" y="1493376"/>
                    <a:ext cx="358850" cy="349656"/>
                    <a:chOff x="2586468" y="1493376"/>
                    <a:chExt cx="358850" cy="349656"/>
                  </a:xfrm>
                </p:grpSpPr>
                <p:sp>
                  <p:nvSpPr>
                    <p:cNvPr id="7318" name="Google Shape;7318;p8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0" name="Google Shape;7320;p81"/>
                  <p:cNvGrpSpPr/>
                  <p:nvPr/>
                </p:nvGrpSpPr>
                <p:grpSpPr>
                  <a:xfrm>
                    <a:off x="2807939" y="1494024"/>
                    <a:ext cx="358857" cy="349650"/>
                    <a:chOff x="2807939" y="1494024"/>
                    <a:chExt cx="358857" cy="349650"/>
                  </a:xfrm>
                </p:grpSpPr>
                <p:sp>
                  <p:nvSpPr>
                    <p:cNvPr id="7321" name="Google Shape;7321;p8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3" name="Google Shape;7323;p81"/>
                  <p:cNvGrpSpPr/>
                  <p:nvPr/>
                </p:nvGrpSpPr>
                <p:grpSpPr>
                  <a:xfrm>
                    <a:off x="2851133" y="1305635"/>
                    <a:ext cx="407089" cy="305057"/>
                    <a:chOff x="2851133" y="1305635"/>
                    <a:chExt cx="407089" cy="305057"/>
                  </a:xfrm>
                </p:grpSpPr>
                <p:sp>
                  <p:nvSpPr>
                    <p:cNvPr id="7324" name="Google Shape;7324;p8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6" name="Google Shape;7326;p81"/>
                  <p:cNvGrpSpPr/>
                  <p:nvPr/>
                </p:nvGrpSpPr>
                <p:grpSpPr>
                  <a:xfrm>
                    <a:off x="2727495" y="1120652"/>
                    <a:ext cx="300271" cy="396358"/>
                    <a:chOff x="2727495" y="1120652"/>
                    <a:chExt cx="300271" cy="396358"/>
                  </a:xfrm>
                </p:grpSpPr>
                <p:sp>
                  <p:nvSpPr>
                    <p:cNvPr id="7327" name="Google Shape;7327;p8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9" name="Google Shape;7329;p81"/>
                <p:cNvGrpSpPr/>
                <p:nvPr/>
              </p:nvGrpSpPr>
              <p:grpSpPr>
                <a:xfrm>
                  <a:off x="2722305" y="1350460"/>
                  <a:ext cx="308357" cy="308344"/>
                  <a:chOff x="2722305" y="1350460"/>
                  <a:chExt cx="308357" cy="308344"/>
                </a:xfrm>
              </p:grpSpPr>
              <p:sp>
                <p:nvSpPr>
                  <p:cNvPr id="7330" name="Google Shape;7330;p8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31" name="Google Shape;7331;p81"/>
                  <p:cNvGrpSpPr/>
                  <p:nvPr/>
                </p:nvGrpSpPr>
                <p:grpSpPr>
                  <a:xfrm>
                    <a:off x="2725064" y="1364529"/>
                    <a:ext cx="297954" cy="280182"/>
                    <a:chOff x="2725064" y="1364529"/>
                    <a:chExt cx="297954" cy="280182"/>
                  </a:xfrm>
                </p:grpSpPr>
                <p:sp>
                  <p:nvSpPr>
                    <p:cNvPr id="7332" name="Google Shape;7332;p8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337" name="Google Shape;7337;p8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81"/>
          <p:cNvGrpSpPr/>
          <p:nvPr/>
        </p:nvGrpSpPr>
        <p:grpSpPr>
          <a:xfrm>
            <a:off x="3909129" y="2727412"/>
            <a:ext cx="1569144" cy="591015"/>
            <a:chOff x="3820100" y="3023049"/>
            <a:chExt cx="1303926" cy="491162"/>
          </a:xfrm>
        </p:grpSpPr>
        <p:grpSp>
          <p:nvGrpSpPr>
            <p:cNvPr id="7343" name="Google Shape;7343;p81"/>
            <p:cNvGrpSpPr/>
            <p:nvPr/>
          </p:nvGrpSpPr>
          <p:grpSpPr>
            <a:xfrm>
              <a:off x="3820100" y="3023072"/>
              <a:ext cx="1303926" cy="491139"/>
              <a:chOff x="3820100" y="3023072"/>
              <a:chExt cx="1303926" cy="491139"/>
            </a:xfrm>
          </p:grpSpPr>
          <p:sp>
            <p:nvSpPr>
              <p:cNvPr id="7344" name="Google Shape;7344;p8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6" name="Google Shape;7346;p81"/>
            <p:cNvGrpSpPr/>
            <p:nvPr/>
          </p:nvGrpSpPr>
          <p:grpSpPr>
            <a:xfrm>
              <a:off x="4132439" y="3023645"/>
              <a:ext cx="393633" cy="177096"/>
              <a:chOff x="4132439" y="3023645"/>
              <a:chExt cx="393633" cy="177096"/>
            </a:xfrm>
          </p:grpSpPr>
          <p:sp>
            <p:nvSpPr>
              <p:cNvPr id="7347" name="Google Shape;7347;p8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81"/>
            <p:cNvGrpSpPr/>
            <p:nvPr/>
          </p:nvGrpSpPr>
          <p:grpSpPr>
            <a:xfrm>
              <a:off x="3921811" y="3023049"/>
              <a:ext cx="1002397" cy="388943"/>
              <a:chOff x="3921811" y="3023049"/>
              <a:chExt cx="1002397" cy="388943"/>
            </a:xfrm>
          </p:grpSpPr>
          <p:sp>
            <p:nvSpPr>
              <p:cNvPr id="7350" name="Google Shape;7350;p8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81"/>
            <p:cNvGrpSpPr/>
            <p:nvPr/>
          </p:nvGrpSpPr>
          <p:grpSpPr>
            <a:xfrm>
              <a:off x="4023645" y="3023049"/>
              <a:ext cx="683032" cy="286722"/>
              <a:chOff x="4023645" y="3023049"/>
              <a:chExt cx="683032" cy="286722"/>
            </a:xfrm>
          </p:grpSpPr>
          <p:sp>
            <p:nvSpPr>
              <p:cNvPr id="7353" name="Google Shape;7353;p8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55" name="Google Shape;7355;p81"/>
          <p:cNvGrpSpPr/>
          <p:nvPr/>
        </p:nvGrpSpPr>
        <p:grpSpPr>
          <a:xfrm>
            <a:off x="1541251" y="1854258"/>
            <a:ext cx="713522" cy="688025"/>
            <a:chOff x="1706078" y="2092648"/>
            <a:chExt cx="660913" cy="637296"/>
          </a:xfrm>
        </p:grpSpPr>
        <p:sp>
          <p:nvSpPr>
            <p:cNvPr id="7356" name="Google Shape;7356;p8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7" name="Google Shape;7357;p81"/>
            <p:cNvGrpSpPr/>
            <p:nvPr/>
          </p:nvGrpSpPr>
          <p:grpSpPr>
            <a:xfrm>
              <a:off x="1706078" y="2092648"/>
              <a:ext cx="660913" cy="575241"/>
              <a:chOff x="1706078" y="2092648"/>
              <a:chExt cx="660913" cy="575241"/>
            </a:xfrm>
          </p:grpSpPr>
          <p:sp>
            <p:nvSpPr>
              <p:cNvPr id="7358" name="Google Shape;7358;p8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61" name="Google Shape;7361;p81"/>
          <p:cNvGrpSpPr/>
          <p:nvPr/>
        </p:nvGrpSpPr>
        <p:grpSpPr>
          <a:xfrm>
            <a:off x="6303109" y="971806"/>
            <a:ext cx="1317459" cy="684168"/>
            <a:chOff x="238125" y="999450"/>
            <a:chExt cx="7140700" cy="3708225"/>
          </a:xfrm>
        </p:grpSpPr>
        <p:sp>
          <p:nvSpPr>
            <p:cNvPr id="7362" name="Google Shape;7362;p8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374"/>
        <p:cNvGrpSpPr/>
        <p:nvPr/>
      </p:nvGrpSpPr>
      <p:grpSpPr>
        <a:xfrm>
          <a:off x="0" y="0"/>
          <a:ext cx="0" cy="0"/>
          <a:chOff x="0" y="0"/>
          <a:chExt cx="0" cy="0"/>
        </a:xfrm>
      </p:grpSpPr>
      <p:grpSp>
        <p:nvGrpSpPr>
          <p:cNvPr id="7375" name="Google Shape;7375;p82"/>
          <p:cNvGrpSpPr/>
          <p:nvPr/>
        </p:nvGrpSpPr>
        <p:grpSpPr>
          <a:xfrm>
            <a:off x="717027" y="967622"/>
            <a:ext cx="1636117" cy="1526144"/>
            <a:chOff x="729238" y="1179665"/>
            <a:chExt cx="1636117" cy="1526144"/>
          </a:xfrm>
        </p:grpSpPr>
        <p:grpSp>
          <p:nvGrpSpPr>
            <p:cNvPr id="7376" name="Google Shape;7376;p82"/>
            <p:cNvGrpSpPr/>
            <p:nvPr/>
          </p:nvGrpSpPr>
          <p:grpSpPr>
            <a:xfrm>
              <a:off x="729238" y="1179665"/>
              <a:ext cx="80700" cy="1526144"/>
              <a:chOff x="729238" y="1179665"/>
              <a:chExt cx="80700" cy="1526144"/>
            </a:xfrm>
          </p:grpSpPr>
          <p:sp>
            <p:nvSpPr>
              <p:cNvPr id="7377" name="Google Shape;7377;p82"/>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2"/>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2"/>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2"/>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7" name="Google Shape;7387;p82"/>
            <p:cNvGrpSpPr/>
            <p:nvPr/>
          </p:nvGrpSpPr>
          <p:grpSpPr>
            <a:xfrm>
              <a:off x="903098" y="1179665"/>
              <a:ext cx="80700" cy="1526144"/>
              <a:chOff x="903098" y="1179665"/>
              <a:chExt cx="80700" cy="1526144"/>
            </a:xfrm>
          </p:grpSpPr>
          <p:sp>
            <p:nvSpPr>
              <p:cNvPr id="7388" name="Google Shape;7388;p82"/>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2"/>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2"/>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2"/>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2"/>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2"/>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8" name="Google Shape;7398;p82"/>
            <p:cNvGrpSpPr/>
            <p:nvPr/>
          </p:nvGrpSpPr>
          <p:grpSpPr>
            <a:xfrm>
              <a:off x="1076958" y="1179665"/>
              <a:ext cx="80700" cy="1526144"/>
              <a:chOff x="1076958" y="1179665"/>
              <a:chExt cx="80700" cy="1526144"/>
            </a:xfrm>
          </p:grpSpPr>
          <p:sp>
            <p:nvSpPr>
              <p:cNvPr id="7399" name="Google Shape;7399;p82"/>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2"/>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2"/>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2"/>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2"/>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2"/>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2"/>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82"/>
            <p:cNvGrpSpPr/>
            <p:nvPr/>
          </p:nvGrpSpPr>
          <p:grpSpPr>
            <a:xfrm>
              <a:off x="1247707" y="1179665"/>
              <a:ext cx="80700" cy="1526144"/>
              <a:chOff x="1247707" y="1179665"/>
              <a:chExt cx="80700" cy="1526144"/>
            </a:xfrm>
          </p:grpSpPr>
          <p:sp>
            <p:nvSpPr>
              <p:cNvPr id="7410" name="Google Shape;7410;p82"/>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2"/>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2"/>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0" name="Google Shape;7420;p82"/>
            <p:cNvGrpSpPr/>
            <p:nvPr/>
          </p:nvGrpSpPr>
          <p:grpSpPr>
            <a:xfrm>
              <a:off x="1421567" y="1179665"/>
              <a:ext cx="80700" cy="1526144"/>
              <a:chOff x="1421567" y="1179665"/>
              <a:chExt cx="80700" cy="1526144"/>
            </a:xfrm>
          </p:grpSpPr>
          <p:sp>
            <p:nvSpPr>
              <p:cNvPr id="7421" name="Google Shape;7421;p82"/>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2"/>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2"/>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2"/>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2"/>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2"/>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2"/>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2"/>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1" name="Google Shape;7431;p82"/>
            <p:cNvGrpSpPr/>
            <p:nvPr/>
          </p:nvGrpSpPr>
          <p:grpSpPr>
            <a:xfrm>
              <a:off x="1592327" y="1179665"/>
              <a:ext cx="80700" cy="1526144"/>
              <a:chOff x="1592327" y="1179665"/>
              <a:chExt cx="80700" cy="1526144"/>
            </a:xfrm>
          </p:grpSpPr>
          <p:sp>
            <p:nvSpPr>
              <p:cNvPr id="7432" name="Google Shape;7432;p82"/>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2"/>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2"/>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2"/>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2"/>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2"/>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82"/>
            <p:cNvGrpSpPr/>
            <p:nvPr/>
          </p:nvGrpSpPr>
          <p:grpSpPr>
            <a:xfrm>
              <a:off x="1766187" y="1179665"/>
              <a:ext cx="80700" cy="1526144"/>
              <a:chOff x="1766187" y="1179665"/>
              <a:chExt cx="80700" cy="1526144"/>
            </a:xfrm>
          </p:grpSpPr>
          <p:sp>
            <p:nvSpPr>
              <p:cNvPr id="7443" name="Google Shape;7443;p82"/>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2"/>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2"/>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2"/>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2"/>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2"/>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2"/>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2"/>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2"/>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3" name="Google Shape;7453;p82"/>
            <p:cNvGrpSpPr/>
            <p:nvPr/>
          </p:nvGrpSpPr>
          <p:grpSpPr>
            <a:xfrm>
              <a:off x="1936935" y="1179665"/>
              <a:ext cx="80700" cy="1526144"/>
              <a:chOff x="1936935" y="1179665"/>
              <a:chExt cx="80700" cy="1526144"/>
            </a:xfrm>
          </p:grpSpPr>
          <p:sp>
            <p:nvSpPr>
              <p:cNvPr id="7454" name="Google Shape;7454;p82"/>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2"/>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2"/>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2"/>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2"/>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4" name="Google Shape;7464;p82"/>
            <p:cNvGrpSpPr/>
            <p:nvPr/>
          </p:nvGrpSpPr>
          <p:grpSpPr>
            <a:xfrm>
              <a:off x="2110795" y="1179665"/>
              <a:ext cx="80700" cy="1526144"/>
              <a:chOff x="2110795" y="1179665"/>
              <a:chExt cx="80700" cy="1526144"/>
            </a:xfrm>
          </p:grpSpPr>
          <p:sp>
            <p:nvSpPr>
              <p:cNvPr id="7465" name="Google Shape;7465;p82"/>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2"/>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2"/>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2"/>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82"/>
            <p:cNvGrpSpPr/>
            <p:nvPr/>
          </p:nvGrpSpPr>
          <p:grpSpPr>
            <a:xfrm>
              <a:off x="2284655" y="1179665"/>
              <a:ext cx="80700" cy="1526144"/>
              <a:chOff x="2284655" y="1179665"/>
              <a:chExt cx="80700" cy="1526144"/>
            </a:xfrm>
          </p:grpSpPr>
          <p:sp>
            <p:nvSpPr>
              <p:cNvPr id="7476" name="Google Shape;7476;p82"/>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2"/>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2"/>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2"/>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2"/>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2"/>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6" name="Google Shape;7486;p82"/>
          <p:cNvGrpSpPr/>
          <p:nvPr/>
        </p:nvGrpSpPr>
        <p:grpSpPr>
          <a:xfrm>
            <a:off x="2611693" y="986760"/>
            <a:ext cx="1364248" cy="1102133"/>
            <a:chOff x="2623904" y="1198803"/>
            <a:chExt cx="1364248" cy="1102133"/>
          </a:xfrm>
        </p:grpSpPr>
        <p:grpSp>
          <p:nvGrpSpPr>
            <p:cNvPr id="7487" name="Google Shape;7487;p82"/>
            <p:cNvGrpSpPr/>
            <p:nvPr/>
          </p:nvGrpSpPr>
          <p:grpSpPr>
            <a:xfrm>
              <a:off x="2623907" y="1198803"/>
              <a:ext cx="1364245" cy="273000"/>
              <a:chOff x="2623907" y="1198803"/>
              <a:chExt cx="1364245" cy="273000"/>
            </a:xfrm>
          </p:grpSpPr>
          <p:sp>
            <p:nvSpPr>
              <p:cNvPr id="7488" name="Google Shape;7488;p8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2"/>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82"/>
            <p:cNvGrpSpPr/>
            <p:nvPr/>
          </p:nvGrpSpPr>
          <p:grpSpPr>
            <a:xfrm>
              <a:off x="2623904" y="1476964"/>
              <a:ext cx="1364245" cy="273000"/>
              <a:chOff x="2623904" y="1476964"/>
              <a:chExt cx="1364245" cy="273000"/>
            </a:xfrm>
          </p:grpSpPr>
          <p:sp>
            <p:nvSpPr>
              <p:cNvPr id="7494" name="Google Shape;7494;p8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2"/>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2"/>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2"/>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9" name="Google Shape;7499;p82"/>
            <p:cNvGrpSpPr/>
            <p:nvPr/>
          </p:nvGrpSpPr>
          <p:grpSpPr>
            <a:xfrm>
              <a:off x="2623907" y="1749775"/>
              <a:ext cx="1364245" cy="273000"/>
              <a:chOff x="2623907" y="1749775"/>
              <a:chExt cx="1364245" cy="273000"/>
            </a:xfrm>
          </p:grpSpPr>
          <p:sp>
            <p:nvSpPr>
              <p:cNvPr id="7500" name="Google Shape;7500;p8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2"/>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2"/>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82"/>
            <p:cNvGrpSpPr/>
            <p:nvPr/>
          </p:nvGrpSpPr>
          <p:grpSpPr>
            <a:xfrm>
              <a:off x="2623904" y="2027936"/>
              <a:ext cx="1364245" cy="273000"/>
              <a:chOff x="2623904" y="2027936"/>
              <a:chExt cx="1364245" cy="273000"/>
            </a:xfrm>
          </p:grpSpPr>
          <p:sp>
            <p:nvSpPr>
              <p:cNvPr id="7506" name="Google Shape;7506;p8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1" name="Google Shape;7511;p82"/>
          <p:cNvGrpSpPr/>
          <p:nvPr/>
        </p:nvGrpSpPr>
        <p:grpSpPr>
          <a:xfrm>
            <a:off x="2601154" y="2445833"/>
            <a:ext cx="1387541" cy="159124"/>
            <a:chOff x="3200660" y="2180272"/>
            <a:chExt cx="2563824" cy="378237"/>
          </a:xfrm>
        </p:grpSpPr>
        <p:sp>
          <p:nvSpPr>
            <p:cNvPr id="7512" name="Google Shape;7512;p8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82"/>
          <p:cNvGrpSpPr/>
          <p:nvPr/>
        </p:nvGrpSpPr>
        <p:grpSpPr>
          <a:xfrm>
            <a:off x="2597679" y="2723597"/>
            <a:ext cx="1390502" cy="159625"/>
            <a:chOff x="3530150" y="2790075"/>
            <a:chExt cx="1962600" cy="225300"/>
          </a:xfrm>
        </p:grpSpPr>
        <p:sp>
          <p:nvSpPr>
            <p:cNvPr id="7531" name="Google Shape;7531;p82"/>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2"/>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82"/>
          <p:cNvGrpSpPr/>
          <p:nvPr/>
        </p:nvGrpSpPr>
        <p:grpSpPr>
          <a:xfrm>
            <a:off x="2597736" y="3001862"/>
            <a:ext cx="1411629" cy="154175"/>
            <a:chOff x="3558802" y="4011244"/>
            <a:chExt cx="1866000" cy="111600"/>
          </a:xfrm>
        </p:grpSpPr>
        <p:sp>
          <p:nvSpPr>
            <p:cNvPr id="7534" name="Google Shape;7534;p82"/>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2"/>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82"/>
          <p:cNvGrpSpPr/>
          <p:nvPr/>
        </p:nvGrpSpPr>
        <p:grpSpPr>
          <a:xfrm>
            <a:off x="2598024" y="2207432"/>
            <a:ext cx="1383503" cy="119761"/>
            <a:chOff x="3465975" y="2270258"/>
            <a:chExt cx="1986364" cy="171947"/>
          </a:xfrm>
        </p:grpSpPr>
        <p:sp>
          <p:nvSpPr>
            <p:cNvPr id="7537" name="Google Shape;7537;p8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2"/>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2"/>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2"/>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2"/>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2"/>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5" name="Google Shape;7545;p82"/>
          <p:cNvGrpSpPr/>
          <p:nvPr/>
        </p:nvGrpSpPr>
        <p:grpSpPr>
          <a:xfrm>
            <a:off x="2609031" y="3571205"/>
            <a:ext cx="1369531" cy="195460"/>
            <a:chOff x="723300" y="4253549"/>
            <a:chExt cx="2276482" cy="324900"/>
          </a:xfrm>
        </p:grpSpPr>
        <p:sp>
          <p:nvSpPr>
            <p:cNvPr id="7546" name="Google Shape;7546;p8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2"/>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82"/>
          <p:cNvGrpSpPr/>
          <p:nvPr/>
        </p:nvGrpSpPr>
        <p:grpSpPr>
          <a:xfrm>
            <a:off x="2598592" y="3272446"/>
            <a:ext cx="1389066" cy="180119"/>
            <a:chOff x="705948" y="3788465"/>
            <a:chExt cx="2308953" cy="299400"/>
          </a:xfrm>
        </p:grpSpPr>
        <p:sp>
          <p:nvSpPr>
            <p:cNvPr id="7552" name="Google Shape;7552;p8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2"/>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2"/>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7" name="Google Shape;7557;p82"/>
          <p:cNvGrpSpPr/>
          <p:nvPr/>
        </p:nvGrpSpPr>
        <p:grpSpPr>
          <a:xfrm>
            <a:off x="4195583" y="1876400"/>
            <a:ext cx="1433821" cy="191501"/>
            <a:chOff x="4273350" y="2088443"/>
            <a:chExt cx="1433821" cy="191501"/>
          </a:xfrm>
        </p:grpSpPr>
        <p:grpSp>
          <p:nvGrpSpPr>
            <p:cNvPr id="7558" name="Google Shape;7558;p82"/>
            <p:cNvGrpSpPr/>
            <p:nvPr/>
          </p:nvGrpSpPr>
          <p:grpSpPr>
            <a:xfrm>
              <a:off x="4273350" y="2088443"/>
              <a:ext cx="1433821" cy="0"/>
              <a:chOff x="5224975" y="2962250"/>
              <a:chExt cx="1544400" cy="0"/>
            </a:xfrm>
          </p:grpSpPr>
          <p:cxnSp>
            <p:nvCxnSpPr>
              <p:cNvPr id="7559" name="Google Shape;7559;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60" name="Google Shape;7560;p82"/>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561" name="Google Shape;7561;p82"/>
            <p:cNvGrpSpPr/>
            <p:nvPr/>
          </p:nvGrpSpPr>
          <p:grpSpPr>
            <a:xfrm>
              <a:off x="4273350" y="2279944"/>
              <a:ext cx="1433821" cy="0"/>
              <a:chOff x="5224975" y="2962250"/>
              <a:chExt cx="1544400" cy="0"/>
            </a:xfrm>
          </p:grpSpPr>
          <p:cxnSp>
            <p:nvCxnSpPr>
              <p:cNvPr id="7562" name="Google Shape;7562;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63" name="Google Shape;7563;p82"/>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564" name="Google Shape;7564;p82"/>
          <p:cNvGrpSpPr/>
          <p:nvPr/>
        </p:nvGrpSpPr>
        <p:grpSpPr>
          <a:xfrm>
            <a:off x="2646529" y="3885304"/>
            <a:ext cx="1304609" cy="294074"/>
            <a:chOff x="2658741" y="4097347"/>
            <a:chExt cx="1304609" cy="294074"/>
          </a:xfrm>
        </p:grpSpPr>
        <p:grpSp>
          <p:nvGrpSpPr>
            <p:cNvPr id="7565" name="Google Shape;7565;p82"/>
            <p:cNvGrpSpPr/>
            <p:nvPr/>
          </p:nvGrpSpPr>
          <p:grpSpPr>
            <a:xfrm>
              <a:off x="2658741" y="4097347"/>
              <a:ext cx="118572" cy="294074"/>
              <a:chOff x="3343310" y="4475555"/>
              <a:chExt cx="127717" cy="316753"/>
            </a:xfrm>
          </p:grpSpPr>
          <p:sp>
            <p:nvSpPr>
              <p:cNvPr id="7566" name="Google Shape;7566;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82"/>
            <p:cNvGrpSpPr/>
            <p:nvPr/>
          </p:nvGrpSpPr>
          <p:grpSpPr>
            <a:xfrm>
              <a:off x="3815519" y="4098388"/>
              <a:ext cx="147831" cy="291991"/>
              <a:chOff x="3527539" y="4476677"/>
              <a:chExt cx="159232" cy="314510"/>
            </a:xfrm>
          </p:grpSpPr>
          <p:sp>
            <p:nvSpPr>
              <p:cNvPr id="7569" name="Google Shape;7569;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82"/>
            <p:cNvGrpSpPr/>
            <p:nvPr/>
          </p:nvGrpSpPr>
          <p:grpSpPr>
            <a:xfrm>
              <a:off x="3511696" y="4098388"/>
              <a:ext cx="147831" cy="291991"/>
              <a:chOff x="3527539" y="4476677"/>
              <a:chExt cx="159232" cy="314510"/>
            </a:xfrm>
          </p:grpSpPr>
          <p:sp>
            <p:nvSpPr>
              <p:cNvPr id="7572" name="Google Shape;7572;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82"/>
            <p:cNvGrpSpPr/>
            <p:nvPr/>
          </p:nvGrpSpPr>
          <p:grpSpPr>
            <a:xfrm>
              <a:off x="3207874" y="4098388"/>
              <a:ext cx="147831" cy="291991"/>
              <a:chOff x="3527539" y="4476677"/>
              <a:chExt cx="159232" cy="314510"/>
            </a:xfrm>
          </p:grpSpPr>
          <p:sp>
            <p:nvSpPr>
              <p:cNvPr id="7575" name="Google Shape;7575;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82"/>
            <p:cNvGrpSpPr/>
            <p:nvPr/>
          </p:nvGrpSpPr>
          <p:grpSpPr>
            <a:xfrm>
              <a:off x="2933305" y="4097347"/>
              <a:ext cx="118572" cy="294074"/>
              <a:chOff x="3343310" y="4475555"/>
              <a:chExt cx="127717" cy="316753"/>
            </a:xfrm>
          </p:grpSpPr>
          <p:sp>
            <p:nvSpPr>
              <p:cNvPr id="7578" name="Google Shape;7578;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80" name="Google Shape;7580;p82"/>
          <p:cNvGrpSpPr/>
          <p:nvPr/>
        </p:nvGrpSpPr>
        <p:grpSpPr>
          <a:xfrm>
            <a:off x="4197138" y="963998"/>
            <a:ext cx="1430711" cy="751237"/>
            <a:chOff x="5159450" y="1919950"/>
            <a:chExt cx="1541050" cy="862500"/>
          </a:xfrm>
        </p:grpSpPr>
        <p:sp>
          <p:nvSpPr>
            <p:cNvPr id="7581" name="Google Shape;7581;p8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582" name="Google Shape;7582;p82"/>
            <p:cNvGrpSpPr/>
            <p:nvPr/>
          </p:nvGrpSpPr>
          <p:grpSpPr>
            <a:xfrm>
              <a:off x="5159450" y="1919950"/>
              <a:ext cx="1541050" cy="862500"/>
              <a:chOff x="5159450" y="1919950"/>
              <a:chExt cx="1541050" cy="862500"/>
            </a:xfrm>
          </p:grpSpPr>
          <p:cxnSp>
            <p:nvCxnSpPr>
              <p:cNvPr id="7583" name="Google Shape;7583;p8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584" name="Google Shape;7584;p8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585" name="Google Shape;7585;p82"/>
          <p:cNvGrpSpPr/>
          <p:nvPr/>
        </p:nvGrpSpPr>
        <p:grpSpPr>
          <a:xfrm>
            <a:off x="4245275" y="2227768"/>
            <a:ext cx="1334436" cy="967914"/>
            <a:chOff x="4294923" y="2439811"/>
            <a:chExt cx="1334436" cy="967914"/>
          </a:xfrm>
        </p:grpSpPr>
        <p:grpSp>
          <p:nvGrpSpPr>
            <p:cNvPr id="7586" name="Google Shape;7586;p82"/>
            <p:cNvGrpSpPr/>
            <p:nvPr/>
          </p:nvGrpSpPr>
          <p:grpSpPr>
            <a:xfrm>
              <a:off x="4960455" y="2469658"/>
              <a:ext cx="668904" cy="885524"/>
              <a:chOff x="4960455" y="2469658"/>
              <a:chExt cx="668904" cy="885524"/>
            </a:xfrm>
          </p:grpSpPr>
          <p:sp>
            <p:nvSpPr>
              <p:cNvPr id="7587" name="Google Shape;7587;p82"/>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2"/>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2"/>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2"/>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2"/>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2"/>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82"/>
            <p:cNvGrpSpPr/>
            <p:nvPr/>
          </p:nvGrpSpPr>
          <p:grpSpPr>
            <a:xfrm>
              <a:off x="4294923" y="2469658"/>
              <a:ext cx="668951" cy="885524"/>
              <a:chOff x="4294923" y="2469658"/>
              <a:chExt cx="668951" cy="885524"/>
            </a:xfrm>
          </p:grpSpPr>
          <p:sp>
            <p:nvSpPr>
              <p:cNvPr id="7594" name="Google Shape;7594;p82"/>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2"/>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2"/>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2"/>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2"/>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2"/>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0" name="Google Shape;7600;p82"/>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1" name="Google Shape;7601;p82"/>
          <p:cNvGrpSpPr/>
          <p:nvPr/>
        </p:nvGrpSpPr>
        <p:grpSpPr>
          <a:xfrm>
            <a:off x="4231478" y="3282213"/>
            <a:ext cx="1430949" cy="897289"/>
            <a:chOff x="4351371" y="3547942"/>
            <a:chExt cx="1345130" cy="843475"/>
          </a:xfrm>
        </p:grpSpPr>
        <p:grpSp>
          <p:nvGrpSpPr>
            <p:cNvPr id="7602" name="Google Shape;7602;p82"/>
            <p:cNvGrpSpPr/>
            <p:nvPr/>
          </p:nvGrpSpPr>
          <p:grpSpPr>
            <a:xfrm>
              <a:off x="4351371" y="4209917"/>
              <a:ext cx="1345130" cy="181500"/>
              <a:chOff x="4351371" y="4209917"/>
              <a:chExt cx="1345130" cy="181500"/>
            </a:xfrm>
          </p:grpSpPr>
          <p:sp>
            <p:nvSpPr>
              <p:cNvPr id="7603" name="Google Shape;7603;p82"/>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04" name="Google Shape;7604;p82"/>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605" name="Google Shape;7605;p82"/>
            <p:cNvGrpSpPr/>
            <p:nvPr/>
          </p:nvGrpSpPr>
          <p:grpSpPr>
            <a:xfrm>
              <a:off x="4403010" y="3985221"/>
              <a:ext cx="1109518" cy="181500"/>
              <a:chOff x="4403010" y="3985221"/>
              <a:chExt cx="1109518" cy="181500"/>
            </a:xfrm>
          </p:grpSpPr>
          <p:sp>
            <p:nvSpPr>
              <p:cNvPr id="7606" name="Google Shape;7606;p82"/>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07" name="Google Shape;7607;p82"/>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608" name="Google Shape;7608;p82"/>
            <p:cNvGrpSpPr/>
            <p:nvPr/>
          </p:nvGrpSpPr>
          <p:grpSpPr>
            <a:xfrm>
              <a:off x="4618704" y="3766582"/>
              <a:ext cx="807858" cy="181500"/>
              <a:chOff x="4618704" y="3766582"/>
              <a:chExt cx="807858" cy="181500"/>
            </a:xfrm>
          </p:grpSpPr>
          <p:sp>
            <p:nvSpPr>
              <p:cNvPr id="7609" name="Google Shape;7609;p82"/>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0" name="Google Shape;7610;p82"/>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611" name="Google Shape;7611;p82"/>
            <p:cNvGrpSpPr/>
            <p:nvPr/>
          </p:nvGrpSpPr>
          <p:grpSpPr>
            <a:xfrm>
              <a:off x="4735238" y="3547942"/>
              <a:ext cx="462839" cy="181500"/>
              <a:chOff x="4735238" y="3547942"/>
              <a:chExt cx="462839" cy="181500"/>
            </a:xfrm>
          </p:grpSpPr>
          <p:sp>
            <p:nvSpPr>
              <p:cNvPr id="7612" name="Google Shape;7612;p82"/>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3" name="Google Shape;7613;p82"/>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614" name="Google Shape;7614;p82"/>
          <p:cNvGrpSpPr/>
          <p:nvPr/>
        </p:nvGrpSpPr>
        <p:grpSpPr>
          <a:xfrm>
            <a:off x="7407836" y="2217537"/>
            <a:ext cx="1020955" cy="928853"/>
            <a:chOff x="926675" y="238125"/>
            <a:chExt cx="5755100" cy="5232975"/>
          </a:xfrm>
        </p:grpSpPr>
        <p:sp>
          <p:nvSpPr>
            <p:cNvPr id="7615" name="Google Shape;7615;p82"/>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2"/>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2"/>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2"/>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9" name="Google Shape;7619;p82"/>
          <p:cNvGrpSpPr/>
          <p:nvPr/>
        </p:nvGrpSpPr>
        <p:grpSpPr>
          <a:xfrm>
            <a:off x="715210" y="2616272"/>
            <a:ext cx="1695374" cy="1560837"/>
            <a:chOff x="727421" y="2828315"/>
            <a:chExt cx="1695374" cy="1560837"/>
          </a:xfrm>
        </p:grpSpPr>
        <p:grpSp>
          <p:nvGrpSpPr>
            <p:cNvPr id="7620" name="Google Shape;7620;p82"/>
            <p:cNvGrpSpPr/>
            <p:nvPr/>
          </p:nvGrpSpPr>
          <p:grpSpPr>
            <a:xfrm>
              <a:off x="727421" y="2828315"/>
              <a:ext cx="1695374" cy="1560837"/>
              <a:chOff x="734799" y="2782450"/>
              <a:chExt cx="1571100" cy="1577400"/>
            </a:xfrm>
          </p:grpSpPr>
          <p:cxnSp>
            <p:nvCxnSpPr>
              <p:cNvPr id="7621" name="Google Shape;7621;p8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622" name="Google Shape;7622;p8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623" name="Google Shape;7623;p82"/>
            <p:cNvGrpSpPr/>
            <p:nvPr/>
          </p:nvGrpSpPr>
          <p:grpSpPr>
            <a:xfrm>
              <a:off x="819108" y="2882501"/>
              <a:ext cx="1556791" cy="1426186"/>
              <a:chOff x="819108" y="2882501"/>
              <a:chExt cx="1556791" cy="1426186"/>
            </a:xfrm>
          </p:grpSpPr>
          <p:grpSp>
            <p:nvGrpSpPr>
              <p:cNvPr id="7624" name="Google Shape;7624;p82"/>
              <p:cNvGrpSpPr/>
              <p:nvPr/>
            </p:nvGrpSpPr>
            <p:grpSpPr>
              <a:xfrm>
                <a:off x="819108" y="2882501"/>
                <a:ext cx="103104" cy="1426186"/>
                <a:chOff x="4674013" y="3100904"/>
                <a:chExt cx="122758" cy="1698043"/>
              </a:xfrm>
            </p:grpSpPr>
            <p:sp>
              <p:nvSpPr>
                <p:cNvPr id="7625" name="Google Shape;7625;p8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2" name="Google Shape;7632;p82"/>
              <p:cNvGrpSpPr/>
              <p:nvPr/>
            </p:nvGrpSpPr>
            <p:grpSpPr>
              <a:xfrm>
                <a:off x="1062475" y="2882501"/>
                <a:ext cx="103104" cy="1426186"/>
                <a:chOff x="4940438" y="3100904"/>
                <a:chExt cx="122758" cy="1698043"/>
              </a:xfrm>
            </p:grpSpPr>
            <p:sp>
              <p:nvSpPr>
                <p:cNvPr id="7633" name="Google Shape;7633;p8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82"/>
              <p:cNvGrpSpPr/>
              <p:nvPr/>
            </p:nvGrpSpPr>
            <p:grpSpPr>
              <a:xfrm>
                <a:off x="1299324" y="2882501"/>
                <a:ext cx="103104" cy="1426186"/>
                <a:chOff x="5206863" y="3100904"/>
                <a:chExt cx="122758" cy="1698043"/>
              </a:xfrm>
            </p:grpSpPr>
            <p:sp>
              <p:nvSpPr>
                <p:cNvPr id="7641" name="Google Shape;7641;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8" name="Google Shape;7648;p82"/>
              <p:cNvGrpSpPr/>
              <p:nvPr/>
            </p:nvGrpSpPr>
            <p:grpSpPr>
              <a:xfrm>
                <a:off x="1786057" y="2882501"/>
                <a:ext cx="103104" cy="1426186"/>
                <a:chOff x="6006138" y="3143629"/>
                <a:chExt cx="122758" cy="1698043"/>
              </a:xfrm>
            </p:grpSpPr>
            <p:sp>
              <p:nvSpPr>
                <p:cNvPr id="7649" name="Google Shape;7649;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82"/>
              <p:cNvGrpSpPr/>
              <p:nvPr/>
            </p:nvGrpSpPr>
            <p:grpSpPr>
              <a:xfrm>
                <a:off x="2029422" y="2882501"/>
                <a:ext cx="103104" cy="1426186"/>
                <a:chOff x="6805413" y="3100904"/>
                <a:chExt cx="122758" cy="1698043"/>
              </a:xfrm>
            </p:grpSpPr>
            <p:sp>
              <p:nvSpPr>
                <p:cNvPr id="7657" name="Google Shape;7657;p8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82"/>
              <p:cNvGrpSpPr/>
              <p:nvPr/>
            </p:nvGrpSpPr>
            <p:grpSpPr>
              <a:xfrm>
                <a:off x="2272795" y="2882501"/>
                <a:ext cx="103104" cy="1426186"/>
                <a:chOff x="5206863" y="3100904"/>
                <a:chExt cx="122758" cy="1698043"/>
              </a:xfrm>
            </p:grpSpPr>
            <p:sp>
              <p:nvSpPr>
                <p:cNvPr id="7665" name="Google Shape;7665;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82"/>
              <p:cNvGrpSpPr/>
              <p:nvPr/>
            </p:nvGrpSpPr>
            <p:grpSpPr>
              <a:xfrm>
                <a:off x="1542694" y="2882501"/>
                <a:ext cx="103104" cy="1426186"/>
                <a:chOff x="6006138" y="3143629"/>
                <a:chExt cx="122758" cy="1698043"/>
              </a:xfrm>
            </p:grpSpPr>
            <p:sp>
              <p:nvSpPr>
                <p:cNvPr id="7673" name="Google Shape;7673;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80" name="Google Shape;7680;p82"/>
          <p:cNvGrpSpPr/>
          <p:nvPr/>
        </p:nvGrpSpPr>
        <p:grpSpPr>
          <a:xfrm>
            <a:off x="5671260" y="3305994"/>
            <a:ext cx="2749952" cy="870677"/>
            <a:chOff x="238125" y="1725700"/>
            <a:chExt cx="7139025" cy="2260325"/>
          </a:xfrm>
        </p:grpSpPr>
        <p:sp>
          <p:nvSpPr>
            <p:cNvPr id="7681" name="Google Shape;7681;p82"/>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2"/>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2"/>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2"/>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2"/>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2"/>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2"/>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2"/>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2"/>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2"/>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82"/>
          <p:cNvGrpSpPr/>
          <p:nvPr/>
        </p:nvGrpSpPr>
        <p:grpSpPr>
          <a:xfrm>
            <a:off x="5941424" y="2247740"/>
            <a:ext cx="1105452" cy="916747"/>
            <a:chOff x="5249100" y="1210600"/>
            <a:chExt cx="3502700" cy="2904775"/>
          </a:xfrm>
        </p:grpSpPr>
        <p:sp>
          <p:nvSpPr>
            <p:cNvPr id="7692" name="Google Shape;7692;p8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96" name="Google Shape;7696;p82"/>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697" name="Google Shape;7697;p82"/>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698" name="Google Shape;7698;p82"/>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699" name="Google Shape;7699;p82"/>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700" name="Google Shape;7700;p82"/>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1" name="Google Shape;7701;p82"/>
          <p:cNvGrpSpPr/>
          <p:nvPr/>
        </p:nvGrpSpPr>
        <p:grpSpPr>
          <a:xfrm>
            <a:off x="7123972" y="967158"/>
            <a:ext cx="1304650" cy="1124856"/>
            <a:chOff x="7287122" y="1165658"/>
            <a:chExt cx="1219413" cy="1051365"/>
          </a:xfrm>
        </p:grpSpPr>
        <p:grpSp>
          <p:nvGrpSpPr>
            <p:cNvPr id="7702" name="Google Shape;7702;p82"/>
            <p:cNvGrpSpPr/>
            <p:nvPr/>
          </p:nvGrpSpPr>
          <p:grpSpPr>
            <a:xfrm>
              <a:off x="7287122" y="1969723"/>
              <a:ext cx="1219413" cy="247300"/>
              <a:chOff x="7287122" y="1969723"/>
              <a:chExt cx="1219413" cy="247300"/>
            </a:xfrm>
          </p:grpSpPr>
          <p:sp>
            <p:nvSpPr>
              <p:cNvPr id="7703" name="Google Shape;7703;p8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4" name="Google Shape;7704;p82"/>
              <p:cNvGrpSpPr/>
              <p:nvPr/>
            </p:nvGrpSpPr>
            <p:grpSpPr>
              <a:xfrm>
                <a:off x="7287122" y="2063892"/>
                <a:ext cx="1151753" cy="73428"/>
                <a:chOff x="7287122" y="2063892"/>
                <a:chExt cx="1151753" cy="73428"/>
              </a:xfrm>
            </p:grpSpPr>
            <p:sp>
              <p:nvSpPr>
                <p:cNvPr id="7705" name="Google Shape;7705;p8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06" name="Google Shape;7706;p8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707" name="Google Shape;7707;p82"/>
            <p:cNvGrpSpPr/>
            <p:nvPr/>
          </p:nvGrpSpPr>
          <p:grpSpPr>
            <a:xfrm>
              <a:off x="7287122" y="1712201"/>
              <a:ext cx="1219403" cy="246767"/>
              <a:chOff x="7287122" y="1712201"/>
              <a:chExt cx="1219403" cy="246767"/>
            </a:xfrm>
          </p:grpSpPr>
          <p:sp>
            <p:nvSpPr>
              <p:cNvPr id="7708" name="Google Shape;7708;p8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9" name="Google Shape;7709;p82"/>
              <p:cNvGrpSpPr/>
              <p:nvPr/>
            </p:nvGrpSpPr>
            <p:grpSpPr>
              <a:xfrm>
                <a:off x="7287122" y="1842861"/>
                <a:ext cx="1005303" cy="73419"/>
                <a:chOff x="7287122" y="1842861"/>
                <a:chExt cx="1005303" cy="73419"/>
              </a:xfrm>
            </p:grpSpPr>
            <p:sp>
              <p:nvSpPr>
                <p:cNvPr id="7710" name="Google Shape;7710;p8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11" name="Google Shape;7711;p8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712" name="Google Shape;7712;p82"/>
            <p:cNvGrpSpPr/>
            <p:nvPr/>
          </p:nvGrpSpPr>
          <p:grpSpPr>
            <a:xfrm>
              <a:off x="7287122" y="1447520"/>
              <a:ext cx="1219403" cy="286667"/>
              <a:chOff x="7287122" y="1447520"/>
              <a:chExt cx="1219403" cy="286667"/>
            </a:xfrm>
          </p:grpSpPr>
          <p:sp>
            <p:nvSpPr>
              <p:cNvPr id="7713" name="Google Shape;7713;p8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4" name="Google Shape;7714;p82"/>
              <p:cNvGrpSpPr/>
              <p:nvPr/>
            </p:nvGrpSpPr>
            <p:grpSpPr>
              <a:xfrm>
                <a:off x="7287122" y="1581977"/>
                <a:ext cx="852803" cy="73428"/>
                <a:chOff x="7287122" y="1581977"/>
                <a:chExt cx="852803" cy="73428"/>
              </a:xfrm>
            </p:grpSpPr>
            <p:sp>
              <p:nvSpPr>
                <p:cNvPr id="7715" name="Google Shape;7715;p8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16" name="Google Shape;7716;p8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717" name="Google Shape;7717;p82"/>
            <p:cNvGrpSpPr/>
            <p:nvPr/>
          </p:nvGrpSpPr>
          <p:grpSpPr>
            <a:xfrm>
              <a:off x="7287122" y="1165658"/>
              <a:ext cx="1219403" cy="344253"/>
              <a:chOff x="7287122" y="1165658"/>
              <a:chExt cx="1219403" cy="344253"/>
            </a:xfrm>
          </p:grpSpPr>
          <p:sp>
            <p:nvSpPr>
              <p:cNvPr id="7718" name="Google Shape;7718;p8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9" name="Google Shape;7719;p82"/>
              <p:cNvGrpSpPr/>
              <p:nvPr/>
            </p:nvGrpSpPr>
            <p:grpSpPr>
              <a:xfrm>
                <a:off x="7287122" y="1341025"/>
                <a:ext cx="695703" cy="73419"/>
                <a:chOff x="7287122" y="1341025"/>
                <a:chExt cx="695703" cy="73419"/>
              </a:xfrm>
            </p:grpSpPr>
            <p:sp>
              <p:nvSpPr>
                <p:cNvPr id="7720" name="Google Shape;7720;p8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21" name="Google Shape;7721;p8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722" name="Google Shape;7722;p82"/>
          <p:cNvGrpSpPr/>
          <p:nvPr/>
        </p:nvGrpSpPr>
        <p:grpSpPr>
          <a:xfrm>
            <a:off x="5790464" y="973181"/>
            <a:ext cx="1397729" cy="1098540"/>
            <a:chOff x="5900602" y="1193063"/>
            <a:chExt cx="1299851" cy="1021707"/>
          </a:xfrm>
        </p:grpSpPr>
        <p:grpSp>
          <p:nvGrpSpPr>
            <p:cNvPr id="7723" name="Google Shape;7723;p82"/>
            <p:cNvGrpSpPr/>
            <p:nvPr/>
          </p:nvGrpSpPr>
          <p:grpSpPr>
            <a:xfrm>
              <a:off x="6520337" y="1193063"/>
              <a:ext cx="341815" cy="799959"/>
              <a:chOff x="6520337" y="1193063"/>
              <a:chExt cx="341815" cy="799959"/>
            </a:xfrm>
          </p:grpSpPr>
          <p:grpSp>
            <p:nvGrpSpPr>
              <p:cNvPr id="7724" name="Google Shape;7724;p82"/>
              <p:cNvGrpSpPr/>
              <p:nvPr/>
            </p:nvGrpSpPr>
            <p:grpSpPr>
              <a:xfrm>
                <a:off x="6520337" y="1589527"/>
                <a:ext cx="213950" cy="403494"/>
                <a:chOff x="6520337" y="1589527"/>
                <a:chExt cx="213950" cy="403494"/>
              </a:xfrm>
            </p:grpSpPr>
            <p:sp>
              <p:nvSpPr>
                <p:cNvPr id="7725" name="Google Shape;7725;p8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2"/>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82"/>
              <p:cNvGrpSpPr/>
              <p:nvPr/>
            </p:nvGrpSpPr>
            <p:grpSpPr>
              <a:xfrm>
                <a:off x="6577204" y="1193063"/>
                <a:ext cx="284947" cy="464512"/>
                <a:chOff x="6577204" y="1193063"/>
                <a:chExt cx="284947" cy="464512"/>
              </a:xfrm>
            </p:grpSpPr>
            <p:sp>
              <p:nvSpPr>
                <p:cNvPr id="7728" name="Google Shape;7728;p8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29" name="Google Shape;7729;p82"/>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730" name="Google Shape;7730;p82"/>
            <p:cNvGrpSpPr/>
            <p:nvPr/>
          </p:nvGrpSpPr>
          <p:grpSpPr>
            <a:xfrm>
              <a:off x="6238903" y="1193063"/>
              <a:ext cx="300475" cy="900152"/>
              <a:chOff x="6238903" y="1193063"/>
              <a:chExt cx="300475" cy="900152"/>
            </a:xfrm>
          </p:grpSpPr>
          <p:grpSp>
            <p:nvGrpSpPr>
              <p:cNvPr id="7731" name="Google Shape;7731;p82"/>
              <p:cNvGrpSpPr/>
              <p:nvPr/>
            </p:nvGrpSpPr>
            <p:grpSpPr>
              <a:xfrm>
                <a:off x="6290865" y="1489315"/>
                <a:ext cx="248514" cy="603900"/>
                <a:chOff x="6290865" y="1489315"/>
                <a:chExt cx="248514" cy="603900"/>
              </a:xfrm>
            </p:grpSpPr>
            <p:sp>
              <p:nvSpPr>
                <p:cNvPr id="7732" name="Google Shape;7732;p8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2"/>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82"/>
              <p:cNvGrpSpPr/>
              <p:nvPr/>
            </p:nvGrpSpPr>
            <p:grpSpPr>
              <a:xfrm>
                <a:off x="6238903" y="1193063"/>
                <a:ext cx="284947" cy="333087"/>
                <a:chOff x="6238903" y="1193063"/>
                <a:chExt cx="284947" cy="333087"/>
              </a:xfrm>
            </p:grpSpPr>
            <p:sp>
              <p:nvSpPr>
                <p:cNvPr id="7735" name="Google Shape;7735;p8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36" name="Google Shape;7736;p82"/>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737" name="Google Shape;7737;p82"/>
            <p:cNvGrpSpPr/>
            <p:nvPr/>
          </p:nvGrpSpPr>
          <p:grpSpPr>
            <a:xfrm>
              <a:off x="5900602" y="1193063"/>
              <a:ext cx="444345" cy="1021707"/>
              <a:chOff x="5900602" y="1193063"/>
              <a:chExt cx="444345" cy="1021707"/>
            </a:xfrm>
          </p:grpSpPr>
          <p:grpSp>
            <p:nvGrpSpPr>
              <p:cNvPr id="7738" name="Google Shape;7738;p82"/>
              <p:cNvGrpSpPr/>
              <p:nvPr/>
            </p:nvGrpSpPr>
            <p:grpSpPr>
              <a:xfrm>
                <a:off x="6046501" y="1367785"/>
                <a:ext cx="298446" cy="846986"/>
                <a:chOff x="6046501" y="1367785"/>
                <a:chExt cx="298446" cy="846986"/>
              </a:xfrm>
            </p:grpSpPr>
            <p:sp>
              <p:nvSpPr>
                <p:cNvPr id="7739" name="Google Shape;7739;p8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2"/>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82"/>
              <p:cNvGrpSpPr/>
              <p:nvPr/>
            </p:nvGrpSpPr>
            <p:grpSpPr>
              <a:xfrm>
                <a:off x="5900602" y="1193063"/>
                <a:ext cx="284947" cy="182312"/>
                <a:chOff x="5900602" y="1193063"/>
                <a:chExt cx="284947" cy="182312"/>
              </a:xfrm>
            </p:grpSpPr>
            <p:sp>
              <p:nvSpPr>
                <p:cNvPr id="7742" name="Google Shape;7742;p8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3" name="Google Shape;7743;p8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744" name="Google Shape;7744;p82"/>
            <p:cNvGrpSpPr/>
            <p:nvPr/>
          </p:nvGrpSpPr>
          <p:grpSpPr>
            <a:xfrm>
              <a:off x="6738300" y="1193063"/>
              <a:ext cx="462153" cy="707634"/>
              <a:chOff x="6738300" y="1193063"/>
              <a:chExt cx="462153" cy="707634"/>
            </a:xfrm>
          </p:grpSpPr>
          <p:grpSp>
            <p:nvGrpSpPr>
              <p:cNvPr id="7745" name="Google Shape;7745;p82"/>
              <p:cNvGrpSpPr/>
              <p:nvPr/>
            </p:nvGrpSpPr>
            <p:grpSpPr>
              <a:xfrm>
                <a:off x="6915505" y="1193063"/>
                <a:ext cx="284947" cy="597387"/>
                <a:chOff x="6915505" y="1193063"/>
                <a:chExt cx="284947" cy="597387"/>
              </a:xfrm>
            </p:grpSpPr>
            <p:sp>
              <p:nvSpPr>
                <p:cNvPr id="7746" name="Google Shape;7746;p8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7" name="Google Shape;7747;p82"/>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748" name="Google Shape;7748;p82"/>
              <p:cNvGrpSpPr/>
              <p:nvPr/>
            </p:nvGrpSpPr>
            <p:grpSpPr>
              <a:xfrm>
                <a:off x="6738300" y="1684725"/>
                <a:ext cx="230066" cy="215971"/>
                <a:chOff x="6738300" y="1684725"/>
                <a:chExt cx="230066" cy="215971"/>
              </a:xfrm>
            </p:grpSpPr>
            <p:sp>
              <p:nvSpPr>
                <p:cNvPr id="7749" name="Google Shape;7749;p82"/>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2"/>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54"/>
        <p:cNvGrpSpPr/>
        <p:nvPr/>
      </p:nvGrpSpPr>
      <p:grpSpPr>
        <a:xfrm>
          <a:off x="0" y="0"/>
          <a:ext cx="0" cy="0"/>
          <a:chOff x="0" y="0"/>
          <a:chExt cx="0" cy="0"/>
        </a:xfrm>
      </p:grpSpPr>
      <p:grpSp>
        <p:nvGrpSpPr>
          <p:cNvPr id="7755" name="Google Shape;7755;p83"/>
          <p:cNvGrpSpPr/>
          <p:nvPr/>
        </p:nvGrpSpPr>
        <p:grpSpPr>
          <a:xfrm>
            <a:off x="821785" y="2307635"/>
            <a:ext cx="339235" cy="298186"/>
            <a:chOff x="898875" y="244725"/>
            <a:chExt cx="481800" cy="423500"/>
          </a:xfrm>
        </p:grpSpPr>
        <p:sp>
          <p:nvSpPr>
            <p:cNvPr id="7756" name="Google Shape;7756;p83"/>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7" name="Google Shape;7757;p83"/>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8" name="Google Shape;7758;p83"/>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9" name="Google Shape;7759;p83"/>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0" name="Google Shape;7760;p83"/>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1" name="Google Shape;7761;p83"/>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2" name="Google Shape;7762;p83"/>
          <p:cNvGrpSpPr/>
          <p:nvPr/>
        </p:nvGrpSpPr>
        <p:grpSpPr>
          <a:xfrm>
            <a:off x="1260167" y="2287103"/>
            <a:ext cx="298169" cy="339253"/>
            <a:chOff x="1529350" y="258825"/>
            <a:chExt cx="423475" cy="481825"/>
          </a:xfrm>
        </p:grpSpPr>
        <p:sp>
          <p:nvSpPr>
            <p:cNvPr id="7763" name="Google Shape;7763;p83"/>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4" name="Google Shape;7764;p83"/>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5" name="Google Shape;7765;p83"/>
          <p:cNvGrpSpPr/>
          <p:nvPr/>
        </p:nvGrpSpPr>
        <p:grpSpPr>
          <a:xfrm>
            <a:off x="2102437" y="2287102"/>
            <a:ext cx="298169" cy="339253"/>
            <a:chOff x="2707500" y="249400"/>
            <a:chExt cx="423475" cy="481825"/>
          </a:xfrm>
        </p:grpSpPr>
        <p:sp>
          <p:nvSpPr>
            <p:cNvPr id="7766" name="Google Shape;7766;p8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7" name="Google Shape;7767;p8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8" name="Google Shape;7768;p83"/>
          <p:cNvGrpSpPr/>
          <p:nvPr/>
        </p:nvGrpSpPr>
        <p:grpSpPr>
          <a:xfrm>
            <a:off x="2516052" y="2287428"/>
            <a:ext cx="305386" cy="338602"/>
            <a:chOff x="3300325" y="249875"/>
            <a:chExt cx="433725" cy="480900"/>
          </a:xfrm>
        </p:grpSpPr>
        <p:sp>
          <p:nvSpPr>
            <p:cNvPr id="7769" name="Google Shape;7769;p83"/>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0" name="Google Shape;7770;p83"/>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1" name="Google Shape;7771;p83"/>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2" name="Google Shape;7772;p83"/>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3" name="Google Shape;7773;p83"/>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4" name="Google Shape;7774;p83"/>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75" name="Google Shape;7775;p83"/>
          <p:cNvGrpSpPr/>
          <p:nvPr/>
        </p:nvGrpSpPr>
        <p:grpSpPr>
          <a:xfrm>
            <a:off x="1653142" y="2367273"/>
            <a:ext cx="340890" cy="178912"/>
            <a:chOff x="2084325" y="363300"/>
            <a:chExt cx="484150" cy="254100"/>
          </a:xfrm>
        </p:grpSpPr>
        <p:sp>
          <p:nvSpPr>
            <p:cNvPr id="7776" name="Google Shape;7776;p83"/>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7" name="Google Shape;7777;p83"/>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78" name="Google Shape;7778;p83"/>
          <p:cNvGrpSpPr/>
          <p:nvPr/>
        </p:nvGrpSpPr>
        <p:grpSpPr>
          <a:xfrm>
            <a:off x="2905137" y="2287349"/>
            <a:ext cx="352349" cy="338760"/>
            <a:chOff x="3854700" y="249750"/>
            <a:chExt cx="500425" cy="481125"/>
          </a:xfrm>
        </p:grpSpPr>
        <p:sp>
          <p:nvSpPr>
            <p:cNvPr id="7779" name="Google Shape;7779;p83"/>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0" name="Google Shape;7780;p83"/>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1" name="Google Shape;7781;p83"/>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2" name="Google Shape;7782;p83"/>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3" name="Google Shape;7783;p83"/>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4" name="Google Shape;7784;p83"/>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5" name="Google Shape;7785;p83"/>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6" name="Google Shape;7786;p83"/>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87" name="Google Shape;7787;p83"/>
          <p:cNvGrpSpPr/>
          <p:nvPr/>
        </p:nvGrpSpPr>
        <p:grpSpPr>
          <a:xfrm>
            <a:off x="3323126" y="2287349"/>
            <a:ext cx="352349" cy="338760"/>
            <a:chOff x="4447550" y="249750"/>
            <a:chExt cx="500425" cy="481125"/>
          </a:xfrm>
        </p:grpSpPr>
        <p:sp>
          <p:nvSpPr>
            <p:cNvPr id="7788" name="Google Shape;7788;p83"/>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9" name="Google Shape;7789;p83"/>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0" name="Google Shape;7790;p83"/>
          <p:cNvGrpSpPr/>
          <p:nvPr/>
        </p:nvGrpSpPr>
        <p:grpSpPr>
          <a:xfrm>
            <a:off x="3752328" y="2287102"/>
            <a:ext cx="339253" cy="339253"/>
            <a:chOff x="5049725" y="249400"/>
            <a:chExt cx="481825" cy="481825"/>
          </a:xfrm>
        </p:grpSpPr>
        <p:sp>
          <p:nvSpPr>
            <p:cNvPr id="7791" name="Google Shape;7791;p83"/>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2" name="Google Shape;7792;p83"/>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3" name="Google Shape;7793;p83"/>
          <p:cNvGrpSpPr/>
          <p:nvPr/>
        </p:nvGrpSpPr>
        <p:grpSpPr>
          <a:xfrm>
            <a:off x="4166269" y="2287102"/>
            <a:ext cx="339253" cy="339253"/>
            <a:chOff x="5660400" y="238125"/>
            <a:chExt cx="481825" cy="481825"/>
          </a:xfrm>
        </p:grpSpPr>
        <p:sp>
          <p:nvSpPr>
            <p:cNvPr id="7794" name="Google Shape;7794;p83"/>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5" name="Google Shape;7795;p83"/>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6" name="Google Shape;7796;p83"/>
          <p:cNvGrpSpPr/>
          <p:nvPr/>
        </p:nvGrpSpPr>
        <p:grpSpPr>
          <a:xfrm>
            <a:off x="4582955" y="2287102"/>
            <a:ext cx="339253" cy="339253"/>
            <a:chOff x="6235400" y="249400"/>
            <a:chExt cx="481825" cy="481825"/>
          </a:xfrm>
        </p:grpSpPr>
        <p:sp>
          <p:nvSpPr>
            <p:cNvPr id="7797" name="Google Shape;7797;p83"/>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8" name="Google Shape;7798;p83"/>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9" name="Google Shape;7799;p83"/>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0" name="Google Shape;7800;p83"/>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1" name="Google Shape;7801;p83"/>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2" name="Google Shape;7802;p83"/>
          <p:cNvGrpSpPr/>
          <p:nvPr/>
        </p:nvGrpSpPr>
        <p:grpSpPr>
          <a:xfrm>
            <a:off x="821301" y="2731810"/>
            <a:ext cx="340204" cy="298116"/>
            <a:chOff x="899850" y="871450"/>
            <a:chExt cx="483175" cy="423400"/>
          </a:xfrm>
        </p:grpSpPr>
        <p:sp>
          <p:nvSpPr>
            <p:cNvPr id="7803" name="Google Shape;7803;p8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4" name="Google Shape;7804;p8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5" name="Google Shape;7805;p8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6" name="Google Shape;7806;p8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07" name="Google Shape;7807;p83"/>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08" name="Google Shape;7808;p83"/>
          <p:cNvGrpSpPr/>
          <p:nvPr/>
        </p:nvGrpSpPr>
        <p:grpSpPr>
          <a:xfrm>
            <a:off x="1653301" y="2711232"/>
            <a:ext cx="340573" cy="339271"/>
            <a:chOff x="2085450" y="842250"/>
            <a:chExt cx="483700" cy="481850"/>
          </a:xfrm>
        </p:grpSpPr>
        <p:sp>
          <p:nvSpPr>
            <p:cNvPr id="7809" name="Google Shape;7809;p8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0" name="Google Shape;7810;p8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1" name="Google Shape;7811;p8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2" name="Google Shape;7812;p83"/>
          <p:cNvGrpSpPr/>
          <p:nvPr/>
        </p:nvGrpSpPr>
        <p:grpSpPr>
          <a:xfrm>
            <a:off x="2081868" y="2711241"/>
            <a:ext cx="339306" cy="339253"/>
            <a:chOff x="2685825" y="840375"/>
            <a:chExt cx="481900" cy="481825"/>
          </a:xfrm>
        </p:grpSpPr>
        <p:sp>
          <p:nvSpPr>
            <p:cNvPr id="7813" name="Google Shape;7813;p8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4" name="Google Shape;7814;p8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5" name="Google Shape;7815;p83"/>
          <p:cNvGrpSpPr/>
          <p:nvPr/>
        </p:nvGrpSpPr>
        <p:grpSpPr>
          <a:xfrm>
            <a:off x="2493529" y="2710924"/>
            <a:ext cx="350431" cy="339887"/>
            <a:chOff x="3270675" y="841800"/>
            <a:chExt cx="497700" cy="482725"/>
          </a:xfrm>
        </p:grpSpPr>
        <p:sp>
          <p:nvSpPr>
            <p:cNvPr id="7816" name="Google Shape;7816;p83"/>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7" name="Google Shape;7817;p83"/>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8" name="Google Shape;7818;p83"/>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19" name="Google Shape;7819;p83"/>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20" name="Google Shape;7820;p83"/>
          <p:cNvGrpSpPr/>
          <p:nvPr/>
        </p:nvGrpSpPr>
        <p:grpSpPr>
          <a:xfrm>
            <a:off x="3329675" y="2731783"/>
            <a:ext cx="339253" cy="298169"/>
            <a:chOff x="4467200" y="877100"/>
            <a:chExt cx="481825" cy="423475"/>
          </a:xfrm>
        </p:grpSpPr>
        <p:sp>
          <p:nvSpPr>
            <p:cNvPr id="7821" name="Google Shape;7821;p83"/>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2" name="Google Shape;7822;p83"/>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3" name="Google Shape;7823;p83"/>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4" name="Google Shape;7824;p83"/>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5" name="Google Shape;7825;p83"/>
          <p:cNvGrpSpPr/>
          <p:nvPr/>
        </p:nvGrpSpPr>
        <p:grpSpPr>
          <a:xfrm>
            <a:off x="3744565" y="2711232"/>
            <a:ext cx="354778" cy="339271"/>
            <a:chOff x="5045500" y="842250"/>
            <a:chExt cx="503875" cy="481850"/>
          </a:xfrm>
        </p:grpSpPr>
        <p:sp>
          <p:nvSpPr>
            <p:cNvPr id="7826" name="Google Shape;7826;p83"/>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7" name="Google Shape;7827;p83"/>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8" name="Google Shape;7828;p83"/>
          <p:cNvGrpSpPr/>
          <p:nvPr/>
        </p:nvGrpSpPr>
        <p:grpSpPr>
          <a:xfrm>
            <a:off x="4167413" y="2737451"/>
            <a:ext cx="336965" cy="286833"/>
            <a:chOff x="5645200" y="879425"/>
            <a:chExt cx="478575" cy="407375"/>
          </a:xfrm>
        </p:grpSpPr>
        <p:sp>
          <p:nvSpPr>
            <p:cNvPr id="7829" name="Google Shape;7829;p83"/>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0" name="Google Shape;7830;p83"/>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1" name="Google Shape;7831;p83"/>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2" name="Google Shape;7832;p83"/>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3" name="Google Shape;7833;p83"/>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4" name="Google Shape;7834;p83"/>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5" name="Google Shape;7835;p83"/>
          <p:cNvGrpSpPr/>
          <p:nvPr/>
        </p:nvGrpSpPr>
        <p:grpSpPr>
          <a:xfrm>
            <a:off x="4603488" y="2711241"/>
            <a:ext cx="298186" cy="339253"/>
            <a:chOff x="6264525" y="842250"/>
            <a:chExt cx="423500" cy="481825"/>
          </a:xfrm>
        </p:grpSpPr>
        <p:sp>
          <p:nvSpPr>
            <p:cNvPr id="7836" name="Google Shape;7836;p83"/>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7" name="Google Shape;7837;p83"/>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8" name="Google Shape;7838;p83"/>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9" name="Google Shape;7839;p83"/>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0" name="Google Shape;7840;p83"/>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1" name="Google Shape;7841;p83"/>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2" name="Google Shape;7842;p83"/>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3" name="Google Shape;7843;p83"/>
          <p:cNvGrpSpPr/>
          <p:nvPr/>
        </p:nvGrpSpPr>
        <p:grpSpPr>
          <a:xfrm>
            <a:off x="821776" y="3125895"/>
            <a:ext cx="339253" cy="339253"/>
            <a:chOff x="900750" y="1436075"/>
            <a:chExt cx="481825" cy="481825"/>
          </a:xfrm>
        </p:grpSpPr>
        <p:sp>
          <p:nvSpPr>
            <p:cNvPr id="7844" name="Google Shape;7844;p83"/>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5" name="Google Shape;7845;p83"/>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6" name="Google Shape;7846;p83"/>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7" name="Google Shape;7847;p83"/>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8" name="Google Shape;7848;p83"/>
          <p:cNvGrpSpPr/>
          <p:nvPr/>
        </p:nvGrpSpPr>
        <p:grpSpPr>
          <a:xfrm>
            <a:off x="1239624" y="3186183"/>
            <a:ext cx="339253" cy="218676"/>
            <a:chOff x="1492675" y="1520750"/>
            <a:chExt cx="481825" cy="310575"/>
          </a:xfrm>
        </p:grpSpPr>
        <p:sp>
          <p:nvSpPr>
            <p:cNvPr id="7849" name="Google Shape;7849;p83"/>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0" name="Google Shape;7850;p83"/>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1" name="Google Shape;7851;p83"/>
          <p:cNvGrpSpPr/>
          <p:nvPr/>
        </p:nvGrpSpPr>
        <p:grpSpPr>
          <a:xfrm>
            <a:off x="1647421" y="3125877"/>
            <a:ext cx="352332" cy="339288"/>
            <a:chOff x="2071000" y="1435025"/>
            <a:chExt cx="500400" cy="481875"/>
          </a:xfrm>
        </p:grpSpPr>
        <p:sp>
          <p:nvSpPr>
            <p:cNvPr id="7852" name="Google Shape;7852;p83"/>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3" name="Google Shape;7853;p83"/>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4" name="Google Shape;7854;p83"/>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5" name="Google Shape;7855;p83"/>
          <p:cNvGrpSpPr/>
          <p:nvPr/>
        </p:nvGrpSpPr>
        <p:grpSpPr>
          <a:xfrm>
            <a:off x="2075584" y="3146709"/>
            <a:ext cx="351874" cy="297623"/>
            <a:chOff x="2678350" y="1464650"/>
            <a:chExt cx="499750" cy="422700"/>
          </a:xfrm>
        </p:grpSpPr>
        <p:sp>
          <p:nvSpPr>
            <p:cNvPr id="7856" name="Google Shape;7856;p83"/>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7" name="Google Shape;7857;p83"/>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8" name="Google Shape;7858;p83"/>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9" name="Google Shape;7859;p83"/>
          <p:cNvGrpSpPr/>
          <p:nvPr/>
        </p:nvGrpSpPr>
        <p:grpSpPr>
          <a:xfrm>
            <a:off x="2499118" y="3125895"/>
            <a:ext cx="339253" cy="339253"/>
            <a:chOff x="3271200" y="1435075"/>
            <a:chExt cx="481825" cy="481825"/>
          </a:xfrm>
        </p:grpSpPr>
        <p:sp>
          <p:nvSpPr>
            <p:cNvPr id="7860" name="Google Shape;7860;p83"/>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1" name="Google Shape;7861;p83"/>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2" name="Google Shape;7862;p83"/>
          <p:cNvGrpSpPr/>
          <p:nvPr/>
        </p:nvGrpSpPr>
        <p:grpSpPr>
          <a:xfrm>
            <a:off x="2909591" y="3125877"/>
            <a:ext cx="343442" cy="339288"/>
            <a:chOff x="3858100" y="1435075"/>
            <a:chExt cx="487775" cy="481875"/>
          </a:xfrm>
        </p:grpSpPr>
        <p:sp>
          <p:nvSpPr>
            <p:cNvPr id="7863" name="Google Shape;7863;p83"/>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4" name="Google Shape;7864;p83"/>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5" name="Google Shape;7865;p83"/>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6" name="Google Shape;7866;p83"/>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7" name="Google Shape;7867;p83"/>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8" name="Google Shape;7868;p83"/>
          <p:cNvGrpSpPr/>
          <p:nvPr/>
        </p:nvGrpSpPr>
        <p:grpSpPr>
          <a:xfrm>
            <a:off x="3329674" y="3125895"/>
            <a:ext cx="339253" cy="339253"/>
            <a:chOff x="4456875" y="1435075"/>
            <a:chExt cx="481825" cy="481825"/>
          </a:xfrm>
        </p:grpSpPr>
        <p:sp>
          <p:nvSpPr>
            <p:cNvPr id="7869" name="Google Shape;7869;p83"/>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0" name="Google Shape;7870;p83"/>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1" name="Google Shape;7871;p83"/>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2" name="Google Shape;7872;p83"/>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3" name="Google Shape;7873;p83"/>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4" name="Google Shape;7874;p83"/>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5" name="Google Shape;7875;p83"/>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6" name="Google Shape;7876;p83"/>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7" name="Google Shape;7877;p83"/>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8" name="Google Shape;7878;p83"/>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9" name="Google Shape;7879;p83"/>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0" name="Google Shape;7880;p83"/>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1" name="Google Shape;7881;p83"/>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2" name="Google Shape;7882;p83"/>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3" name="Google Shape;7883;p83"/>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4" name="Google Shape;7884;p83"/>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5" name="Google Shape;7885;p83"/>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6" name="Google Shape;7886;p83"/>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7" name="Google Shape;7887;p83"/>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8" name="Google Shape;7888;p83"/>
          <p:cNvGrpSpPr/>
          <p:nvPr/>
        </p:nvGrpSpPr>
        <p:grpSpPr>
          <a:xfrm>
            <a:off x="3750665" y="3125886"/>
            <a:ext cx="342580" cy="339271"/>
            <a:chOff x="5049725" y="1435050"/>
            <a:chExt cx="486550" cy="481850"/>
          </a:xfrm>
        </p:grpSpPr>
        <p:sp>
          <p:nvSpPr>
            <p:cNvPr id="7889" name="Google Shape;7889;p8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0" name="Google Shape;7890;p8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1" name="Google Shape;7891;p8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2" name="Google Shape;7892;p8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3" name="Google Shape;7893;p83"/>
          <p:cNvGrpSpPr/>
          <p:nvPr/>
        </p:nvGrpSpPr>
        <p:grpSpPr>
          <a:xfrm>
            <a:off x="4166216" y="3125895"/>
            <a:ext cx="339359" cy="339253"/>
            <a:chOff x="5642475" y="1435075"/>
            <a:chExt cx="481975" cy="481825"/>
          </a:xfrm>
        </p:grpSpPr>
        <p:sp>
          <p:nvSpPr>
            <p:cNvPr id="7894" name="Google Shape;7894;p83"/>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5" name="Google Shape;7895;p83"/>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6" name="Google Shape;7896;p83"/>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7" name="Google Shape;7897;p83"/>
          <p:cNvGrpSpPr/>
          <p:nvPr/>
        </p:nvGrpSpPr>
        <p:grpSpPr>
          <a:xfrm>
            <a:off x="4580702" y="3125886"/>
            <a:ext cx="343759" cy="339271"/>
            <a:chOff x="6232000" y="1435050"/>
            <a:chExt cx="488225" cy="481850"/>
          </a:xfrm>
        </p:grpSpPr>
        <p:sp>
          <p:nvSpPr>
            <p:cNvPr id="7898" name="Google Shape;7898;p83"/>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9" name="Google Shape;7899;p83"/>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0" name="Google Shape;7900;p83"/>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1" name="Google Shape;7901;p83"/>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2" name="Google Shape;7902;p83"/>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3" name="Google Shape;7903;p83"/>
          <p:cNvGrpSpPr/>
          <p:nvPr/>
        </p:nvGrpSpPr>
        <p:grpSpPr>
          <a:xfrm>
            <a:off x="841438" y="3539545"/>
            <a:ext cx="299929" cy="337792"/>
            <a:chOff x="924450" y="2028975"/>
            <a:chExt cx="425975" cy="479750"/>
          </a:xfrm>
        </p:grpSpPr>
        <p:sp>
          <p:nvSpPr>
            <p:cNvPr id="7904" name="Google Shape;7904;p83"/>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5" name="Google Shape;7905;p83"/>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6" name="Google Shape;7906;p83"/>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7" name="Google Shape;7907;p83"/>
          <p:cNvGrpSpPr/>
          <p:nvPr/>
        </p:nvGrpSpPr>
        <p:grpSpPr>
          <a:xfrm>
            <a:off x="1653934" y="3559347"/>
            <a:ext cx="339306" cy="298186"/>
            <a:chOff x="2085450" y="2057100"/>
            <a:chExt cx="481900" cy="423500"/>
          </a:xfrm>
        </p:grpSpPr>
        <p:sp>
          <p:nvSpPr>
            <p:cNvPr id="7908" name="Google Shape;7908;p83"/>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9" name="Google Shape;7909;p83"/>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0" name="Google Shape;7910;p83"/>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11" name="Google Shape;7911;p83"/>
          <p:cNvGrpSpPr/>
          <p:nvPr/>
        </p:nvGrpSpPr>
        <p:grpSpPr>
          <a:xfrm>
            <a:off x="2081868" y="3582592"/>
            <a:ext cx="339306" cy="251698"/>
            <a:chOff x="2678275" y="2090100"/>
            <a:chExt cx="481900" cy="357475"/>
          </a:xfrm>
        </p:grpSpPr>
        <p:sp>
          <p:nvSpPr>
            <p:cNvPr id="7912" name="Google Shape;7912;p83"/>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3" name="Google Shape;7913;p83"/>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4" name="Google Shape;7914;p83"/>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5" name="Google Shape;7915;p83"/>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6" name="Google Shape;7916;p83"/>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17" name="Google Shape;7917;p83"/>
          <p:cNvGrpSpPr/>
          <p:nvPr/>
        </p:nvGrpSpPr>
        <p:grpSpPr>
          <a:xfrm>
            <a:off x="2559072" y="3594790"/>
            <a:ext cx="219345" cy="227301"/>
            <a:chOff x="3357325" y="2093500"/>
            <a:chExt cx="311525" cy="322825"/>
          </a:xfrm>
        </p:grpSpPr>
        <p:sp>
          <p:nvSpPr>
            <p:cNvPr id="7918" name="Google Shape;7918;p83"/>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9" name="Google Shape;7919;p83"/>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0" name="Google Shape;7920;p83"/>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21" name="Google Shape;7921;p83"/>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22" name="Google Shape;7922;p83"/>
          <p:cNvGrpSpPr/>
          <p:nvPr/>
        </p:nvGrpSpPr>
        <p:grpSpPr>
          <a:xfrm>
            <a:off x="3353262" y="3538814"/>
            <a:ext cx="292078" cy="339253"/>
            <a:chOff x="4492800" y="2027925"/>
            <a:chExt cx="414825" cy="481825"/>
          </a:xfrm>
        </p:grpSpPr>
        <p:sp>
          <p:nvSpPr>
            <p:cNvPr id="7923" name="Google Shape;7923;p83"/>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4" name="Google Shape;7924;p83"/>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5" name="Google Shape;7925;p83"/>
          <p:cNvGrpSpPr/>
          <p:nvPr/>
        </p:nvGrpSpPr>
        <p:grpSpPr>
          <a:xfrm>
            <a:off x="3752354" y="3538805"/>
            <a:ext cx="339200" cy="339271"/>
            <a:chOff x="5049725" y="2027900"/>
            <a:chExt cx="481750" cy="481850"/>
          </a:xfrm>
        </p:grpSpPr>
        <p:sp>
          <p:nvSpPr>
            <p:cNvPr id="7926" name="Google Shape;7926;p83"/>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7" name="Google Shape;7927;p83"/>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8" name="Google Shape;7928;p83"/>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9" name="Google Shape;7929;p83"/>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0" name="Google Shape;7930;p83"/>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1" name="Google Shape;7931;p83"/>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2" name="Google Shape;7932;p83"/>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3" name="Google Shape;7933;p83"/>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4" name="Google Shape;7934;p83"/>
          <p:cNvGrpSpPr/>
          <p:nvPr/>
        </p:nvGrpSpPr>
        <p:grpSpPr>
          <a:xfrm>
            <a:off x="4225950" y="3538893"/>
            <a:ext cx="219890" cy="339095"/>
            <a:chOff x="5726350" y="2028150"/>
            <a:chExt cx="312300" cy="481600"/>
          </a:xfrm>
        </p:grpSpPr>
        <p:sp>
          <p:nvSpPr>
            <p:cNvPr id="7935" name="Google Shape;7935;p83"/>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6" name="Google Shape;7936;p83"/>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7" name="Google Shape;7937;p83"/>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8" name="Google Shape;7938;p83"/>
          <p:cNvGrpSpPr/>
          <p:nvPr/>
        </p:nvGrpSpPr>
        <p:grpSpPr>
          <a:xfrm>
            <a:off x="4586141" y="3542000"/>
            <a:ext cx="332881" cy="332881"/>
            <a:chOff x="6239925" y="2032450"/>
            <a:chExt cx="472775" cy="472775"/>
          </a:xfrm>
        </p:grpSpPr>
        <p:sp>
          <p:nvSpPr>
            <p:cNvPr id="7939" name="Google Shape;7939;p83"/>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0" name="Google Shape;7940;p83"/>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1" name="Google Shape;7941;p83"/>
          <p:cNvGrpSpPr/>
          <p:nvPr/>
        </p:nvGrpSpPr>
        <p:grpSpPr>
          <a:xfrm>
            <a:off x="5035233" y="2364092"/>
            <a:ext cx="334641" cy="185425"/>
            <a:chOff x="903075" y="2730000"/>
            <a:chExt cx="475275" cy="263350"/>
          </a:xfrm>
        </p:grpSpPr>
        <p:sp>
          <p:nvSpPr>
            <p:cNvPr id="7942" name="Google Shape;7942;p83"/>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3" name="Google Shape;7943;p83"/>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4" name="Google Shape;7944;p83"/>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5" name="Google Shape;7945;p83"/>
          <p:cNvGrpSpPr/>
          <p:nvPr/>
        </p:nvGrpSpPr>
        <p:grpSpPr>
          <a:xfrm>
            <a:off x="1239624" y="3538814"/>
            <a:ext cx="339253" cy="339253"/>
            <a:chOff x="1492675" y="2027925"/>
            <a:chExt cx="481825" cy="481825"/>
          </a:xfrm>
        </p:grpSpPr>
        <p:sp>
          <p:nvSpPr>
            <p:cNvPr id="7946" name="Google Shape;7946;p83"/>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7" name="Google Shape;7947;p83"/>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8" name="Google Shape;7948;p83"/>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9" name="Google Shape;7949;p83"/>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0" name="Google Shape;7950;p83"/>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1" name="Google Shape;7951;p83"/>
          <p:cNvGrpSpPr/>
          <p:nvPr/>
        </p:nvGrpSpPr>
        <p:grpSpPr>
          <a:xfrm>
            <a:off x="5466000" y="2287178"/>
            <a:ext cx="339253" cy="339253"/>
            <a:chOff x="1492675" y="2620775"/>
            <a:chExt cx="481825" cy="481825"/>
          </a:xfrm>
        </p:grpSpPr>
        <p:sp>
          <p:nvSpPr>
            <p:cNvPr id="7952" name="Google Shape;7952;p83"/>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3" name="Google Shape;7953;p83"/>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54" name="Google Shape;7954;p83"/>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55" name="Google Shape;7955;p83"/>
          <p:cNvGrpSpPr/>
          <p:nvPr/>
        </p:nvGrpSpPr>
        <p:grpSpPr>
          <a:xfrm>
            <a:off x="6289754" y="2303161"/>
            <a:ext cx="333585" cy="307287"/>
            <a:chOff x="2682350" y="2643425"/>
            <a:chExt cx="473775" cy="436425"/>
          </a:xfrm>
        </p:grpSpPr>
        <p:sp>
          <p:nvSpPr>
            <p:cNvPr id="7956" name="Google Shape;7956;p83"/>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7" name="Google Shape;7957;p83"/>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8" name="Google Shape;7958;p83"/>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9" name="Google Shape;7959;p83"/>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0" name="Google Shape;7960;p83"/>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1" name="Google Shape;7961;p83"/>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2" name="Google Shape;7962;p83"/>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3" name="Google Shape;7963;p83"/>
          <p:cNvGrpSpPr/>
          <p:nvPr/>
        </p:nvGrpSpPr>
        <p:grpSpPr>
          <a:xfrm>
            <a:off x="6755243" y="2287178"/>
            <a:ext cx="238531" cy="339253"/>
            <a:chOff x="3342725" y="2620775"/>
            <a:chExt cx="338775" cy="481825"/>
          </a:xfrm>
        </p:grpSpPr>
        <p:sp>
          <p:nvSpPr>
            <p:cNvPr id="7964" name="Google Shape;7964;p83"/>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5" name="Google Shape;7965;p83"/>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6" name="Google Shape;7966;p83"/>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7" name="Google Shape;7967;p83"/>
          <p:cNvGrpSpPr/>
          <p:nvPr/>
        </p:nvGrpSpPr>
        <p:grpSpPr>
          <a:xfrm>
            <a:off x="7148994" y="2287178"/>
            <a:ext cx="278296" cy="339253"/>
            <a:chOff x="3907325" y="2620775"/>
            <a:chExt cx="395250" cy="481825"/>
          </a:xfrm>
        </p:grpSpPr>
        <p:sp>
          <p:nvSpPr>
            <p:cNvPr id="7968" name="Google Shape;7968;p83"/>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9" name="Google Shape;7969;p83"/>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0" name="Google Shape;7970;p83"/>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1" name="Google Shape;7971;p83"/>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2" name="Google Shape;7972;p83"/>
          <p:cNvGrpSpPr/>
          <p:nvPr/>
        </p:nvGrpSpPr>
        <p:grpSpPr>
          <a:xfrm>
            <a:off x="7542181" y="2297783"/>
            <a:ext cx="339253" cy="318042"/>
            <a:chOff x="4456875" y="2635825"/>
            <a:chExt cx="481825" cy="451700"/>
          </a:xfrm>
        </p:grpSpPr>
        <p:sp>
          <p:nvSpPr>
            <p:cNvPr id="7973" name="Google Shape;7973;p83"/>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4" name="Google Shape;7974;p83"/>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5" name="Google Shape;7975;p83"/>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6" name="Google Shape;7976;p83"/>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7" name="Google Shape;7977;p83"/>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8" name="Google Shape;7978;p83"/>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9" name="Google Shape;7979;p83"/>
          <p:cNvGrpSpPr/>
          <p:nvPr/>
        </p:nvGrpSpPr>
        <p:grpSpPr>
          <a:xfrm>
            <a:off x="7967105" y="2297783"/>
            <a:ext cx="339253" cy="318042"/>
            <a:chOff x="5049725" y="2635825"/>
            <a:chExt cx="481825" cy="451700"/>
          </a:xfrm>
        </p:grpSpPr>
        <p:sp>
          <p:nvSpPr>
            <p:cNvPr id="7980" name="Google Shape;7980;p83"/>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1" name="Google Shape;7981;p83"/>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2" name="Google Shape;7982;p83"/>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3" name="Google Shape;7983;p83"/>
          <p:cNvGrpSpPr/>
          <p:nvPr/>
        </p:nvGrpSpPr>
        <p:grpSpPr>
          <a:xfrm>
            <a:off x="2211475" y="3952243"/>
            <a:ext cx="338566" cy="338373"/>
            <a:chOff x="5643000" y="2621375"/>
            <a:chExt cx="480850" cy="480575"/>
          </a:xfrm>
        </p:grpSpPr>
        <p:sp>
          <p:nvSpPr>
            <p:cNvPr id="7984" name="Google Shape;7984;p83"/>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5" name="Google Shape;7985;p83"/>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6" name="Google Shape;7986;p83"/>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7" name="Google Shape;7987;p83"/>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8" name="Google Shape;7988;p83"/>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9" name="Google Shape;7989;p83"/>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0" name="Google Shape;7990;p83"/>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1" name="Google Shape;7991;p83"/>
          <p:cNvGrpSpPr/>
          <p:nvPr/>
        </p:nvGrpSpPr>
        <p:grpSpPr>
          <a:xfrm>
            <a:off x="4032695" y="3951803"/>
            <a:ext cx="339359" cy="339253"/>
            <a:chOff x="6235250" y="2620775"/>
            <a:chExt cx="481975" cy="481825"/>
          </a:xfrm>
        </p:grpSpPr>
        <p:sp>
          <p:nvSpPr>
            <p:cNvPr id="7992" name="Google Shape;7992;p83"/>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3" name="Google Shape;7993;p83"/>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4" name="Google Shape;7994;p83"/>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5" name="Google Shape;7995;p83"/>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6" name="Google Shape;7996;p83"/>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97" name="Google Shape;7997;p83"/>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98" name="Google Shape;7998;p83"/>
          <p:cNvGrpSpPr/>
          <p:nvPr/>
        </p:nvGrpSpPr>
        <p:grpSpPr>
          <a:xfrm>
            <a:off x="5465078" y="2711317"/>
            <a:ext cx="341101" cy="339253"/>
            <a:chOff x="1535000" y="3223325"/>
            <a:chExt cx="484450" cy="481825"/>
          </a:xfrm>
        </p:grpSpPr>
        <p:sp>
          <p:nvSpPr>
            <p:cNvPr id="7999" name="Google Shape;7999;p83"/>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0" name="Google Shape;8000;p83"/>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1" name="Google Shape;8001;p83"/>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2" name="Google Shape;8002;p83"/>
          <p:cNvGrpSpPr/>
          <p:nvPr/>
        </p:nvGrpSpPr>
        <p:grpSpPr>
          <a:xfrm>
            <a:off x="5872645" y="2746618"/>
            <a:ext cx="339253" cy="268649"/>
            <a:chOff x="2085525" y="3263750"/>
            <a:chExt cx="481825" cy="381550"/>
          </a:xfrm>
        </p:grpSpPr>
        <p:sp>
          <p:nvSpPr>
            <p:cNvPr id="8003" name="Google Shape;8003;p83"/>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4" name="Google Shape;8004;p83"/>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05" name="Google Shape;8005;p83"/>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06" name="Google Shape;8006;p83"/>
          <p:cNvGrpSpPr/>
          <p:nvPr/>
        </p:nvGrpSpPr>
        <p:grpSpPr>
          <a:xfrm>
            <a:off x="6704407" y="2711308"/>
            <a:ext cx="340204" cy="339271"/>
            <a:chOff x="3270450" y="3213625"/>
            <a:chExt cx="483175" cy="481850"/>
          </a:xfrm>
        </p:grpSpPr>
        <p:sp>
          <p:nvSpPr>
            <p:cNvPr id="8007" name="Google Shape;8007;p83"/>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8" name="Google Shape;8008;p83"/>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9" name="Google Shape;8009;p83"/>
          <p:cNvGrpSpPr/>
          <p:nvPr/>
        </p:nvGrpSpPr>
        <p:grpSpPr>
          <a:xfrm>
            <a:off x="7203676" y="2711317"/>
            <a:ext cx="168931" cy="339253"/>
            <a:chOff x="3984950" y="3213600"/>
            <a:chExt cx="239925" cy="481825"/>
          </a:xfrm>
        </p:grpSpPr>
        <p:sp>
          <p:nvSpPr>
            <p:cNvPr id="8010" name="Google Shape;8010;p83"/>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1" name="Google Shape;8011;p83"/>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12" name="Google Shape;8012;p83"/>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3" name="Google Shape;8013;p83"/>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14" name="Google Shape;8014;p83"/>
          <p:cNvGrpSpPr/>
          <p:nvPr/>
        </p:nvGrpSpPr>
        <p:grpSpPr>
          <a:xfrm>
            <a:off x="1736111" y="3981487"/>
            <a:ext cx="355218" cy="279880"/>
            <a:chOff x="5629975" y="3255775"/>
            <a:chExt cx="504500" cy="397500"/>
          </a:xfrm>
        </p:grpSpPr>
        <p:sp>
          <p:nvSpPr>
            <p:cNvPr id="8015" name="Google Shape;8015;p83"/>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6" name="Google Shape;8016;p83"/>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7" name="Google Shape;8017;p83"/>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8" name="Google Shape;8018;p83"/>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9" name="Google Shape;8019;p83"/>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0" name="Google Shape;8020;p83"/>
          <p:cNvGrpSpPr/>
          <p:nvPr/>
        </p:nvGrpSpPr>
        <p:grpSpPr>
          <a:xfrm>
            <a:off x="3572294" y="3981593"/>
            <a:ext cx="340256" cy="279669"/>
            <a:chOff x="6234950" y="3255925"/>
            <a:chExt cx="483250" cy="397200"/>
          </a:xfrm>
        </p:grpSpPr>
        <p:sp>
          <p:nvSpPr>
            <p:cNvPr id="8021" name="Google Shape;8021;p83"/>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2" name="Google Shape;8022;p83"/>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3" name="Google Shape;8023;p83"/>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4" name="Google Shape;8024;p83"/>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5" name="Google Shape;8025;p83"/>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6" name="Google Shape;8026;p83"/>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7" name="Google Shape;8027;p83"/>
          <p:cNvGrpSpPr/>
          <p:nvPr/>
        </p:nvGrpSpPr>
        <p:grpSpPr>
          <a:xfrm>
            <a:off x="5043532" y="3125970"/>
            <a:ext cx="318042" cy="339253"/>
            <a:chOff x="914900" y="3806450"/>
            <a:chExt cx="451700" cy="481825"/>
          </a:xfrm>
        </p:grpSpPr>
        <p:sp>
          <p:nvSpPr>
            <p:cNvPr id="8028" name="Google Shape;8028;p83"/>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9" name="Google Shape;8029;p83"/>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0" name="Google Shape;8030;p83"/>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1" name="Google Shape;8031;p83"/>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2" name="Google Shape;8032;p83"/>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3" name="Google Shape;8033;p83"/>
          <p:cNvGrpSpPr/>
          <p:nvPr/>
        </p:nvGrpSpPr>
        <p:grpSpPr>
          <a:xfrm>
            <a:off x="5462454" y="3125785"/>
            <a:ext cx="346347" cy="339623"/>
            <a:chOff x="1490050" y="3805975"/>
            <a:chExt cx="491900" cy="482350"/>
          </a:xfrm>
        </p:grpSpPr>
        <p:sp>
          <p:nvSpPr>
            <p:cNvPr id="8034" name="Google Shape;8034;p8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5" name="Google Shape;8035;p8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8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8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8" name="Google Shape;8038;p83"/>
          <p:cNvGrpSpPr/>
          <p:nvPr/>
        </p:nvGrpSpPr>
        <p:grpSpPr>
          <a:xfrm>
            <a:off x="5886322" y="3125970"/>
            <a:ext cx="311899" cy="339253"/>
            <a:chOff x="2104275" y="3806450"/>
            <a:chExt cx="442975" cy="481825"/>
          </a:xfrm>
        </p:grpSpPr>
        <p:sp>
          <p:nvSpPr>
            <p:cNvPr id="8039" name="Google Shape;8039;p83"/>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0" name="Google Shape;8040;p83"/>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1" name="Google Shape;8041;p83"/>
          <p:cNvGrpSpPr/>
          <p:nvPr/>
        </p:nvGrpSpPr>
        <p:grpSpPr>
          <a:xfrm>
            <a:off x="6309839" y="3125970"/>
            <a:ext cx="293416" cy="339253"/>
            <a:chOff x="2710875" y="3806450"/>
            <a:chExt cx="416725" cy="481825"/>
          </a:xfrm>
        </p:grpSpPr>
        <p:sp>
          <p:nvSpPr>
            <p:cNvPr id="8042" name="Google Shape;8042;p83"/>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3" name="Google Shape;8043;p83"/>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4" name="Google Shape;8044;p83"/>
          <p:cNvGrpSpPr/>
          <p:nvPr/>
        </p:nvGrpSpPr>
        <p:grpSpPr>
          <a:xfrm>
            <a:off x="6704883" y="3166412"/>
            <a:ext cx="339253" cy="258369"/>
            <a:chOff x="3271200" y="3863875"/>
            <a:chExt cx="481825" cy="366950"/>
          </a:xfrm>
        </p:grpSpPr>
        <p:sp>
          <p:nvSpPr>
            <p:cNvPr id="8045" name="Google Shape;8045;p8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6" name="Google Shape;8046;p8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7" name="Google Shape;8047;p83"/>
          <p:cNvGrpSpPr/>
          <p:nvPr/>
        </p:nvGrpSpPr>
        <p:grpSpPr>
          <a:xfrm>
            <a:off x="7140377" y="3126199"/>
            <a:ext cx="295528" cy="338795"/>
            <a:chOff x="3895050" y="3806775"/>
            <a:chExt cx="419725" cy="481175"/>
          </a:xfrm>
        </p:grpSpPr>
        <p:sp>
          <p:nvSpPr>
            <p:cNvPr id="8048" name="Google Shape;8048;p83"/>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9" name="Google Shape;8049;p83"/>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0" name="Google Shape;8050;p83"/>
          <p:cNvGrpSpPr/>
          <p:nvPr/>
        </p:nvGrpSpPr>
        <p:grpSpPr>
          <a:xfrm>
            <a:off x="7543659" y="3125979"/>
            <a:ext cx="336296" cy="339235"/>
            <a:chOff x="4464775" y="3806475"/>
            <a:chExt cx="477625" cy="481800"/>
          </a:xfrm>
        </p:grpSpPr>
        <p:sp>
          <p:nvSpPr>
            <p:cNvPr id="8051" name="Google Shape;8051;p83"/>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2" name="Google Shape;8052;p83"/>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3" name="Google Shape;8053;p83"/>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4" name="Google Shape;8054;p83"/>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5" name="Google Shape;8055;p83"/>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6" name="Google Shape;8056;p83"/>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7" name="Google Shape;8057;p83"/>
          <p:cNvGrpSpPr/>
          <p:nvPr/>
        </p:nvGrpSpPr>
        <p:grpSpPr>
          <a:xfrm>
            <a:off x="7967105" y="3125970"/>
            <a:ext cx="339253" cy="339253"/>
            <a:chOff x="5049725" y="3806450"/>
            <a:chExt cx="481825" cy="481825"/>
          </a:xfrm>
        </p:grpSpPr>
        <p:sp>
          <p:nvSpPr>
            <p:cNvPr id="8058" name="Google Shape;8058;p83"/>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83"/>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0" name="Google Shape;8060;p83"/>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1" name="Google Shape;8061;p83"/>
          <p:cNvGrpSpPr/>
          <p:nvPr/>
        </p:nvGrpSpPr>
        <p:grpSpPr>
          <a:xfrm>
            <a:off x="1276714" y="3951798"/>
            <a:ext cx="339253" cy="339253"/>
            <a:chOff x="5651375" y="3806450"/>
            <a:chExt cx="481825" cy="481825"/>
          </a:xfrm>
        </p:grpSpPr>
        <p:sp>
          <p:nvSpPr>
            <p:cNvPr id="8062" name="Google Shape;8062;p83"/>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3" name="Google Shape;8063;p83"/>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4" name="Google Shape;8064;p83"/>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5" name="Google Shape;8065;p83"/>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6" name="Google Shape;8066;p83"/>
          <p:cNvGrpSpPr/>
          <p:nvPr/>
        </p:nvGrpSpPr>
        <p:grpSpPr>
          <a:xfrm>
            <a:off x="3153646" y="3953787"/>
            <a:ext cx="298503" cy="335275"/>
            <a:chOff x="6264300" y="3809300"/>
            <a:chExt cx="423950" cy="476175"/>
          </a:xfrm>
        </p:grpSpPr>
        <p:sp>
          <p:nvSpPr>
            <p:cNvPr id="8067" name="Google Shape;8067;p83"/>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8" name="Google Shape;8068;p83"/>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9" name="Google Shape;8069;p83"/>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0" name="Google Shape;8070;p83"/>
          <p:cNvGrpSpPr/>
          <p:nvPr/>
        </p:nvGrpSpPr>
        <p:grpSpPr>
          <a:xfrm>
            <a:off x="5032267" y="3538881"/>
            <a:ext cx="340573" cy="339271"/>
            <a:chOff x="898875" y="4399275"/>
            <a:chExt cx="483700" cy="481850"/>
          </a:xfrm>
        </p:grpSpPr>
        <p:sp>
          <p:nvSpPr>
            <p:cNvPr id="8071" name="Google Shape;8071;p83"/>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2" name="Google Shape;8072;p83"/>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3" name="Google Shape;8073;p83"/>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4" name="Google Shape;8074;p83"/>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5" name="Google Shape;8075;p83"/>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6" name="Google Shape;8076;p83"/>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83"/>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83"/>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83"/>
          <p:cNvGrpSpPr/>
          <p:nvPr/>
        </p:nvGrpSpPr>
        <p:grpSpPr>
          <a:xfrm>
            <a:off x="5466000" y="3554133"/>
            <a:ext cx="339253" cy="308765"/>
            <a:chOff x="1492675" y="4420975"/>
            <a:chExt cx="481825" cy="438525"/>
          </a:xfrm>
        </p:grpSpPr>
        <p:sp>
          <p:nvSpPr>
            <p:cNvPr id="8080" name="Google Shape;8080;p83"/>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83"/>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2" name="Google Shape;8082;p83"/>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3" name="Google Shape;8083;p83"/>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4" name="Google Shape;8084;p83"/>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5" name="Google Shape;8085;p83"/>
          <p:cNvGrpSpPr/>
          <p:nvPr/>
        </p:nvGrpSpPr>
        <p:grpSpPr>
          <a:xfrm>
            <a:off x="5870982" y="3539558"/>
            <a:ext cx="342580" cy="337915"/>
            <a:chOff x="2084100" y="4400250"/>
            <a:chExt cx="486550" cy="479925"/>
          </a:xfrm>
        </p:grpSpPr>
        <p:sp>
          <p:nvSpPr>
            <p:cNvPr id="8086" name="Google Shape;8086;p83"/>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7" name="Google Shape;8087;p83"/>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8" name="Google Shape;8088;p83"/>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9" name="Google Shape;8089;p83"/>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0" name="Google Shape;8090;p83"/>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1" name="Google Shape;8091;p83"/>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2" name="Google Shape;8092;p83"/>
          <p:cNvGrpSpPr/>
          <p:nvPr/>
        </p:nvGrpSpPr>
        <p:grpSpPr>
          <a:xfrm>
            <a:off x="6307462" y="3538907"/>
            <a:ext cx="298169" cy="339218"/>
            <a:chOff x="2707950" y="4399325"/>
            <a:chExt cx="423475" cy="481775"/>
          </a:xfrm>
        </p:grpSpPr>
        <p:sp>
          <p:nvSpPr>
            <p:cNvPr id="8093" name="Google Shape;8093;p83"/>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4" name="Google Shape;8094;p83"/>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5" name="Google Shape;8095;p83"/>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6" name="Google Shape;8096;p83"/>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7" name="Google Shape;8097;p83"/>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8" name="Google Shape;8098;p83"/>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9" name="Google Shape;8099;p83"/>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0" name="Google Shape;8100;p83"/>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1" name="Google Shape;8101;p83"/>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2" name="Google Shape;8102;p83"/>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3" name="Google Shape;8103;p83"/>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4" name="Google Shape;8104;p83"/>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5" name="Google Shape;8105;p83"/>
          <p:cNvGrpSpPr/>
          <p:nvPr/>
        </p:nvGrpSpPr>
        <p:grpSpPr>
          <a:xfrm>
            <a:off x="6736981" y="3538881"/>
            <a:ext cx="275057" cy="339271"/>
            <a:chOff x="3330525" y="4399275"/>
            <a:chExt cx="390650" cy="481850"/>
          </a:xfrm>
        </p:grpSpPr>
        <p:sp>
          <p:nvSpPr>
            <p:cNvPr id="8106" name="Google Shape;8106;p83"/>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7" name="Google Shape;8107;p83"/>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8" name="Google Shape;8108;p83"/>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9" name="Google Shape;8109;p83"/>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0" name="Google Shape;8110;p83"/>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1" name="Google Shape;8111;p83"/>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2" name="Google Shape;8112;p83"/>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3" name="Google Shape;8113;p83"/>
          <p:cNvGrpSpPr/>
          <p:nvPr/>
        </p:nvGrpSpPr>
        <p:grpSpPr>
          <a:xfrm>
            <a:off x="7161510" y="3538890"/>
            <a:ext cx="253265" cy="339253"/>
            <a:chOff x="3938800" y="4399275"/>
            <a:chExt cx="359700" cy="481825"/>
          </a:xfrm>
        </p:grpSpPr>
        <p:sp>
          <p:nvSpPr>
            <p:cNvPr id="8114" name="Google Shape;8114;p83"/>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5" name="Google Shape;8115;p83"/>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6" name="Google Shape;8116;p83"/>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7" name="Google Shape;8117;p83"/>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8" name="Google Shape;8118;p83"/>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9" name="Google Shape;8119;p83"/>
          <p:cNvGrpSpPr/>
          <p:nvPr/>
        </p:nvGrpSpPr>
        <p:grpSpPr>
          <a:xfrm>
            <a:off x="7632288" y="3538890"/>
            <a:ext cx="159039" cy="339253"/>
            <a:chOff x="4584850" y="4399275"/>
            <a:chExt cx="225875" cy="481825"/>
          </a:xfrm>
        </p:grpSpPr>
        <p:sp>
          <p:nvSpPr>
            <p:cNvPr id="8120" name="Google Shape;8120;p83"/>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1" name="Google Shape;8121;p83"/>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22" name="Google Shape;8122;p83"/>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23" name="Google Shape;8123;p83"/>
          <p:cNvGrpSpPr/>
          <p:nvPr/>
        </p:nvGrpSpPr>
        <p:grpSpPr>
          <a:xfrm>
            <a:off x="817316" y="3951795"/>
            <a:ext cx="339253" cy="339253"/>
            <a:chOff x="5642550" y="4399275"/>
            <a:chExt cx="481825" cy="481825"/>
          </a:xfrm>
        </p:grpSpPr>
        <p:sp>
          <p:nvSpPr>
            <p:cNvPr id="8124" name="Google Shape;8124;p83"/>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5" name="Google Shape;8125;p83"/>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6" name="Google Shape;8126;p83"/>
          <p:cNvGrpSpPr/>
          <p:nvPr/>
        </p:nvGrpSpPr>
        <p:grpSpPr>
          <a:xfrm>
            <a:off x="2670186" y="3963703"/>
            <a:ext cx="363316" cy="315437"/>
            <a:chOff x="6218300" y="4416175"/>
            <a:chExt cx="516000" cy="448000"/>
          </a:xfrm>
        </p:grpSpPr>
        <p:sp>
          <p:nvSpPr>
            <p:cNvPr id="8127" name="Google Shape;8127;p83"/>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8" name="Google Shape;8128;p83"/>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9" name="Google Shape;8129;p83"/>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0" name="Google Shape;8130;p83"/>
          <p:cNvGrpSpPr/>
          <p:nvPr/>
        </p:nvGrpSpPr>
        <p:grpSpPr>
          <a:xfrm>
            <a:off x="5870391" y="3951792"/>
            <a:ext cx="339253" cy="339253"/>
            <a:chOff x="899850" y="4992125"/>
            <a:chExt cx="481825" cy="481825"/>
          </a:xfrm>
        </p:grpSpPr>
        <p:sp>
          <p:nvSpPr>
            <p:cNvPr id="8131" name="Google Shape;8131;p83"/>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2" name="Google Shape;8132;p83"/>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3" name="Google Shape;8133;p83"/>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4" name="Google Shape;8134;p83"/>
          <p:cNvGrpSpPr/>
          <p:nvPr/>
        </p:nvGrpSpPr>
        <p:grpSpPr>
          <a:xfrm>
            <a:off x="5410993" y="3951792"/>
            <a:ext cx="339253" cy="339253"/>
            <a:chOff x="1492675" y="4992125"/>
            <a:chExt cx="481825" cy="481825"/>
          </a:xfrm>
        </p:grpSpPr>
        <p:sp>
          <p:nvSpPr>
            <p:cNvPr id="8135" name="Google Shape;8135;p8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6" name="Google Shape;8136;p8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7" name="Google Shape;8137;p83"/>
          <p:cNvGrpSpPr/>
          <p:nvPr/>
        </p:nvGrpSpPr>
        <p:grpSpPr>
          <a:xfrm>
            <a:off x="4951595" y="3951792"/>
            <a:ext cx="339253" cy="339253"/>
            <a:chOff x="2085525" y="4992125"/>
            <a:chExt cx="481825" cy="481825"/>
          </a:xfrm>
        </p:grpSpPr>
        <p:sp>
          <p:nvSpPr>
            <p:cNvPr id="8138" name="Google Shape;8138;p8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9" name="Google Shape;8139;p8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0" name="Google Shape;8140;p83"/>
          <p:cNvGrpSpPr/>
          <p:nvPr/>
        </p:nvGrpSpPr>
        <p:grpSpPr>
          <a:xfrm>
            <a:off x="6789344" y="3951792"/>
            <a:ext cx="339253" cy="339253"/>
            <a:chOff x="2678350" y="4992125"/>
            <a:chExt cx="481825" cy="481825"/>
          </a:xfrm>
        </p:grpSpPr>
        <p:sp>
          <p:nvSpPr>
            <p:cNvPr id="8141" name="Google Shape;8141;p83"/>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2" name="Google Shape;8142;p83"/>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3" name="Google Shape;8143;p83"/>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4" name="Google Shape;8144;p83"/>
          <p:cNvGrpSpPr/>
          <p:nvPr/>
        </p:nvGrpSpPr>
        <p:grpSpPr>
          <a:xfrm>
            <a:off x="4492198" y="3951792"/>
            <a:ext cx="339253" cy="339253"/>
            <a:chOff x="3271200" y="4992125"/>
            <a:chExt cx="481825" cy="481825"/>
          </a:xfrm>
        </p:grpSpPr>
        <p:sp>
          <p:nvSpPr>
            <p:cNvPr id="8145" name="Google Shape;8145;p83"/>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6" name="Google Shape;8146;p83"/>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7" name="Google Shape;8147;p83"/>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8" name="Google Shape;8148;p83"/>
          <p:cNvGrpSpPr/>
          <p:nvPr/>
        </p:nvGrpSpPr>
        <p:grpSpPr>
          <a:xfrm>
            <a:off x="6329788" y="3952813"/>
            <a:ext cx="339411" cy="337211"/>
            <a:chOff x="5049575" y="4993600"/>
            <a:chExt cx="482050" cy="478925"/>
          </a:xfrm>
        </p:grpSpPr>
        <p:sp>
          <p:nvSpPr>
            <p:cNvPr id="8149" name="Google Shape;8149;p83"/>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0" name="Google Shape;8150;p83"/>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1" name="Google Shape;8151;p83"/>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2" name="Google Shape;8152;p83"/>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53" name="Google Shape;8153;p83"/>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8154" name="Google Shape;8154;p8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8155" name="Google Shape;8155;p83"/>
          <p:cNvGrpSpPr/>
          <p:nvPr/>
        </p:nvGrpSpPr>
        <p:grpSpPr>
          <a:xfrm>
            <a:off x="7248742" y="3975375"/>
            <a:ext cx="195300" cy="343772"/>
            <a:chOff x="3999225" y="4364775"/>
            <a:chExt cx="195300" cy="343772"/>
          </a:xfrm>
        </p:grpSpPr>
        <p:grpSp>
          <p:nvGrpSpPr>
            <p:cNvPr id="8156" name="Google Shape;8156;p83"/>
            <p:cNvGrpSpPr/>
            <p:nvPr/>
          </p:nvGrpSpPr>
          <p:grpSpPr>
            <a:xfrm>
              <a:off x="4048568" y="4562577"/>
              <a:ext cx="97317" cy="145970"/>
              <a:chOff x="1529575" y="2222650"/>
              <a:chExt cx="203125" cy="304675"/>
            </a:xfrm>
          </p:grpSpPr>
          <p:sp>
            <p:nvSpPr>
              <p:cNvPr id="8157" name="Google Shape;8157;p83"/>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3"/>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83"/>
            <p:cNvGrpSpPr/>
            <p:nvPr/>
          </p:nvGrpSpPr>
          <p:grpSpPr>
            <a:xfrm>
              <a:off x="3999225" y="4364775"/>
              <a:ext cx="195300" cy="195300"/>
              <a:chOff x="3999225" y="4364775"/>
              <a:chExt cx="195300" cy="195300"/>
            </a:xfrm>
          </p:grpSpPr>
          <p:sp>
            <p:nvSpPr>
              <p:cNvPr id="8160" name="Google Shape;8160;p83"/>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3"/>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2" name="Google Shape;8162;p83"/>
          <p:cNvGrpSpPr/>
          <p:nvPr/>
        </p:nvGrpSpPr>
        <p:grpSpPr>
          <a:xfrm>
            <a:off x="7564186" y="3991627"/>
            <a:ext cx="277088" cy="259611"/>
            <a:chOff x="4335888" y="4398114"/>
            <a:chExt cx="277088" cy="259611"/>
          </a:xfrm>
        </p:grpSpPr>
        <p:grpSp>
          <p:nvGrpSpPr>
            <p:cNvPr id="8163" name="Google Shape;8163;p83"/>
            <p:cNvGrpSpPr/>
            <p:nvPr/>
          </p:nvGrpSpPr>
          <p:grpSpPr>
            <a:xfrm>
              <a:off x="4335888" y="4462425"/>
              <a:ext cx="195300" cy="195300"/>
              <a:chOff x="4335888" y="4462425"/>
              <a:chExt cx="195300" cy="195300"/>
            </a:xfrm>
          </p:grpSpPr>
          <p:sp>
            <p:nvSpPr>
              <p:cNvPr id="8164" name="Google Shape;8164;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83"/>
            <p:cNvGrpSpPr/>
            <p:nvPr/>
          </p:nvGrpSpPr>
          <p:grpSpPr>
            <a:xfrm>
              <a:off x="4509813" y="4398114"/>
              <a:ext cx="103162" cy="103198"/>
              <a:chOff x="2277975" y="2021700"/>
              <a:chExt cx="215325" cy="215400"/>
            </a:xfrm>
          </p:grpSpPr>
          <p:sp>
            <p:nvSpPr>
              <p:cNvPr id="8167" name="Google Shape;8167;p8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9" name="Google Shape;8169;p83"/>
          <p:cNvGrpSpPr/>
          <p:nvPr/>
        </p:nvGrpSpPr>
        <p:grpSpPr>
          <a:xfrm>
            <a:off x="7961419" y="4049613"/>
            <a:ext cx="392275" cy="195300"/>
            <a:chOff x="4752588" y="4440200"/>
            <a:chExt cx="392275" cy="195300"/>
          </a:xfrm>
        </p:grpSpPr>
        <p:grpSp>
          <p:nvGrpSpPr>
            <p:cNvPr id="8170" name="Google Shape;8170;p83"/>
            <p:cNvGrpSpPr/>
            <p:nvPr/>
          </p:nvGrpSpPr>
          <p:grpSpPr>
            <a:xfrm>
              <a:off x="4950384" y="4469728"/>
              <a:ext cx="194479" cy="136244"/>
              <a:chOff x="3163375" y="2175125"/>
              <a:chExt cx="405925" cy="284375"/>
            </a:xfrm>
          </p:grpSpPr>
          <p:sp>
            <p:nvSpPr>
              <p:cNvPr id="8171" name="Google Shape;8171;p83"/>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3"/>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83"/>
            <p:cNvGrpSpPr/>
            <p:nvPr/>
          </p:nvGrpSpPr>
          <p:grpSpPr>
            <a:xfrm>
              <a:off x="4752588" y="4440200"/>
              <a:ext cx="195300" cy="195300"/>
              <a:chOff x="4335888" y="4462425"/>
              <a:chExt cx="195300" cy="195300"/>
            </a:xfrm>
          </p:grpSpPr>
          <p:sp>
            <p:nvSpPr>
              <p:cNvPr id="8175" name="Google Shape;8175;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80"/>
        <p:cNvGrpSpPr/>
        <p:nvPr/>
      </p:nvGrpSpPr>
      <p:grpSpPr>
        <a:xfrm>
          <a:off x="0" y="0"/>
          <a:ext cx="0" cy="0"/>
          <a:chOff x="0" y="0"/>
          <a:chExt cx="0" cy="0"/>
        </a:xfrm>
      </p:grpSpPr>
      <p:grpSp>
        <p:nvGrpSpPr>
          <p:cNvPr id="8181" name="Google Shape;8181;p84"/>
          <p:cNvGrpSpPr/>
          <p:nvPr/>
        </p:nvGrpSpPr>
        <p:grpSpPr>
          <a:xfrm>
            <a:off x="856199" y="1311179"/>
            <a:ext cx="322099" cy="370529"/>
            <a:chOff x="-42971725" y="3217825"/>
            <a:chExt cx="275675" cy="317125"/>
          </a:xfrm>
        </p:grpSpPr>
        <p:sp>
          <p:nvSpPr>
            <p:cNvPr id="8182" name="Google Shape;8182;p84"/>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4"/>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4"/>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5" name="Google Shape;8185;p84"/>
          <p:cNvGrpSpPr/>
          <p:nvPr/>
        </p:nvGrpSpPr>
        <p:grpSpPr>
          <a:xfrm>
            <a:off x="828113" y="1779835"/>
            <a:ext cx="378270" cy="337551"/>
            <a:chOff x="-42996150" y="3612600"/>
            <a:chExt cx="323750" cy="288900"/>
          </a:xfrm>
        </p:grpSpPr>
        <p:sp>
          <p:nvSpPr>
            <p:cNvPr id="8186" name="Google Shape;8186;p84"/>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4"/>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4"/>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9" name="Google Shape;8189;p84"/>
          <p:cNvGrpSpPr/>
          <p:nvPr/>
        </p:nvGrpSpPr>
        <p:grpSpPr>
          <a:xfrm>
            <a:off x="830874" y="2189205"/>
            <a:ext cx="372749" cy="370909"/>
            <a:chOff x="-42994575" y="3950300"/>
            <a:chExt cx="319025" cy="317450"/>
          </a:xfrm>
        </p:grpSpPr>
        <p:sp>
          <p:nvSpPr>
            <p:cNvPr id="8190" name="Google Shape;8190;p84"/>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4"/>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4"/>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84"/>
          <p:cNvGrpSpPr/>
          <p:nvPr/>
        </p:nvGrpSpPr>
        <p:grpSpPr>
          <a:xfrm>
            <a:off x="2984269" y="1336037"/>
            <a:ext cx="371785" cy="370879"/>
            <a:chOff x="-41111350" y="3239100"/>
            <a:chExt cx="318200" cy="317425"/>
          </a:xfrm>
        </p:grpSpPr>
        <p:sp>
          <p:nvSpPr>
            <p:cNvPr id="8194" name="Google Shape;8194;p84"/>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4"/>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4"/>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4"/>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84"/>
          <p:cNvGrpSpPr/>
          <p:nvPr/>
        </p:nvGrpSpPr>
        <p:grpSpPr>
          <a:xfrm>
            <a:off x="2980588" y="1771568"/>
            <a:ext cx="379146" cy="370967"/>
            <a:chOff x="-41117650" y="3605525"/>
            <a:chExt cx="324500" cy="317500"/>
          </a:xfrm>
        </p:grpSpPr>
        <p:sp>
          <p:nvSpPr>
            <p:cNvPr id="8199" name="Google Shape;8199;p84"/>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4"/>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4"/>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2" name="Google Shape;8202;p84"/>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3" name="Google Shape;8203;p84"/>
          <p:cNvGrpSpPr/>
          <p:nvPr/>
        </p:nvGrpSpPr>
        <p:grpSpPr>
          <a:xfrm>
            <a:off x="1806843" y="2663092"/>
            <a:ext cx="216271" cy="371814"/>
            <a:chOff x="-39205300" y="3220175"/>
            <a:chExt cx="185100" cy="318225"/>
          </a:xfrm>
        </p:grpSpPr>
        <p:sp>
          <p:nvSpPr>
            <p:cNvPr id="8204" name="Google Shape;8204;p84"/>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4"/>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6" name="Google Shape;8206;p84"/>
          <p:cNvGrpSpPr/>
          <p:nvPr/>
        </p:nvGrpSpPr>
        <p:grpSpPr>
          <a:xfrm>
            <a:off x="1772370" y="3123163"/>
            <a:ext cx="300016" cy="369273"/>
            <a:chOff x="-39248625" y="3588600"/>
            <a:chExt cx="256775" cy="316050"/>
          </a:xfrm>
        </p:grpSpPr>
        <p:sp>
          <p:nvSpPr>
            <p:cNvPr id="8207" name="Google Shape;8207;p84"/>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4"/>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9" name="Google Shape;8209;p84"/>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4"/>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1" name="Google Shape;8211;p84"/>
          <p:cNvGrpSpPr/>
          <p:nvPr/>
        </p:nvGrpSpPr>
        <p:grpSpPr>
          <a:xfrm>
            <a:off x="1223084" y="1311179"/>
            <a:ext cx="429504" cy="370879"/>
            <a:chOff x="-42651700" y="3217825"/>
            <a:chExt cx="367600" cy="317425"/>
          </a:xfrm>
        </p:grpSpPr>
        <p:sp>
          <p:nvSpPr>
            <p:cNvPr id="8212" name="Google Shape;8212;p84"/>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4"/>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4"/>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4"/>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84"/>
          <p:cNvGrpSpPr/>
          <p:nvPr/>
        </p:nvGrpSpPr>
        <p:grpSpPr>
          <a:xfrm>
            <a:off x="1258516" y="1750829"/>
            <a:ext cx="358640" cy="363226"/>
            <a:chOff x="-42617300" y="3587775"/>
            <a:chExt cx="306950" cy="310875"/>
          </a:xfrm>
        </p:grpSpPr>
        <p:sp>
          <p:nvSpPr>
            <p:cNvPr id="8217" name="Google Shape;8217;p84"/>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4"/>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9" name="Google Shape;8219;p84"/>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0" name="Google Shape;8220;p84"/>
          <p:cNvGrpSpPr/>
          <p:nvPr/>
        </p:nvGrpSpPr>
        <p:grpSpPr>
          <a:xfrm>
            <a:off x="3430343" y="1335569"/>
            <a:ext cx="376926" cy="370324"/>
            <a:chOff x="-40748275" y="3238700"/>
            <a:chExt cx="322600" cy="316950"/>
          </a:xfrm>
        </p:grpSpPr>
        <p:sp>
          <p:nvSpPr>
            <p:cNvPr id="8221" name="Google Shape;8221;p84"/>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4"/>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4"/>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4"/>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4"/>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4"/>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7" name="Google Shape;8227;p84"/>
          <p:cNvGrpSpPr/>
          <p:nvPr/>
        </p:nvGrpSpPr>
        <p:grpSpPr>
          <a:xfrm>
            <a:off x="3432899" y="1803553"/>
            <a:ext cx="371814" cy="338690"/>
            <a:chOff x="-40745125" y="3632900"/>
            <a:chExt cx="318225" cy="289875"/>
          </a:xfrm>
        </p:grpSpPr>
        <p:sp>
          <p:nvSpPr>
            <p:cNvPr id="8228" name="Google Shape;8228;p84"/>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4"/>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4"/>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4"/>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4"/>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4"/>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4"/>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84"/>
          <p:cNvGrpSpPr/>
          <p:nvPr/>
        </p:nvGrpSpPr>
        <p:grpSpPr>
          <a:xfrm>
            <a:off x="3437047" y="2214764"/>
            <a:ext cx="363518" cy="370178"/>
            <a:chOff x="-40742750" y="3972175"/>
            <a:chExt cx="311125" cy="316825"/>
          </a:xfrm>
        </p:grpSpPr>
        <p:sp>
          <p:nvSpPr>
            <p:cNvPr id="8236" name="Google Shape;8236;p84"/>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4"/>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8" name="Google Shape;8238;p84"/>
          <p:cNvGrpSpPr/>
          <p:nvPr/>
        </p:nvGrpSpPr>
        <p:grpSpPr>
          <a:xfrm>
            <a:off x="2219708" y="2664932"/>
            <a:ext cx="266892" cy="369974"/>
            <a:chOff x="-38860325" y="3221750"/>
            <a:chExt cx="228425" cy="316650"/>
          </a:xfrm>
        </p:grpSpPr>
        <p:sp>
          <p:nvSpPr>
            <p:cNvPr id="8239" name="Google Shape;8239;p84"/>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4"/>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4"/>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4"/>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84"/>
          <p:cNvGrpSpPr/>
          <p:nvPr/>
        </p:nvGrpSpPr>
        <p:grpSpPr>
          <a:xfrm>
            <a:off x="2170515" y="3126989"/>
            <a:ext cx="380081" cy="367111"/>
            <a:chOff x="-38905225" y="3591875"/>
            <a:chExt cx="325300" cy="314200"/>
          </a:xfrm>
        </p:grpSpPr>
        <p:sp>
          <p:nvSpPr>
            <p:cNvPr id="8244" name="Google Shape;8244;p84"/>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4"/>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4"/>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7" name="Google Shape;8247;p84"/>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8" name="Google Shape;8248;p84"/>
          <p:cNvGrpSpPr/>
          <p:nvPr/>
        </p:nvGrpSpPr>
        <p:grpSpPr>
          <a:xfrm>
            <a:off x="3977265" y="3112069"/>
            <a:ext cx="290815" cy="369740"/>
            <a:chOff x="-37370925" y="3579105"/>
            <a:chExt cx="248900" cy="316450"/>
          </a:xfrm>
        </p:grpSpPr>
        <p:sp>
          <p:nvSpPr>
            <p:cNvPr id="8249" name="Google Shape;8249;p84"/>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4"/>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1" name="Google Shape;8251;p84"/>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4"/>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53" name="Google Shape;8253;p84"/>
          <p:cNvGrpSpPr/>
          <p:nvPr/>
        </p:nvGrpSpPr>
        <p:grpSpPr>
          <a:xfrm>
            <a:off x="1670640" y="2190140"/>
            <a:ext cx="371814" cy="369974"/>
            <a:chOff x="-42259725" y="3951100"/>
            <a:chExt cx="318225" cy="316650"/>
          </a:xfrm>
        </p:grpSpPr>
        <p:sp>
          <p:nvSpPr>
            <p:cNvPr id="8254" name="Google Shape;8254;p84"/>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4"/>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84"/>
          <p:cNvGrpSpPr/>
          <p:nvPr/>
        </p:nvGrpSpPr>
        <p:grpSpPr>
          <a:xfrm>
            <a:off x="3869002" y="1369161"/>
            <a:ext cx="370879" cy="337755"/>
            <a:chOff x="-40378075" y="3267450"/>
            <a:chExt cx="317425" cy="289075"/>
          </a:xfrm>
        </p:grpSpPr>
        <p:sp>
          <p:nvSpPr>
            <p:cNvPr id="8257" name="Google Shape;8257;p84"/>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4"/>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4"/>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4"/>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84"/>
          <p:cNvGrpSpPr/>
          <p:nvPr/>
        </p:nvGrpSpPr>
        <p:grpSpPr>
          <a:xfrm>
            <a:off x="3872668" y="1770429"/>
            <a:ext cx="363548" cy="369974"/>
            <a:chOff x="-40372575" y="3604550"/>
            <a:chExt cx="311150" cy="316650"/>
          </a:xfrm>
        </p:grpSpPr>
        <p:sp>
          <p:nvSpPr>
            <p:cNvPr id="8262" name="Google Shape;8262;p84"/>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4"/>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4"/>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65" name="Google Shape;8265;p84"/>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66" name="Google Shape;8266;p84"/>
          <p:cNvGrpSpPr/>
          <p:nvPr/>
        </p:nvGrpSpPr>
        <p:grpSpPr>
          <a:xfrm>
            <a:off x="2596617" y="2663092"/>
            <a:ext cx="399038" cy="372165"/>
            <a:chOff x="-38542250" y="3220175"/>
            <a:chExt cx="341525" cy="318525"/>
          </a:xfrm>
        </p:grpSpPr>
        <p:sp>
          <p:nvSpPr>
            <p:cNvPr id="8267" name="Google Shape;8267;p84"/>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4"/>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4"/>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84"/>
          <p:cNvGrpSpPr/>
          <p:nvPr/>
        </p:nvGrpSpPr>
        <p:grpSpPr>
          <a:xfrm>
            <a:off x="2618549" y="3122462"/>
            <a:ext cx="369974" cy="369068"/>
            <a:chOff x="-38537400" y="3588000"/>
            <a:chExt cx="316650" cy="315875"/>
          </a:xfrm>
        </p:grpSpPr>
        <p:sp>
          <p:nvSpPr>
            <p:cNvPr id="8271" name="Google Shape;8271;p84"/>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4"/>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4"/>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4"/>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84"/>
          <p:cNvGrpSpPr/>
          <p:nvPr/>
        </p:nvGrpSpPr>
        <p:grpSpPr>
          <a:xfrm>
            <a:off x="2617629" y="3579991"/>
            <a:ext cx="371814" cy="369974"/>
            <a:chOff x="-38538975" y="3954250"/>
            <a:chExt cx="318225" cy="316650"/>
          </a:xfrm>
        </p:grpSpPr>
        <p:sp>
          <p:nvSpPr>
            <p:cNvPr id="8276" name="Google Shape;8276;p84"/>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4"/>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8" name="Google Shape;8278;p84"/>
          <p:cNvGrpSpPr/>
          <p:nvPr/>
        </p:nvGrpSpPr>
        <p:grpSpPr>
          <a:xfrm>
            <a:off x="3934941" y="3574918"/>
            <a:ext cx="375465" cy="371814"/>
            <a:chOff x="-37385100" y="3949908"/>
            <a:chExt cx="321350" cy="318225"/>
          </a:xfrm>
        </p:grpSpPr>
        <p:sp>
          <p:nvSpPr>
            <p:cNvPr id="8279" name="Google Shape;8279;p84"/>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4"/>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1" name="Google Shape;8281;p84"/>
          <p:cNvGrpSpPr/>
          <p:nvPr/>
        </p:nvGrpSpPr>
        <p:grpSpPr>
          <a:xfrm>
            <a:off x="2110600" y="1310478"/>
            <a:ext cx="370909" cy="370675"/>
            <a:chOff x="-41895050" y="3217225"/>
            <a:chExt cx="317450" cy="317250"/>
          </a:xfrm>
        </p:grpSpPr>
        <p:sp>
          <p:nvSpPr>
            <p:cNvPr id="8282" name="Google Shape;8282;p84"/>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4"/>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4"/>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4"/>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4"/>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84"/>
          <p:cNvGrpSpPr/>
          <p:nvPr/>
        </p:nvGrpSpPr>
        <p:grpSpPr>
          <a:xfrm>
            <a:off x="2110148" y="1747412"/>
            <a:ext cx="371814" cy="369974"/>
            <a:chOff x="-41893475" y="3584850"/>
            <a:chExt cx="318225" cy="316650"/>
          </a:xfrm>
        </p:grpSpPr>
        <p:sp>
          <p:nvSpPr>
            <p:cNvPr id="8288" name="Google Shape;8288;p84"/>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4"/>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4"/>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4"/>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2" name="Google Shape;8292;p84"/>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4"/>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4" name="Google Shape;8294;p84"/>
          <p:cNvGrpSpPr/>
          <p:nvPr/>
        </p:nvGrpSpPr>
        <p:grpSpPr>
          <a:xfrm>
            <a:off x="880176" y="3142704"/>
            <a:ext cx="337522" cy="370909"/>
            <a:chOff x="-39998250" y="3605325"/>
            <a:chExt cx="288875" cy="317450"/>
          </a:xfrm>
        </p:grpSpPr>
        <p:sp>
          <p:nvSpPr>
            <p:cNvPr id="8295" name="Google Shape;8295;p84"/>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4"/>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7" name="Google Shape;8297;p84"/>
          <p:cNvGrpSpPr/>
          <p:nvPr/>
        </p:nvGrpSpPr>
        <p:grpSpPr>
          <a:xfrm>
            <a:off x="863950" y="3601168"/>
            <a:ext cx="369974" cy="369945"/>
            <a:chOff x="-40011050" y="3972375"/>
            <a:chExt cx="316650" cy="316625"/>
          </a:xfrm>
        </p:grpSpPr>
        <p:sp>
          <p:nvSpPr>
            <p:cNvPr id="8298" name="Google Shape;8298;p84"/>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4"/>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0" name="Google Shape;8300;p84"/>
          <p:cNvGrpSpPr/>
          <p:nvPr/>
        </p:nvGrpSpPr>
        <p:grpSpPr>
          <a:xfrm>
            <a:off x="3095881" y="2665867"/>
            <a:ext cx="266921" cy="369039"/>
            <a:chOff x="-38129425" y="3222550"/>
            <a:chExt cx="228450" cy="315850"/>
          </a:xfrm>
        </p:grpSpPr>
        <p:sp>
          <p:nvSpPr>
            <p:cNvPr id="8301" name="Google Shape;8301;p84"/>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4"/>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84"/>
          <p:cNvGrpSpPr/>
          <p:nvPr/>
        </p:nvGrpSpPr>
        <p:grpSpPr>
          <a:xfrm>
            <a:off x="3050850" y="3122462"/>
            <a:ext cx="371785" cy="369974"/>
            <a:chOff x="-38172725" y="3588000"/>
            <a:chExt cx="318200" cy="316650"/>
          </a:xfrm>
        </p:grpSpPr>
        <p:sp>
          <p:nvSpPr>
            <p:cNvPr id="8304" name="Google Shape;8304;p84"/>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4"/>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4"/>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4"/>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4"/>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4"/>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4"/>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4"/>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84"/>
          <p:cNvGrpSpPr/>
          <p:nvPr/>
        </p:nvGrpSpPr>
        <p:grpSpPr>
          <a:xfrm>
            <a:off x="3126752" y="3580897"/>
            <a:ext cx="219981" cy="369974"/>
            <a:chOff x="-38109725" y="3955025"/>
            <a:chExt cx="188275" cy="316650"/>
          </a:xfrm>
        </p:grpSpPr>
        <p:sp>
          <p:nvSpPr>
            <p:cNvPr id="8313" name="Google Shape;8313;p84"/>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4"/>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5" name="Google Shape;8315;p84"/>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6" name="Google Shape;8316;p84"/>
          <p:cNvGrpSpPr/>
          <p:nvPr/>
        </p:nvGrpSpPr>
        <p:grpSpPr>
          <a:xfrm>
            <a:off x="2542151" y="1312318"/>
            <a:ext cx="373654" cy="369068"/>
            <a:chOff x="-41530375" y="3218800"/>
            <a:chExt cx="319800" cy="315875"/>
          </a:xfrm>
        </p:grpSpPr>
        <p:sp>
          <p:nvSpPr>
            <p:cNvPr id="8317" name="Google Shape;8317;p84"/>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4"/>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84"/>
          <p:cNvGrpSpPr/>
          <p:nvPr/>
        </p:nvGrpSpPr>
        <p:grpSpPr>
          <a:xfrm>
            <a:off x="2544444" y="1827476"/>
            <a:ext cx="369068" cy="289004"/>
            <a:chOff x="-41526450" y="3653375"/>
            <a:chExt cx="315875" cy="247350"/>
          </a:xfrm>
        </p:grpSpPr>
        <p:sp>
          <p:nvSpPr>
            <p:cNvPr id="8320" name="Google Shape;8320;p84"/>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4"/>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2" name="Google Shape;8322;p84"/>
          <p:cNvGrpSpPr/>
          <p:nvPr/>
        </p:nvGrpSpPr>
        <p:grpSpPr>
          <a:xfrm>
            <a:off x="2545831" y="2190140"/>
            <a:ext cx="366293" cy="369974"/>
            <a:chOff x="-41526450" y="3951100"/>
            <a:chExt cx="313500" cy="316650"/>
          </a:xfrm>
        </p:grpSpPr>
        <p:sp>
          <p:nvSpPr>
            <p:cNvPr id="8323" name="Google Shape;8323;p84"/>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4"/>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4"/>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84"/>
          <p:cNvGrpSpPr/>
          <p:nvPr/>
        </p:nvGrpSpPr>
        <p:grpSpPr>
          <a:xfrm>
            <a:off x="1311086" y="2684269"/>
            <a:ext cx="339595" cy="371814"/>
            <a:chOff x="-39625900" y="3238300"/>
            <a:chExt cx="290650" cy="318225"/>
          </a:xfrm>
        </p:grpSpPr>
        <p:sp>
          <p:nvSpPr>
            <p:cNvPr id="8327" name="Google Shape;8327;p84"/>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4"/>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29" name="Google Shape;8329;p84"/>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30" name="Google Shape;8330;p84"/>
          <p:cNvGrpSpPr/>
          <p:nvPr/>
        </p:nvGrpSpPr>
        <p:grpSpPr>
          <a:xfrm>
            <a:off x="1305137" y="3600730"/>
            <a:ext cx="366293" cy="370441"/>
            <a:chOff x="-39647175" y="3972000"/>
            <a:chExt cx="313500" cy="317050"/>
          </a:xfrm>
        </p:grpSpPr>
        <p:sp>
          <p:nvSpPr>
            <p:cNvPr id="8331" name="Google Shape;8331;p84"/>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4"/>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4"/>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84"/>
          <p:cNvGrpSpPr/>
          <p:nvPr/>
        </p:nvGrpSpPr>
        <p:grpSpPr>
          <a:xfrm>
            <a:off x="3474265" y="2664728"/>
            <a:ext cx="375495" cy="370879"/>
            <a:chOff x="-37808850" y="3221575"/>
            <a:chExt cx="321375" cy="317425"/>
          </a:xfrm>
        </p:grpSpPr>
        <p:sp>
          <p:nvSpPr>
            <p:cNvPr id="8335" name="Google Shape;8335;p84"/>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4"/>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7" name="Google Shape;8337;p84"/>
          <p:cNvGrpSpPr/>
          <p:nvPr/>
        </p:nvGrpSpPr>
        <p:grpSpPr>
          <a:xfrm>
            <a:off x="3483038" y="3186759"/>
            <a:ext cx="372749" cy="241158"/>
            <a:chOff x="-37806500" y="3643030"/>
            <a:chExt cx="319025" cy="206400"/>
          </a:xfrm>
        </p:grpSpPr>
        <p:sp>
          <p:nvSpPr>
            <p:cNvPr id="8338" name="Google Shape;8338;p84"/>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4"/>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84"/>
          <p:cNvGrpSpPr/>
          <p:nvPr/>
        </p:nvGrpSpPr>
        <p:grpSpPr>
          <a:xfrm>
            <a:off x="3485346" y="3579056"/>
            <a:ext cx="368134" cy="371814"/>
            <a:chOff x="-37804925" y="3953450"/>
            <a:chExt cx="315075" cy="318225"/>
          </a:xfrm>
        </p:grpSpPr>
        <p:sp>
          <p:nvSpPr>
            <p:cNvPr id="8341" name="Google Shape;8341;p84"/>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4"/>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4"/>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44" name="Google Shape;8344;p84"/>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5" name="Google Shape;8345;p84"/>
          <p:cNvGrpSpPr/>
          <p:nvPr/>
        </p:nvGrpSpPr>
        <p:grpSpPr>
          <a:xfrm>
            <a:off x="4840364" y="1328538"/>
            <a:ext cx="355663" cy="308725"/>
            <a:chOff x="-28462125" y="3199700"/>
            <a:chExt cx="298550" cy="259150"/>
          </a:xfrm>
        </p:grpSpPr>
        <p:sp>
          <p:nvSpPr>
            <p:cNvPr id="8346" name="Google Shape;8346;p84"/>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4"/>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4"/>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9" name="Google Shape;8349;p84"/>
          <p:cNvGrpSpPr/>
          <p:nvPr/>
        </p:nvGrpSpPr>
        <p:grpSpPr>
          <a:xfrm>
            <a:off x="4841317" y="1763228"/>
            <a:ext cx="353757" cy="352833"/>
            <a:chOff x="-28461325" y="3545475"/>
            <a:chExt cx="296950" cy="296175"/>
          </a:xfrm>
        </p:grpSpPr>
        <p:sp>
          <p:nvSpPr>
            <p:cNvPr id="8350" name="Google Shape;8350;p84"/>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4"/>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4"/>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4"/>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4"/>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4"/>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6" name="Google Shape;8356;p84"/>
          <p:cNvGrpSpPr/>
          <p:nvPr/>
        </p:nvGrpSpPr>
        <p:grpSpPr>
          <a:xfrm>
            <a:off x="4837550" y="2213272"/>
            <a:ext cx="361292" cy="352803"/>
            <a:chOff x="-28463700" y="3914875"/>
            <a:chExt cx="303275" cy="296150"/>
          </a:xfrm>
        </p:grpSpPr>
        <p:sp>
          <p:nvSpPr>
            <p:cNvPr id="8357" name="Google Shape;8357;p84"/>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4"/>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9" name="Google Shape;8359;p84"/>
          <p:cNvGrpSpPr/>
          <p:nvPr/>
        </p:nvGrpSpPr>
        <p:grpSpPr>
          <a:xfrm>
            <a:off x="7072335" y="1369355"/>
            <a:ext cx="351880" cy="227092"/>
            <a:chOff x="-26573400" y="3224125"/>
            <a:chExt cx="295375" cy="190625"/>
          </a:xfrm>
        </p:grpSpPr>
        <p:sp>
          <p:nvSpPr>
            <p:cNvPr id="8360" name="Google Shape;8360;p84"/>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4"/>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2" name="Google Shape;8362;p84"/>
          <p:cNvGrpSpPr/>
          <p:nvPr/>
        </p:nvGrpSpPr>
        <p:grpSpPr>
          <a:xfrm>
            <a:off x="7072335" y="1763690"/>
            <a:ext cx="351880" cy="351910"/>
            <a:chOff x="-26573400" y="3546250"/>
            <a:chExt cx="295375" cy="295400"/>
          </a:xfrm>
        </p:grpSpPr>
        <p:sp>
          <p:nvSpPr>
            <p:cNvPr id="8363" name="Google Shape;8363;p84"/>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4"/>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4"/>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4"/>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4"/>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8" name="Google Shape;8368;p84"/>
          <p:cNvGrpSpPr/>
          <p:nvPr/>
        </p:nvGrpSpPr>
        <p:grpSpPr>
          <a:xfrm>
            <a:off x="7060615" y="2213599"/>
            <a:ext cx="375319" cy="352148"/>
            <a:chOff x="-26583625" y="3917025"/>
            <a:chExt cx="315050" cy="295600"/>
          </a:xfrm>
        </p:grpSpPr>
        <p:sp>
          <p:nvSpPr>
            <p:cNvPr id="8369" name="Google Shape;8369;p84"/>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4"/>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4"/>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4"/>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84"/>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4" name="Google Shape;8374;p84"/>
          <p:cNvGrpSpPr/>
          <p:nvPr/>
        </p:nvGrpSpPr>
        <p:grpSpPr>
          <a:xfrm>
            <a:off x="5759130" y="3172629"/>
            <a:ext cx="289039" cy="352833"/>
            <a:chOff x="-24694925" y="3518700"/>
            <a:chExt cx="242625" cy="296175"/>
          </a:xfrm>
        </p:grpSpPr>
        <p:sp>
          <p:nvSpPr>
            <p:cNvPr id="8375" name="Google Shape;8375;p84"/>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4"/>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4"/>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4"/>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9" name="Google Shape;8379;p84"/>
          <p:cNvGrpSpPr/>
          <p:nvPr/>
        </p:nvGrpSpPr>
        <p:grpSpPr>
          <a:xfrm>
            <a:off x="5758668" y="3622657"/>
            <a:ext cx="289962" cy="352833"/>
            <a:chOff x="-24709100" y="3888875"/>
            <a:chExt cx="243400" cy="296175"/>
          </a:xfrm>
        </p:grpSpPr>
        <p:sp>
          <p:nvSpPr>
            <p:cNvPr id="8380" name="Google Shape;8380;p84"/>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4"/>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4"/>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3" name="Google Shape;8383;p84"/>
          <p:cNvGrpSpPr/>
          <p:nvPr/>
        </p:nvGrpSpPr>
        <p:grpSpPr>
          <a:xfrm>
            <a:off x="7958668" y="2695320"/>
            <a:ext cx="356556" cy="349557"/>
            <a:chOff x="-22863675" y="3131775"/>
            <a:chExt cx="299300" cy="293425"/>
          </a:xfrm>
        </p:grpSpPr>
        <p:sp>
          <p:nvSpPr>
            <p:cNvPr id="8384" name="Google Shape;8384;p84"/>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4"/>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4"/>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84"/>
          <p:cNvGrpSpPr/>
          <p:nvPr/>
        </p:nvGrpSpPr>
        <p:grpSpPr>
          <a:xfrm>
            <a:off x="5301532" y="1306499"/>
            <a:ext cx="310602" cy="352803"/>
            <a:chOff x="-28069875" y="3175300"/>
            <a:chExt cx="260725" cy="296150"/>
          </a:xfrm>
        </p:grpSpPr>
        <p:sp>
          <p:nvSpPr>
            <p:cNvPr id="8388" name="Google Shape;8388;p84"/>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4"/>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4"/>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4"/>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4"/>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4"/>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4"/>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4"/>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4"/>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7" name="Google Shape;8397;p84"/>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8" name="Google Shape;8398;p84"/>
          <p:cNvGrpSpPr/>
          <p:nvPr/>
        </p:nvGrpSpPr>
        <p:grpSpPr>
          <a:xfrm>
            <a:off x="5342810" y="2213733"/>
            <a:ext cx="228045" cy="351880"/>
            <a:chOff x="-28032075" y="3916450"/>
            <a:chExt cx="191425" cy="295375"/>
          </a:xfrm>
        </p:grpSpPr>
        <p:sp>
          <p:nvSpPr>
            <p:cNvPr id="8399" name="Google Shape;8399;p84"/>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4"/>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4"/>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2" name="Google Shape;8402;p84"/>
          <p:cNvGrpSpPr/>
          <p:nvPr/>
        </p:nvGrpSpPr>
        <p:grpSpPr>
          <a:xfrm>
            <a:off x="7508157" y="1306484"/>
            <a:ext cx="352833" cy="352833"/>
            <a:chOff x="-26201650" y="3176075"/>
            <a:chExt cx="296175" cy="296175"/>
          </a:xfrm>
        </p:grpSpPr>
        <p:sp>
          <p:nvSpPr>
            <p:cNvPr id="8403" name="Google Shape;8403;p84"/>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4"/>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84"/>
          <p:cNvGrpSpPr/>
          <p:nvPr/>
        </p:nvGrpSpPr>
        <p:grpSpPr>
          <a:xfrm>
            <a:off x="7507680" y="1763705"/>
            <a:ext cx="353786" cy="351880"/>
            <a:chOff x="-26204800" y="3547050"/>
            <a:chExt cx="296975" cy="295375"/>
          </a:xfrm>
        </p:grpSpPr>
        <p:sp>
          <p:nvSpPr>
            <p:cNvPr id="8406" name="Google Shape;8406;p84"/>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4"/>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8" name="Google Shape;8408;p84"/>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9" name="Google Shape;8409;p84"/>
          <p:cNvGrpSpPr/>
          <p:nvPr/>
        </p:nvGrpSpPr>
        <p:grpSpPr>
          <a:xfrm>
            <a:off x="6178935" y="2693683"/>
            <a:ext cx="345328" cy="352833"/>
            <a:chOff x="-24353875" y="3147725"/>
            <a:chExt cx="289875" cy="296175"/>
          </a:xfrm>
        </p:grpSpPr>
        <p:sp>
          <p:nvSpPr>
            <p:cNvPr id="8410" name="Google Shape;8410;p84"/>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4"/>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84"/>
          <p:cNvGrpSpPr/>
          <p:nvPr/>
        </p:nvGrpSpPr>
        <p:grpSpPr>
          <a:xfrm>
            <a:off x="6186917" y="3173090"/>
            <a:ext cx="329365" cy="351910"/>
            <a:chOff x="-24344425" y="3519475"/>
            <a:chExt cx="276475" cy="295400"/>
          </a:xfrm>
        </p:grpSpPr>
        <p:sp>
          <p:nvSpPr>
            <p:cNvPr id="8413" name="Google Shape;8413;p84"/>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4"/>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84"/>
          <p:cNvGrpSpPr/>
          <p:nvPr/>
        </p:nvGrpSpPr>
        <p:grpSpPr>
          <a:xfrm>
            <a:off x="6176597" y="3625010"/>
            <a:ext cx="350004" cy="348128"/>
            <a:chOff x="-24353075" y="3891250"/>
            <a:chExt cx="293800" cy="292225"/>
          </a:xfrm>
        </p:grpSpPr>
        <p:sp>
          <p:nvSpPr>
            <p:cNvPr id="8416" name="Google Shape;8416;p84"/>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4"/>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84"/>
          <p:cNvGrpSpPr/>
          <p:nvPr/>
        </p:nvGrpSpPr>
        <p:grpSpPr>
          <a:xfrm>
            <a:off x="7960068" y="3173313"/>
            <a:ext cx="353757" cy="351463"/>
            <a:chOff x="-22845575" y="3504075"/>
            <a:chExt cx="296950" cy="295025"/>
          </a:xfrm>
        </p:grpSpPr>
        <p:sp>
          <p:nvSpPr>
            <p:cNvPr id="8419" name="Google Shape;8419;p84"/>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4"/>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84"/>
          <p:cNvGrpSpPr/>
          <p:nvPr/>
        </p:nvGrpSpPr>
        <p:grpSpPr>
          <a:xfrm>
            <a:off x="5753249" y="1306961"/>
            <a:ext cx="299344" cy="351880"/>
            <a:chOff x="-27691025" y="3175300"/>
            <a:chExt cx="251275" cy="295375"/>
          </a:xfrm>
        </p:grpSpPr>
        <p:sp>
          <p:nvSpPr>
            <p:cNvPr id="8422" name="Google Shape;8422;p84"/>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4"/>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4"/>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4"/>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84"/>
          <p:cNvGrpSpPr/>
          <p:nvPr/>
        </p:nvGrpSpPr>
        <p:grpSpPr>
          <a:xfrm>
            <a:off x="5725566" y="1825637"/>
            <a:ext cx="354710" cy="228015"/>
            <a:chOff x="-27721750" y="3598250"/>
            <a:chExt cx="297750" cy="191400"/>
          </a:xfrm>
        </p:grpSpPr>
        <p:sp>
          <p:nvSpPr>
            <p:cNvPr id="8427" name="Google Shape;8427;p84"/>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4"/>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84"/>
          <p:cNvGrpSpPr/>
          <p:nvPr/>
        </p:nvGrpSpPr>
        <p:grpSpPr>
          <a:xfrm>
            <a:off x="5726966" y="2219183"/>
            <a:ext cx="351910" cy="340980"/>
            <a:chOff x="-27719400" y="3925600"/>
            <a:chExt cx="295400" cy="286225"/>
          </a:xfrm>
        </p:grpSpPr>
        <p:sp>
          <p:nvSpPr>
            <p:cNvPr id="8430" name="Google Shape;8430;p84"/>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4"/>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84"/>
          <p:cNvGrpSpPr/>
          <p:nvPr/>
        </p:nvGrpSpPr>
        <p:grpSpPr>
          <a:xfrm>
            <a:off x="7948238" y="1306023"/>
            <a:ext cx="353757" cy="353757"/>
            <a:chOff x="-25834600" y="3176875"/>
            <a:chExt cx="296950" cy="296950"/>
          </a:xfrm>
        </p:grpSpPr>
        <p:sp>
          <p:nvSpPr>
            <p:cNvPr id="8433" name="Google Shape;8433;p84"/>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4"/>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4"/>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4"/>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4"/>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84"/>
          <p:cNvGrpSpPr/>
          <p:nvPr/>
        </p:nvGrpSpPr>
        <p:grpSpPr>
          <a:xfrm>
            <a:off x="7948238" y="1774024"/>
            <a:ext cx="353757" cy="331241"/>
            <a:chOff x="-25834600" y="3564375"/>
            <a:chExt cx="296950" cy="278050"/>
          </a:xfrm>
        </p:grpSpPr>
        <p:sp>
          <p:nvSpPr>
            <p:cNvPr id="8439" name="Google Shape;8439;p84"/>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4"/>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4"/>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4"/>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4"/>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4"/>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4"/>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4"/>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84"/>
          <p:cNvGrpSpPr/>
          <p:nvPr/>
        </p:nvGrpSpPr>
        <p:grpSpPr>
          <a:xfrm>
            <a:off x="7946362" y="2213376"/>
            <a:ext cx="357509" cy="352595"/>
            <a:chOff x="-25834600" y="3915850"/>
            <a:chExt cx="300100" cy="295975"/>
          </a:xfrm>
        </p:grpSpPr>
        <p:sp>
          <p:nvSpPr>
            <p:cNvPr id="8448" name="Google Shape;8448;p84"/>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4"/>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4"/>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1" name="Google Shape;8451;p84"/>
          <p:cNvGrpSpPr/>
          <p:nvPr/>
        </p:nvGrpSpPr>
        <p:grpSpPr>
          <a:xfrm>
            <a:off x="6681790" y="2694606"/>
            <a:ext cx="228968" cy="350987"/>
            <a:chOff x="-23930925" y="3149300"/>
            <a:chExt cx="192200" cy="294625"/>
          </a:xfrm>
        </p:grpSpPr>
        <p:sp>
          <p:nvSpPr>
            <p:cNvPr id="8452" name="Google Shape;8452;p84"/>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4"/>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4"/>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4"/>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84"/>
          <p:cNvGrpSpPr/>
          <p:nvPr/>
        </p:nvGrpSpPr>
        <p:grpSpPr>
          <a:xfrm>
            <a:off x="6638620" y="3173090"/>
            <a:ext cx="315307" cy="351910"/>
            <a:chOff x="-23962425" y="3519475"/>
            <a:chExt cx="264675" cy="295400"/>
          </a:xfrm>
        </p:grpSpPr>
        <p:sp>
          <p:nvSpPr>
            <p:cNvPr id="8457" name="Google Shape;8457;p84"/>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4"/>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9" name="Google Shape;8459;p84"/>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0" name="Google Shape;8460;p84"/>
          <p:cNvGrpSpPr/>
          <p:nvPr/>
        </p:nvGrpSpPr>
        <p:grpSpPr>
          <a:xfrm>
            <a:off x="8017295" y="3623134"/>
            <a:ext cx="239302" cy="351880"/>
            <a:chOff x="-22788075" y="3904625"/>
            <a:chExt cx="200875" cy="295375"/>
          </a:xfrm>
        </p:grpSpPr>
        <p:sp>
          <p:nvSpPr>
            <p:cNvPr id="8461" name="Google Shape;8461;p84"/>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4"/>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4"/>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4"/>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84"/>
          <p:cNvGrpSpPr/>
          <p:nvPr/>
        </p:nvGrpSpPr>
        <p:grpSpPr>
          <a:xfrm>
            <a:off x="6172593" y="1306499"/>
            <a:ext cx="354710" cy="352803"/>
            <a:chOff x="-27351575" y="3175300"/>
            <a:chExt cx="297750" cy="296150"/>
          </a:xfrm>
        </p:grpSpPr>
        <p:sp>
          <p:nvSpPr>
            <p:cNvPr id="8466" name="Google Shape;8466;p84"/>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4"/>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4"/>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4"/>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84"/>
          <p:cNvGrpSpPr/>
          <p:nvPr/>
        </p:nvGrpSpPr>
        <p:grpSpPr>
          <a:xfrm>
            <a:off x="6218402" y="1758809"/>
            <a:ext cx="269293" cy="353072"/>
            <a:chOff x="-27313750" y="3545275"/>
            <a:chExt cx="226050" cy="296375"/>
          </a:xfrm>
        </p:grpSpPr>
        <p:sp>
          <p:nvSpPr>
            <p:cNvPr id="8471" name="Google Shape;8471;p84"/>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4"/>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4"/>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84"/>
          <p:cNvGrpSpPr/>
          <p:nvPr/>
        </p:nvGrpSpPr>
        <p:grpSpPr>
          <a:xfrm>
            <a:off x="6172593" y="2211380"/>
            <a:ext cx="354710" cy="356586"/>
            <a:chOff x="-27351575" y="3915650"/>
            <a:chExt cx="297750" cy="299325"/>
          </a:xfrm>
        </p:grpSpPr>
        <p:sp>
          <p:nvSpPr>
            <p:cNvPr id="8475" name="Google Shape;8475;p84"/>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4"/>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4"/>
          <p:cNvGrpSpPr/>
          <p:nvPr/>
        </p:nvGrpSpPr>
        <p:grpSpPr>
          <a:xfrm>
            <a:off x="4860084" y="2693579"/>
            <a:ext cx="319060" cy="353042"/>
            <a:chOff x="-25445525" y="3175900"/>
            <a:chExt cx="267825" cy="296350"/>
          </a:xfrm>
        </p:grpSpPr>
        <p:sp>
          <p:nvSpPr>
            <p:cNvPr id="8478" name="Google Shape;8478;p84"/>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4"/>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4"/>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1" name="Google Shape;8481;p84"/>
          <p:cNvGrpSpPr/>
          <p:nvPr/>
        </p:nvGrpSpPr>
        <p:grpSpPr>
          <a:xfrm>
            <a:off x="4841797" y="3183902"/>
            <a:ext cx="355633" cy="330288"/>
            <a:chOff x="-25465200" y="3565175"/>
            <a:chExt cx="298525" cy="277250"/>
          </a:xfrm>
        </p:grpSpPr>
        <p:sp>
          <p:nvSpPr>
            <p:cNvPr id="8482" name="Google Shape;8482;p84"/>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4"/>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84"/>
          <p:cNvGrpSpPr/>
          <p:nvPr/>
        </p:nvGrpSpPr>
        <p:grpSpPr>
          <a:xfrm>
            <a:off x="4841336" y="3623432"/>
            <a:ext cx="356556" cy="351285"/>
            <a:chOff x="-25465200" y="3916150"/>
            <a:chExt cx="299300" cy="294875"/>
          </a:xfrm>
        </p:grpSpPr>
        <p:sp>
          <p:nvSpPr>
            <p:cNvPr id="8485" name="Google Shape;8485;p84"/>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4"/>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84"/>
          <p:cNvGrpSpPr/>
          <p:nvPr/>
        </p:nvGrpSpPr>
        <p:grpSpPr>
          <a:xfrm>
            <a:off x="7068775" y="2693698"/>
            <a:ext cx="351880" cy="352803"/>
            <a:chOff x="-23615075" y="3148525"/>
            <a:chExt cx="295375" cy="296150"/>
          </a:xfrm>
        </p:grpSpPr>
        <p:sp>
          <p:nvSpPr>
            <p:cNvPr id="8488" name="Google Shape;8488;p84"/>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4"/>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4"/>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4"/>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2" name="Google Shape;8492;p84"/>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3" name="Google Shape;8493;p84"/>
          <p:cNvGrpSpPr/>
          <p:nvPr/>
        </p:nvGrpSpPr>
        <p:grpSpPr>
          <a:xfrm>
            <a:off x="7068299" y="3632977"/>
            <a:ext cx="352833" cy="332194"/>
            <a:chOff x="-23615075" y="3906200"/>
            <a:chExt cx="296175" cy="278850"/>
          </a:xfrm>
        </p:grpSpPr>
        <p:sp>
          <p:nvSpPr>
            <p:cNvPr id="8494" name="Google Shape;8494;p84"/>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4"/>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4"/>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7" name="Google Shape;8497;p84"/>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8" name="Google Shape;8498;p84"/>
          <p:cNvGrpSpPr/>
          <p:nvPr/>
        </p:nvGrpSpPr>
        <p:grpSpPr>
          <a:xfrm>
            <a:off x="6617268" y="1306618"/>
            <a:ext cx="353757" cy="352565"/>
            <a:chOff x="-26980600" y="3175500"/>
            <a:chExt cx="296950" cy="295950"/>
          </a:xfrm>
        </p:grpSpPr>
        <p:sp>
          <p:nvSpPr>
            <p:cNvPr id="8499" name="Google Shape;8499;p84"/>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4"/>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4"/>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2" name="Google Shape;8502;p84"/>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3" name="Google Shape;8503;p84"/>
          <p:cNvGrpSpPr/>
          <p:nvPr/>
        </p:nvGrpSpPr>
        <p:grpSpPr>
          <a:xfrm>
            <a:off x="6617744" y="2245154"/>
            <a:ext cx="352803" cy="289039"/>
            <a:chOff x="-26981375" y="3951875"/>
            <a:chExt cx="296150" cy="242625"/>
          </a:xfrm>
        </p:grpSpPr>
        <p:sp>
          <p:nvSpPr>
            <p:cNvPr id="8504" name="Google Shape;8504;p84"/>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4"/>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4"/>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7" name="Google Shape;8507;p84"/>
          <p:cNvGrpSpPr/>
          <p:nvPr/>
        </p:nvGrpSpPr>
        <p:grpSpPr>
          <a:xfrm>
            <a:off x="5282787" y="2692745"/>
            <a:ext cx="351910" cy="354710"/>
            <a:chOff x="-25094250" y="3176075"/>
            <a:chExt cx="295400" cy="297750"/>
          </a:xfrm>
        </p:grpSpPr>
        <p:sp>
          <p:nvSpPr>
            <p:cNvPr id="8508" name="Google Shape;8508;p84"/>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4"/>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4"/>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84"/>
          <p:cNvGrpSpPr/>
          <p:nvPr/>
        </p:nvGrpSpPr>
        <p:grpSpPr>
          <a:xfrm>
            <a:off x="5282787" y="3173106"/>
            <a:ext cx="351910" cy="351880"/>
            <a:chOff x="-25094250" y="3547050"/>
            <a:chExt cx="295400" cy="295375"/>
          </a:xfrm>
        </p:grpSpPr>
        <p:sp>
          <p:nvSpPr>
            <p:cNvPr id="8512" name="Google Shape;8512;p84"/>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4"/>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4"/>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4"/>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4"/>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7" name="Google Shape;8517;p84"/>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8" name="Google Shape;8518;p84"/>
          <p:cNvGrpSpPr/>
          <p:nvPr/>
        </p:nvGrpSpPr>
        <p:grpSpPr>
          <a:xfrm>
            <a:off x="7514864" y="2693698"/>
            <a:ext cx="352803" cy="352803"/>
            <a:chOff x="-23245675" y="3148525"/>
            <a:chExt cx="296150" cy="296150"/>
          </a:xfrm>
        </p:grpSpPr>
        <p:sp>
          <p:nvSpPr>
            <p:cNvPr id="8519" name="Google Shape;8519;p84"/>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4"/>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4"/>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2" name="Google Shape;8522;p84"/>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3" name="Google Shape;8523;p84"/>
          <p:cNvGrpSpPr/>
          <p:nvPr/>
        </p:nvGrpSpPr>
        <p:grpSpPr>
          <a:xfrm>
            <a:off x="7515325" y="3622672"/>
            <a:ext cx="351880" cy="352803"/>
            <a:chOff x="-23244900" y="3888100"/>
            <a:chExt cx="295375" cy="296150"/>
          </a:xfrm>
        </p:grpSpPr>
        <p:sp>
          <p:nvSpPr>
            <p:cNvPr id="8524" name="Google Shape;8524;p84"/>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4"/>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4"/>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4"/>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4"/>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4"/>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4"/>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4"/>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4"/>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4"/>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4"/>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5" name="Google Shape;8535;p84"/>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4"/>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8537" name="Google Shape;8537;p84"/>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41"/>
        <p:cNvGrpSpPr/>
        <p:nvPr/>
      </p:nvGrpSpPr>
      <p:grpSpPr>
        <a:xfrm>
          <a:off x="0" y="0"/>
          <a:ext cx="0" cy="0"/>
          <a:chOff x="0" y="0"/>
          <a:chExt cx="0" cy="0"/>
        </a:xfrm>
      </p:grpSpPr>
      <p:sp>
        <p:nvSpPr>
          <p:cNvPr id="8542" name="Google Shape;8542;p85"/>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3" name="Google Shape;8543;p85"/>
          <p:cNvGrpSpPr/>
          <p:nvPr/>
        </p:nvGrpSpPr>
        <p:grpSpPr>
          <a:xfrm>
            <a:off x="832654" y="1819647"/>
            <a:ext cx="367261" cy="367261"/>
            <a:chOff x="-65145700" y="3727425"/>
            <a:chExt cx="317425" cy="317425"/>
          </a:xfrm>
        </p:grpSpPr>
        <p:sp>
          <p:nvSpPr>
            <p:cNvPr id="8544" name="Google Shape;8544;p85"/>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5"/>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85"/>
          <p:cNvGrpSpPr/>
          <p:nvPr/>
        </p:nvGrpSpPr>
        <p:grpSpPr>
          <a:xfrm>
            <a:off x="835851" y="2248561"/>
            <a:ext cx="360868" cy="367261"/>
            <a:chOff x="-65144125" y="4094450"/>
            <a:chExt cx="311900" cy="317425"/>
          </a:xfrm>
        </p:grpSpPr>
        <p:sp>
          <p:nvSpPr>
            <p:cNvPr id="8547" name="Google Shape;8547;p85"/>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5"/>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5"/>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0" name="Google Shape;8550;p85"/>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1" name="Google Shape;8551;p85"/>
          <p:cNvGrpSpPr/>
          <p:nvPr/>
        </p:nvGrpSpPr>
        <p:grpSpPr>
          <a:xfrm>
            <a:off x="3039420" y="1819256"/>
            <a:ext cx="370645" cy="368042"/>
            <a:chOff x="-63250675" y="3744075"/>
            <a:chExt cx="320350" cy="318100"/>
          </a:xfrm>
        </p:grpSpPr>
        <p:sp>
          <p:nvSpPr>
            <p:cNvPr id="8552" name="Google Shape;8552;p85"/>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5"/>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5"/>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85"/>
          <p:cNvGrpSpPr/>
          <p:nvPr/>
        </p:nvGrpSpPr>
        <p:grpSpPr>
          <a:xfrm>
            <a:off x="3041112" y="2248561"/>
            <a:ext cx="367261" cy="367261"/>
            <a:chOff x="-63250675" y="4110200"/>
            <a:chExt cx="317425" cy="317425"/>
          </a:xfrm>
        </p:grpSpPr>
        <p:sp>
          <p:nvSpPr>
            <p:cNvPr id="8556" name="Google Shape;8556;p85"/>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5"/>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5"/>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5"/>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5"/>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5"/>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5"/>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5"/>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5"/>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5" name="Google Shape;8565;p85"/>
          <p:cNvGrpSpPr/>
          <p:nvPr/>
        </p:nvGrpSpPr>
        <p:grpSpPr>
          <a:xfrm>
            <a:off x="1720159" y="2745656"/>
            <a:ext cx="359075" cy="358844"/>
            <a:chOff x="-61351725" y="3372400"/>
            <a:chExt cx="310350" cy="310150"/>
          </a:xfrm>
        </p:grpSpPr>
        <p:sp>
          <p:nvSpPr>
            <p:cNvPr id="8566" name="Google Shape;8566;p85"/>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5"/>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5"/>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85"/>
          <p:cNvGrpSpPr/>
          <p:nvPr/>
        </p:nvGrpSpPr>
        <p:grpSpPr>
          <a:xfrm>
            <a:off x="1716514" y="3208713"/>
            <a:ext cx="366364" cy="333534"/>
            <a:chOff x="-61354875" y="3751050"/>
            <a:chExt cx="316650" cy="288275"/>
          </a:xfrm>
        </p:grpSpPr>
        <p:sp>
          <p:nvSpPr>
            <p:cNvPr id="8570" name="Google Shape;8570;p85"/>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5"/>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5"/>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85"/>
          <p:cNvGrpSpPr/>
          <p:nvPr/>
        </p:nvGrpSpPr>
        <p:grpSpPr>
          <a:xfrm>
            <a:off x="1716514" y="3650352"/>
            <a:ext cx="366364" cy="367290"/>
            <a:chOff x="-61354875" y="4101525"/>
            <a:chExt cx="316650" cy="317450"/>
          </a:xfrm>
        </p:grpSpPr>
        <p:sp>
          <p:nvSpPr>
            <p:cNvPr id="8574" name="Google Shape;8574;p85"/>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5"/>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85"/>
          <p:cNvGrpSpPr/>
          <p:nvPr/>
        </p:nvGrpSpPr>
        <p:grpSpPr>
          <a:xfrm>
            <a:off x="3932949" y="2742228"/>
            <a:ext cx="368157" cy="365699"/>
            <a:chOff x="-59470075" y="3308975"/>
            <a:chExt cx="318200" cy="316075"/>
          </a:xfrm>
        </p:grpSpPr>
        <p:sp>
          <p:nvSpPr>
            <p:cNvPr id="8577" name="Google Shape;8577;p85"/>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5"/>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5"/>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5"/>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5"/>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5"/>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5"/>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5"/>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5"/>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6" name="Google Shape;8586;p85"/>
          <p:cNvGrpSpPr/>
          <p:nvPr/>
        </p:nvGrpSpPr>
        <p:grpSpPr>
          <a:xfrm>
            <a:off x="1278379" y="1377933"/>
            <a:ext cx="367261" cy="364686"/>
            <a:chOff x="-64781025" y="3361050"/>
            <a:chExt cx="317425" cy="315200"/>
          </a:xfrm>
        </p:grpSpPr>
        <p:sp>
          <p:nvSpPr>
            <p:cNvPr id="8587" name="Google Shape;8587;p85"/>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5"/>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5"/>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5"/>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1" name="Google Shape;8591;p85"/>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5"/>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5"/>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4" name="Google Shape;8594;p85"/>
          <p:cNvGrpSpPr/>
          <p:nvPr/>
        </p:nvGrpSpPr>
        <p:grpSpPr>
          <a:xfrm>
            <a:off x="3482779" y="1819372"/>
            <a:ext cx="382765" cy="367810"/>
            <a:chOff x="-62890750" y="3747425"/>
            <a:chExt cx="330825" cy="317900"/>
          </a:xfrm>
        </p:grpSpPr>
        <p:sp>
          <p:nvSpPr>
            <p:cNvPr id="8595" name="Google Shape;8595;p85"/>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5"/>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5"/>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5"/>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5"/>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5"/>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5"/>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5"/>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5"/>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5"/>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5"/>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5"/>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5"/>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5"/>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5"/>
          <p:cNvGrpSpPr/>
          <p:nvPr/>
        </p:nvGrpSpPr>
        <p:grpSpPr>
          <a:xfrm>
            <a:off x="3490531" y="2249009"/>
            <a:ext cx="367261" cy="366364"/>
            <a:chOff x="-62884425" y="4111775"/>
            <a:chExt cx="317425" cy="316650"/>
          </a:xfrm>
        </p:grpSpPr>
        <p:sp>
          <p:nvSpPr>
            <p:cNvPr id="8610" name="Google Shape;8610;p85"/>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5"/>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85"/>
          <p:cNvGrpSpPr/>
          <p:nvPr/>
        </p:nvGrpSpPr>
        <p:grpSpPr>
          <a:xfrm>
            <a:off x="2163165" y="2745078"/>
            <a:ext cx="365438" cy="360001"/>
            <a:chOff x="-60991775" y="3376900"/>
            <a:chExt cx="315850" cy="311150"/>
          </a:xfrm>
        </p:grpSpPr>
        <p:sp>
          <p:nvSpPr>
            <p:cNvPr id="8613" name="Google Shape;8613;p85"/>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5"/>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5"/>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85"/>
          <p:cNvGrpSpPr/>
          <p:nvPr/>
        </p:nvGrpSpPr>
        <p:grpSpPr>
          <a:xfrm>
            <a:off x="2162702" y="3195942"/>
            <a:ext cx="366364" cy="359075"/>
            <a:chOff x="-60988625" y="3740800"/>
            <a:chExt cx="316650" cy="310350"/>
          </a:xfrm>
        </p:grpSpPr>
        <p:sp>
          <p:nvSpPr>
            <p:cNvPr id="8617" name="Google Shape;8617;p85"/>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5"/>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5"/>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85"/>
          <p:cNvGrpSpPr/>
          <p:nvPr/>
        </p:nvGrpSpPr>
        <p:grpSpPr>
          <a:xfrm>
            <a:off x="2162702" y="3651393"/>
            <a:ext cx="366364" cy="365207"/>
            <a:chOff x="-60987850" y="4100950"/>
            <a:chExt cx="316650" cy="315650"/>
          </a:xfrm>
        </p:grpSpPr>
        <p:sp>
          <p:nvSpPr>
            <p:cNvPr id="8621" name="Google Shape;8621;p85"/>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5"/>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5"/>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5"/>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5"/>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85"/>
          <p:cNvGrpSpPr/>
          <p:nvPr/>
        </p:nvGrpSpPr>
        <p:grpSpPr>
          <a:xfrm>
            <a:off x="3932486" y="3196853"/>
            <a:ext cx="369083" cy="357253"/>
            <a:chOff x="-59447250" y="3706150"/>
            <a:chExt cx="319000" cy="308775"/>
          </a:xfrm>
        </p:grpSpPr>
        <p:sp>
          <p:nvSpPr>
            <p:cNvPr id="8627" name="Google Shape;8627;p85"/>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5"/>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5"/>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5"/>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85"/>
          <p:cNvGrpSpPr/>
          <p:nvPr/>
        </p:nvGrpSpPr>
        <p:grpSpPr>
          <a:xfrm>
            <a:off x="1721214" y="1378164"/>
            <a:ext cx="368186" cy="364224"/>
            <a:chOff x="-64406125" y="3362225"/>
            <a:chExt cx="318225" cy="314800"/>
          </a:xfrm>
        </p:grpSpPr>
        <p:sp>
          <p:nvSpPr>
            <p:cNvPr id="8632" name="Google Shape;8632;p85"/>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5"/>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4" name="Google Shape;8634;p85"/>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5" name="Google Shape;8635;p85"/>
          <p:cNvGrpSpPr/>
          <p:nvPr/>
        </p:nvGrpSpPr>
        <p:grpSpPr>
          <a:xfrm>
            <a:off x="1721677" y="2249009"/>
            <a:ext cx="367261" cy="366364"/>
            <a:chOff x="-64410850" y="4094450"/>
            <a:chExt cx="317425" cy="316650"/>
          </a:xfrm>
        </p:grpSpPr>
        <p:sp>
          <p:nvSpPr>
            <p:cNvPr id="8636" name="Google Shape;8636;p85"/>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5"/>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5"/>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9" name="Google Shape;8639;p85"/>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0" name="Google Shape;8640;p85"/>
          <p:cNvGrpSpPr/>
          <p:nvPr/>
        </p:nvGrpSpPr>
        <p:grpSpPr>
          <a:xfrm>
            <a:off x="3943225" y="1819083"/>
            <a:ext cx="365467" cy="368389"/>
            <a:chOff x="-62516625" y="3743175"/>
            <a:chExt cx="315875" cy="318400"/>
          </a:xfrm>
        </p:grpSpPr>
        <p:sp>
          <p:nvSpPr>
            <p:cNvPr id="8641" name="Google Shape;8641;p85"/>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5"/>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85"/>
          <p:cNvGrpSpPr/>
          <p:nvPr/>
        </p:nvGrpSpPr>
        <p:grpSpPr>
          <a:xfrm>
            <a:off x="3950065" y="2269054"/>
            <a:ext cx="351786" cy="326274"/>
            <a:chOff x="-62511900" y="4129100"/>
            <a:chExt cx="304050" cy="282000"/>
          </a:xfrm>
        </p:grpSpPr>
        <p:sp>
          <p:nvSpPr>
            <p:cNvPr id="8644" name="Google Shape;8644;p85"/>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5"/>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5"/>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5"/>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5"/>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9" name="Google Shape;8649;p85"/>
          <p:cNvGrpSpPr/>
          <p:nvPr/>
        </p:nvGrpSpPr>
        <p:grpSpPr>
          <a:xfrm>
            <a:off x="2628187" y="2741448"/>
            <a:ext cx="310770" cy="367261"/>
            <a:chOff x="-60597975" y="3367475"/>
            <a:chExt cx="268600" cy="317425"/>
          </a:xfrm>
        </p:grpSpPr>
        <p:sp>
          <p:nvSpPr>
            <p:cNvPr id="8650" name="Google Shape;8650;p85"/>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5"/>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5"/>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5"/>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5"/>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5" name="Google Shape;8655;p85"/>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6" name="Google Shape;8656;p85"/>
          <p:cNvGrpSpPr/>
          <p:nvPr/>
        </p:nvGrpSpPr>
        <p:grpSpPr>
          <a:xfrm>
            <a:off x="2600390" y="3702764"/>
            <a:ext cx="366364" cy="262465"/>
            <a:chOff x="-60621600" y="4145650"/>
            <a:chExt cx="316650" cy="226850"/>
          </a:xfrm>
        </p:grpSpPr>
        <p:sp>
          <p:nvSpPr>
            <p:cNvPr id="8657" name="Google Shape;8657;p85"/>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5"/>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5"/>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85"/>
          <p:cNvGrpSpPr/>
          <p:nvPr/>
        </p:nvGrpSpPr>
        <p:grpSpPr>
          <a:xfrm>
            <a:off x="3937042" y="3651263"/>
            <a:ext cx="359972" cy="365467"/>
            <a:chOff x="-59400775" y="4084200"/>
            <a:chExt cx="311125" cy="315875"/>
          </a:xfrm>
        </p:grpSpPr>
        <p:sp>
          <p:nvSpPr>
            <p:cNvPr id="8661" name="Google Shape;8661;p85"/>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5"/>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5"/>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5"/>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5"/>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5"/>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85"/>
          <p:cNvGrpSpPr/>
          <p:nvPr/>
        </p:nvGrpSpPr>
        <p:grpSpPr>
          <a:xfrm>
            <a:off x="2161136" y="1377094"/>
            <a:ext cx="365438" cy="366364"/>
            <a:chOff x="-64044600" y="3360375"/>
            <a:chExt cx="315850" cy="316650"/>
          </a:xfrm>
        </p:grpSpPr>
        <p:sp>
          <p:nvSpPr>
            <p:cNvPr id="8668" name="Google Shape;8668;p85"/>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5"/>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5"/>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85"/>
          <p:cNvGrpSpPr/>
          <p:nvPr/>
        </p:nvGrpSpPr>
        <p:grpSpPr>
          <a:xfrm>
            <a:off x="2187559" y="1819647"/>
            <a:ext cx="312592" cy="367261"/>
            <a:chOff x="-64022550" y="3727425"/>
            <a:chExt cx="270175" cy="317425"/>
          </a:xfrm>
        </p:grpSpPr>
        <p:sp>
          <p:nvSpPr>
            <p:cNvPr id="8672" name="Google Shape;8672;p85"/>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5"/>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5"/>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85"/>
          <p:cNvGrpSpPr/>
          <p:nvPr/>
        </p:nvGrpSpPr>
        <p:grpSpPr>
          <a:xfrm>
            <a:off x="2211697" y="2248547"/>
            <a:ext cx="264317" cy="367290"/>
            <a:chOff x="-64001300" y="4093650"/>
            <a:chExt cx="228450" cy="317450"/>
          </a:xfrm>
        </p:grpSpPr>
        <p:sp>
          <p:nvSpPr>
            <p:cNvPr id="8676" name="Google Shape;8676;p85"/>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5"/>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5"/>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5"/>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85"/>
          <p:cNvGrpSpPr/>
          <p:nvPr/>
        </p:nvGrpSpPr>
        <p:grpSpPr>
          <a:xfrm>
            <a:off x="830701" y="2741838"/>
            <a:ext cx="359972" cy="366480"/>
            <a:chOff x="-62148800" y="3377700"/>
            <a:chExt cx="311125" cy="316750"/>
          </a:xfrm>
        </p:grpSpPr>
        <p:sp>
          <p:nvSpPr>
            <p:cNvPr id="8681" name="Google Shape;8681;p85"/>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5"/>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85"/>
          <p:cNvGrpSpPr/>
          <p:nvPr/>
        </p:nvGrpSpPr>
        <p:grpSpPr>
          <a:xfrm>
            <a:off x="826608" y="3191835"/>
            <a:ext cx="368157" cy="367290"/>
            <a:chOff x="-62154300" y="3743950"/>
            <a:chExt cx="318200" cy="317450"/>
          </a:xfrm>
        </p:grpSpPr>
        <p:sp>
          <p:nvSpPr>
            <p:cNvPr id="8684" name="Google Shape;8684;p85"/>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5"/>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85"/>
          <p:cNvGrpSpPr/>
          <p:nvPr/>
        </p:nvGrpSpPr>
        <p:grpSpPr>
          <a:xfrm>
            <a:off x="826594" y="3650815"/>
            <a:ext cx="368186" cy="366364"/>
            <a:chOff x="-62151950" y="4111775"/>
            <a:chExt cx="318225" cy="316650"/>
          </a:xfrm>
        </p:grpSpPr>
        <p:sp>
          <p:nvSpPr>
            <p:cNvPr id="8687" name="Google Shape;8687;p85"/>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5"/>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5"/>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5"/>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85"/>
          <p:cNvGrpSpPr/>
          <p:nvPr/>
        </p:nvGrpSpPr>
        <p:grpSpPr>
          <a:xfrm>
            <a:off x="3045218" y="2741361"/>
            <a:ext cx="368157" cy="367434"/>
            <a:chOff x="-60254550" y="3367325"/>
            <a:chExt cx="318200" cy="317575"/>
          </a:xfrm>
        </p:grpSpPr>
        <p:sp>
          <p:nvSpPr>
            <p:cNvPr id="8692" name="Google Shape;8692;p85"/>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5"/>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5"/>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5"/>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85"/>
          <p:cNvGrpSpPr/>
          <p:nvPr/>
        </p:nvGrpSpPr>
        <p:grpSpPr>
          <a:xfrm>
            <a:off x="3046115" y="3192355"/>
            <a:ext cx="366364" cy="366248"/>
            <a:chOff x="-60255350" y="3733825"/>
            <a:chExt cx="316650" cy="316550"/>
          </a:xfrm>
        </p:grpSpPr>
        <p:sp>
          <p:nvSpPr>
            <p:cNvPr id="8697" name="Google Shape;8697;p85"/>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5"/>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5"/>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5"/>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5"/>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5"/>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5"/>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85"/>
          <p:cNvGrpSpPr/>
          <p:nvPr/>
        </p:nvGrpSpPr>
        <p:grpSpPr>
          <a:xfrm>
            <a:off x="3073912" y="3651263"/>
            <a:ext cx="310770" cy="365467"/>
            <a:chOff x="-60232500" y="4101525"/>
            <a:chExt cx="268600" cy="315875"/>
          </a:xfrm>
        </p:grpSpPr>
        <p:sp>
          <p:nvSpPr>
            <p:cNvPr id="8705" name="Google Shape;8705;p85"/>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5"/>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7" name="Google Shape;8707;p85"/>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8" name="Google Shape;8708;p85"/>
          <p:cNvGrpSpPr/>
          <p:nvPr/>
        </p:nvGrpSpPr>
        <p:grpSpPr>
          <a:xfrm>
            <a:off x="2606912" y="1377094"/>
            <a:ext cx="368186" cy="366364"/>
            <a:chOff x="-63679950" y="3360375"/>
            <a:chExt cx="318225" cy="316650"/>
          </a:xfrm>
        </p:grpSpPr>
        <p:sp>
          <p:nvSpPr>
            <p:cNvPr id="8709" name="Google Shape;8709;p85"/>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5"/>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5"/>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5"/>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3" name="Google Shape;8713;p85"/>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4" name="Google Shape;8714;p85"/>
          <p:cNvGrpSpPr/>
          <p:nvPr/>
        </p:nvGrpSpPr>
        <p:grpSpPr>
          <a:xfrm>
            <a:off x="2605539" y="2248431"/>
            <a:ext cx="370934" cy="367521"/>
            <a:chOff x="-63679950" y="4093450"/>
            <a:chExt cx="320600" cy="317650"/>
          </a:xfrm>
        </p:grpSpPr>
        <p:sp>
          <p:nvSpPr>
            <p:cNvPr id="8715" name="Google Shape;8715;p85"/>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5"/>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5"/>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8" name="Google Shape;8718;p85"/>
          <p:cNvGrpSpPr/>
          <p:nvPr/>
        </p:nvGrpSpPr>
        <p:grpSpPr>
          <a:xfrm>
            <a:off x="1265656" y="2741433"/>
            <a:ext cx="366364" cy="367290"/>
            <a:chOff x="-61784125" y="3377700"/>
            <a:chExt cx="316650" cy="317450"/>
          </a:xfrm>
        </p:grpSpPr>
        <p:sp>
          <p:nvSpPr>
            <p:cNvPr id="8719" name="Google Shape;8719;p85"/>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5"/>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5"/>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5"/>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5"/>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5"/>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5"/>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6" name="Google Shape;8726;p85"/>
          <p:cNvGrpSpPr/>
          <p:nvPr/>
        </p:nvGrpSpPr>
        <p:grpSpPr>
          <a:xfrm>
            <a:off x="1265656" y="3191835"/>
            <a:ext cx="366364" cy="367290"/>
            <a:chOff x="-61783350" y="3743950"/>
            <a:chExt cx="316650" cy="317450"/>
          </a:xfrm>
        </p:grpSpPr>
        <p:sp>
          <p:nvSpPr>
            <p:cNvPr id="8727" name="Google Shape;8727;p85"/>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5"/>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9" name="Google Shape;8729;p85"/>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5"/>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5"/>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2" name="Google Shape;8732;p85"/>
          <p:cNvGrpSpPr/>
          <p:nvPr/>
        </p:nvGrpSpPr>
        <p:grpSpPr>
          <a:xfrm>
            <a:off x="3487080" y="3651668"/>
            <a:ext cx="369112" cy="364657"/>
            <a:chOff x="-59869425" y="4102225"/>
            <a:chExt cx="319025" cy="315175"/>
          </a:xfrm>
        </p:grpSpPr>
        <p:sp>
          <p:nvSpPr>
            <p:cNvPr id="8733" name="Google Shape;8733;p85"/>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5"/>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5"/>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5"/>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85"/>
          <p:cNvGrpSpPr/>
          <p:nvPr/>
        </p:nvGrpSpPr>
        <p:grpSpPr>
          <a:xfrm>
            <a:off x="2605883" y="4120490"/>
            <a:ext cx="366364" cy="365467"/>
            <a:chOff x="-59029025" y="3711650"/>
            <a:chExt cx="316650" cy="315875"/>
          </a:xfrm>
        </p:grpSpPr>
        <p:sp>
          <p:nvSpPr>
            <p:cNvPr id="8738" name="Google Shape;8738;p85"/>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5"/>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5"/>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5"/>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5"/>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5"/>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5"/>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85"/>
          <p:cNvGrpSpPr/>
          <p:nvPr/>
        </p:nvGrpSpPr>
        <p:grpSpPr>
          <a:xfrm>
            <a:off x="4841373" y="1398014"/>
            <a:ext cx="351940" cy="348188"/>
            <a:chOff x="581525" y="3254850"/>
            <a:chExt cx="297750" cy="294575"/>
          </a:xfrm>
        </p:grpSpPr>
        <p:sp>
          <p:nvSpPr>
            <p:cNvPr id="8746" name="Google Shape;8746;p85"/>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5"/>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5"/>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85"/>
          <p:cNvGrpSpPr/>
          <p:nvPr/>
        </p:nvGrpSpPr>
        <p:grpSpPr>
          <a:xfrm>
            <a:off x="4840442" y="1836950"/>
            <a:ext cx="353802" cy="351497"/>
            <a:chOff x="580725" y="3617925"/>
            <a:chExt cx="299325" cy="297375"/>
          </a:xfrm>
        </p:grpSpPr>
        <p:sp>
          <p:nvSpPr>
            <p:cNvPr id="8750" name="Google Shape;8750;p85"/>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5"/>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5"/>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5"/>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5"/>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85"/>
          <p:cNvGrpSpPr/>
          <p:nvPr/>
        </p:nvGrpSpPr>
        <p:grpSpPr>
          <a:xfrm>
            <a:off x="4842304" y="2284140"/>
            <a:ext cx="350079" cy="350079"/>
            <a:chOff x="583100" y="3982600"/>
            <a:chExt cx="296175" cy="296175"/>
          </a:xfrm>
        </p:grpSpPr>
        <p:sp>
          <p:nvSpPr>
            <p:cNvPr id="8756" name="Google Shape;8756;p85"/>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5"/>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5"/>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5"/>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5"/>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5"/>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5"/>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85"/>
          <p:cNvGrpSpPr/>
          <p:nvPr/>
        </p:nvGrpSpPr>
        <p:grpSpPr>
          <a:xfrm>
            <a:off x="7074918" y="1397764"/>
            <a:ext cx="307231" cy="348690"/>
            <a:chOff x="2423775" y="3226875"/>
            <a:chExt cx="259925" cy="295000"/>
          </a:xfrm>
        </p:grpSpPr>
        <p:sp>
          <p:nvSpPr>
            <p:cNvPr id="8764" name="Google Shape;8764;p85"/>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5"/>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5"/>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7" name="Google Shape;8767;p85"/>
          <p:cNvGrpSpPr/>
          <p:nvPr/>
        </p:nvGrpSpPr>
        <p:grpSpPr>
          <a:xfrm>
            <a:off x="7052106" y="1839049"/>
            <a:ext cx="352857" cy="347301"/>
            <a:chOff x="2404875" y="3592725"/>
            <a:chExt cx="298525" cy="293825"/>
          </a:xfrm>
        </p:grpSpPr>
        <p:sp>
          <p:nvSpPr>
            <p:cNvPr id="8768" name="Google Shape;8768;p85"/>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5"/>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5"/>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1" name="Google Shape;8771;p85"/>
          <p:cNvGrpSpPr/>
          <p:nvPr/>
        </p:nvGrpSpPr>
        <p:grpSpPr>
          <a:xfrm>
            <a:off x="7053036" y="2284614"/>
            <a:ext cx="350995" cy="349133"/>
            <a:chOff x="2404875" y="3955825"/>
            <a:chExt cx="296950" cy="295375"/>
          </a:xfrm>
        </p:grpSpPr>
        <p:sp>
          <p:nvSpPr>
            <p:cNvPr id="8772" name="Google Shape;8772;p85"/>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5"/>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5"/>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5"/>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85"/>
          <p:cNvGrpSpPr/>
          <p:nvPr/>
        </p:nvGrpSpPr>
        <p:grpSpPr>
          <a:xfrm>
            <a:off x="5747016" y="2748808"/>
            <a:ext cx="349163" cy="350079"/>
            <a:chOff x="4263650" y="3235150"/>
            <a:chExt cx="295400" cy="296175"/>
          </a:xfrm>
        </p:grpSpPr>
        <p:sp>
          <p:nvSpPr>
            <p:cNvPr id="8777" name="Google Shape;8777;p85"/>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5"/>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5"/>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5"/>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5"/>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85"/>
          <p:cNvGrpSpPr/>
          <p:nvPr/>
        </p:nvGrpSpPr>
        <p:grpSpPr>
          <a:xfrm>
            <a:off x="5744696" y="3207969"/>
            <a:ext cx="353802" cy="327739"/>
            <a:chOff x="4266025" y="3609275"/>
            <a:chExt cx="299325" cy="277275"/>
          </a:xfrm>
        </p:grpSpPr>
        <p:sp>
          <p:nvSpPr>
            <p:cNvPr id="8783" name="Google Shape;8783;p85"/>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5"/>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85"/>
          <p:cNvGrpSpPr/>
          <p:nvPr/>
        </p:nvGrpSpPr>
        <p:grpSpPr>
          <a:xfrm>
            <a:off x="5745154" y="3673356"/>
            <a:ext cx="352886" cy="349133"/>
            <a:chOff x="4263650" y="3963700"/>
            <a:chExt cx="298550" cy="295375"/>
          </a:xfrm>
        </p:grpSpPr>
        <p:sp>
          <p:nvSpPr>
            <p:cNvPr id="8786" name="Google Shape;8786;p85"/>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5"/>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5"/>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5"/>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5"/>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5"/>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5"/>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3" name="Google Shape;8793;p85"/>
          <p:cNvGrpSpPr/>
          <p:nvPr/>
        </p:nvGrpSpPr>
        <p:grpSpPr>
          <a:xfrm>
            <a:off x="8023491" y="2748809"/>
            <a:ext cx="226264" cy="350079"/>
            <a:chOff x="6164975" y="3211525"/>
            <a:chExt cx="191425" cy="296175"/>
          </a:xfrm>
        </p:grpSpPr>
        <p:sp>
          <p:nvSpPr>
            <p:cNvPr id="8794" name="Google Shape;8794;p85"/>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5"/>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5"/>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5"/>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5"/>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5"/>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5"/>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1" name="Google Shape;8801;p85"/>
          <p:cNvGrpSpPr/>
          <p:nvPr/>
        </p:nvGrpSpPr>
        <p:grpSpPr>
          <a:xfrm>
            <a:off x="5285528" y="1397084"/>
            <a:ext cx="352886" cy="350049"/>
            <a:chOff x="946175" y="3253275"/>
            <a:chExt cx="298550" cy="296150"/>
          </a:xfrm>
        </p:grpSpPr>
        <p:sp>
          <p:nvSpPr>
            <p:cNvPr id="8802" name="Google Shape;8802;p85"/>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5"/>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5"/>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5"/>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5"/>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85"/>
          <p:cNvGrpSpPr/>
          <p:nvPr/>
        </p:nvGrpSpPr>
        <p:grpSpPr>
          <a:xfrm>
            <a:off x="5286459" y="1839048"/>
            <a:ext cx="351024" cy="347301"/>
            <a:chOff x="946175" y="3619500"/>
            <a:chExt cx="296975" cy="293825"/>
          </a:xfrm>
        </p:grpSpPr>
        <p:sp>
          <p:nvSpPr>
            <p:cNvPr id="8808" name="Google Shape;8808;p85"/>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5"/>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5"/>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5"/>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5"/>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5"/>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85"/>
          <p:cNvGrpSpPr/>
          <p:nvPr/>
        </p:nvGrpSpPr>
        <p:grpSpPr>
          <a:xfrm>
            <a:off x="5286001" y="2283682"/>
            <a:ext cx="351940" cy="350995"/>
            <a:chOff x="944600" y="3981825"/>
            <a:chExt cx="297750" cy="296950"/>
          </a:xfrm>
        </p:grpSpPr>
        <p:sp>
          <p:nvSpPr>
            <p:cNvPr id="8815" name="Google Shape;8815;p85"/>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5"/>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5"/>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5"/>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9" name="Google Shape;8819;p85"/>
          <p:cNvGrpSpPr/>
          <p:nvPr/>
        </p:nvGrpSpPr>
        <p:grpSpPr>
          <a:xfrm>
            <a:off x="7502937" y="1397542"/>
            <a:ext cx="350079" cy="349133"/>
            <a:chOff x="2768750" y="3227275"/>
            <a:chExt cx="296175" cy="295375"/>
          </a:xfrm>
        </p:grpSpPr>
        <p:sp>
          <p:nvSpPr>
            <p:cNvPr id="8820" name="Google Shape;8820;p85"/>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5"/>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5"/>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5"/>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5"/>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5"/>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5"/>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5"/>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85"/>
          <p:cNvGrpSpPr/>
          <p:nvPr/>
        </p:nvGrpSpPr>
        <p:grpSpPr>
          <a:xfrm>
            <a:off x="7523888" y="1838414"/>
            <a:ext cx="308177" cy="348572"/>
            <a:chOff x="2786075" y="3591800"/>
            <a:chExt cx="260725" cy="294900"/>
          </a:xfrm>
        </p:grpSpPr>
        <p:sp>
          <p:nvSpPr>
            <p:cNvPr id="8829" name="Google Shape;8829;p85"/>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5"/>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5"/>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5"/>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5"/>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85"/>
          <p:cNvGrpSpPr/>
          <p:nvPr/>
        </p:nvGrpSpPr>
        <p:grpSpPr>
          <a:xfrm>
            <a:off x="7564387" y="2284141"/>
            <a:ext cx="227180" cy="350079"/>
            <a:chOff x="2819150" y="3955025"/>
            <a:chExt cx="192200" cy="296175"/>
          </a:xfrm>
        </p:grpSpPr>
        <p:sp>
          <p:nvSpPr>
            <p:cNvPr id="8835" name="Google Shape;8835;p85"/>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5"/>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5"/>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5"/>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9" name="Google Shape;8839;p85"/>
          <p:cNvGrpSpPr/>
          <p:nvPr/>
        </p:nvGrpSpPr>
        <p:grpSpPr>
          <a:xfrm>
            <a:off x="6188160" y="2749739"/>
            <a:ext cx="349133" cy="348217"/>
            <a:chOff x="4629125" y="3235150"/>
            <a:chExt cx="295375" cy="294600"/>
          </a:xfrm>
        </p:grpSpPr>
        <p:sp>
          <p:nvSpPr>
            <p:cNvPr id="8840" name="Google Shape;8840;p85"/>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5"/>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5"/>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5"/>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5"/>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85"/>
          <p:cNvGrpSpPr/>
          <p:nvPr/>
        </p:nvGrpSpPr>
        <p:grpSpPr>
          <a:xfrm>
            <a:off x="6188145" y="3197272"/>
            <a:ext cx="349163" cy="349133"/>
            <a:chOff x="4628325" y="3599825"/>
            <a:chExt cx="295400" cy="295375"/>
          </a:xfrm>
        </p:grpSpPr>
        <p:sp>
          <p:nvSpPr>
            <p:cNvPr id="8846" name="Google Shape;8846;p85"/>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5"/>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5"/>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5"/>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5"/>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5"/>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5"/>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5"/>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5"/>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5"/>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5"/>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5"/>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8" name="Google Shape;8858;p85"/>
          <p:cNvGrpSpPr/>
          <p:nvPr/>
        </p:nvGrpSpPr>
        <p:grpSpPr>
          <a:xfrm>
            <a:off x="6209096" y="3672883"/>
            <a:ext cx="307261" cy="350079"/>
            <a:chOff x="4645650" y="3962900"/>
            <a:chExt cx="259950" cy="296175"/>
          </a:xfrm>
        </p:grpSpPr>
        <p:sp>
          <p:nvSpPr>
            <p:cNvPr id="8859" name="Google Shape;8859;p85"/>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5"/>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5"/>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5"/>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5"/>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5"/>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85"/>
          <p:cNvGrpSpPr/>
          <p:nvPr/>
        </p:nvGrpSpPr>
        <p:grpSpPr>
          <a:xfrm>
            <a:off x="7962056" y="3197745"/>
            <a:ext cx="349133" cy="348188"/>
            <a:chOff x="6143725" y="3582500"/>
            <a:chExt cx="295375" cy="294575"/>
          </a:xfrm>
        </p:grpSpPr>
        <p:sp>
          <p:nvSpPr>
            <p:cNvPr id="8866" name="Google Shape;8866;p85"/>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5"/>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5"/>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5"/>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5"/>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5"/>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5"/>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85"/>
          <p:cNvGrpSpPr/>
          <p:nvPr/>
        </p:nvGrpSpPr>
        <p:grpSpPr>
          <a:xfrm>
            <a:off x="5730883" y="1397084"/>
            <a:ext cx="350995" cy="350049"/>
            <a:chOff x="1310075" y="3253275"/>
            <a:chExt cx="296950" cy="296150"/>
          </a:xfrm>
        </p:grpSpPr>
        <p:sp>
          <p:nvSpPr>
            <p:cNvPr id="8874" name="Google Shape;8874;p85"/>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5"/>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5"/>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7" name="Google Shape;8877;p85"/>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8" name="Google Shape;8878;p85"/>
          <p:cNvGrpSpPr/>
          <p:nvPr/>
        </p:nvGrpSpPr>
        <p:grpSpPr>
          <a:xfrm>
            <a:off x="5730410" y="2283343"/>
            <a:ext cx="351941" cy="351675"/>
            <a:chOff x="1310075" y="3980250"/>
            <a:chExt cx="297750" cy="297525"/>
          </a:xfrm>
        </p:grpSpPr>
        <p:sp>
          <p:nvSpPr>
            <p:cNvPr id="8879" name="Google Shape;8879;p85"/>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5"/>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5"/>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5"/>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3" name="Google Shape;8883;p85"/>
          <p:cNvGrpSpPr/>
          <p:nvPr/>
        </p:nvGrpSpPr>
        <p:grpSpPr>
          <a:xfrm>
            <a:off x="7995198" y="1397542"/>
            <a:ext cx="266305" cy="349133"/>
            <a:chOff x="3167275" y="3227275"/>
            <a:chExt cx="225300" cy="295375"/>
          </a:xfrm>
        </p:grpSpPr>
        <p:sp>
          <p:nvSpPr>
            <p:cNvPr id="8884" name="Google Shape;8884;p85"/>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5"/>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5"/>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5"/>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5"/>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9" name="Google Shape;8889;p85"/>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0" name="Google Shape;8890;p85"/>
          <p:cNvGrpSpPr/>
          <p:nvPr/>
        </p:nvGrpSpPr>
        <p:grpSpPr>
          <a:xfrm>
            <a:off x="7952380" y="2284599"/>
            <a:ext cx="351940" cy="349163"/>
            <a:chOff x="3133425" y="3955025"/>
            <a:chExt cx="297750" cy="295400"/>
          </a:xfrm>
        </p:grpSpPr>
        <p:sp>
          <p:nvSpPr>
            <p:cNvPr id="8891" name="Google Shape;8891;p85"/>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5"/>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5"/>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85"/>
          <p:cNvGrpSpPr/>
          <p:nvPr/>
        </p:nvGrpSpPr>
        <p:grpSpPr>
          <a:xfrm>
            <a:off x="6632554" y="2748187"/>
            <a:ext cx="350079" cy="351320"/>
            <a:chOff x="4991425" y="3234750"/>
            <a:chExt cx="296175" cy="297225"/>
          </a:xfrm>
        </p:grpSpPr>
        <p:sp>
          <p:nvSpPr>
            <p:cNvPr id="8895" name="Google Shape;8895;p85"/>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5"/>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5"/>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5"/>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5"/>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5"/>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1" name="Google Shape;8901;p85"/>
          <p:cNvGrpSpPr/>
          <p:nvPr/>
        </p:nvGrpSpPr>
        <p:grpSpPr>
          <a:xfrm>
            <a:off x="6632554" y="3217750"/>
            <a:ext cx="350079" cy="308177"/>
            <a:chOff x="4991425" y="3617150"/>
            <a:chExt cx="296175" cy="260725"/>
          </a:xfrm>
        </p:grpSpPr>
        <p:sp>
          <p:nvSpPr>
            <p:cNvPr id="8902" name="Google Shape;8902;p85"/>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5"/>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5"/>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5"/>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5"/>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5"/>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5"/>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85"/>
          <p:cNvGrpSpPr/>
          <p:nvPr/>
        </p:nvGrpSpPr>
        <p:grpSpPr>
          <a:xfrm>
            <a:off x="6709827" y="3673341"/>
            <a:ext cx="195532" cy="349163"/>
            <a:chOff x="5056800" y="3962900"/>
            <a:chExt cx="165425" cy="295400"/>
          </a:xfrm>
        </p:grpSpPr>
        <p:sp>
          <p:nvSpPr>
            <p:cNvPr id="8910" name="Google Shape;8910;p85"/>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5"/>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5"/>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3" name="Google Shape;8913;p85"/>
          <p:cNvGrpSpPr/>
          <p:nvPr/>
        </p:nvGrpSpPr>
        <p:grpSpPr>
          <a:xfrm>
            <a:off x="7961125" y="3673357"/>
            <a:ext cx="350995" cy="349133"/>
            <a:chOff x="6168925" y="3936925"/>
            <a:chExt cx="296950" cy="295375"/>
          </a:xfrm>
        </p:grpSpPr>
        <p:sp>
          <p:nvSpPr>
            <p:cNvPr id="8914" name="Google Shape;8914;p85"/>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5"/>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5"/>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5"/>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5"/>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5"/>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85"/>
          <p:cNvGrpSpPr/>
          <p:nvPr/>
        </p:nvGrpSpPr>
        <p:grpSpPr>
          <a:xfrm>
            <a:off x="6174844" y="1390429"/>
            <a:ext cx="348188" cy="349133"/>
            <a:chOff x="1674750" y="3254050"/>
            <a:chExt cx="294575" cy="295375"/>
          </a:xfrm>
        </p:grpSpPr>
        <p:sp>
          <p:nvSpPr>
            <p:cNvPr id="8921" name="Google Shape;8921;p85"/>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5"/>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5"/>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85"/>
          <p:cNvGrpSpPr/>
          <p:nvPr/>
        </p:nvGrpSpPr>
        <p:grpSpPr>
          <a:xfrm>
            <a:off x="6189239" y="1838132"/>
            <a:ext cx="319347" cy="349133"/>
            <a:chOff x="1687350" y="3618725"/>
            <a:chExt cx="270175" cy="295375"/>
          </a:xfrm>
        </p:grpSpPr>
        <p:sp>
          <p:nvSpPr>
            <p:cNvPr id="8925" name="Google Shape;8925;p85"/>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5"/>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5"/>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85"/>
          <p:cNvGrpSpPr/>
          <p:nvPr/>
        </p:nvGrpSpPr>
        <p:grpSpPr>
          <a:xfrm>
            <a:off x="6172942" y="2284613"/>
            <a:ext cx="351940" cy="349133"/>
            <a:chOff x="1672375" y="3982600"/>
            <a:chExt cx="297750" cy="295375"/>
          </a:xfrm>
        </p:grpSpPr>
        <p:sp>
          <p:nvSpPr>
            <p:cNvPr id="8929" name="Google Shape;8929;p85"/>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5"/>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5"/>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85"/>
          <p:cNvGrpSpPr/>
          <p:nvPr/>
        </p:nvGrpSpPr>
        <p:grpSpPr>
          <a:xfrm>
            <a:off x="4864934" y="2748808"/>
            <a:ext cx="350079" cy="350079"/>
            <a:chOff x="3497300" y="3227275"/>
            <a:chExt cx="296175" cy="296175"/>
          </a:xfrm>
        </p:grpSpPr>
        <p:sp>
          <p:nvSpPr>
            <p:cNvPr id="8933" name="Google Shape;8933;p85"/>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5"/>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5"/>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5"/>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5"/>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5"/>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5"/>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5"/>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5"/>
          <p:cNvGrpSpPr/>
          <p:nvPr/>
        </p:nvGrpSpPr>
        <p:grpSpPr>
          <a:xfrm>
            <a:off x="4865407" y="3198203"/>
            <a:ext cx="349133" cy="347272"/>
            <a:chOff x="3497300" y="3591950"/>
            <a:chExt cx="295375" cy="293800"/>
          </a:xfrm>
        </p:grpSpPr>
        <p:sp>
          <p:nvSpPr>
            <p:cNvPr id="8942" name="Google Shape;8942;p85"/>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5"/>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5"/>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5"/>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5"/>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5"/>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5"/>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5"/>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85"/>
          <p:cNvGrpSpPr/>
          <p:nvPr/>
        </p:nvGrpSpPr>
        <p:grpSpPr>
          <a:xfrm>
            <a:off x="4865407" y="3673341"/>
            <a:ext cx="349133" cy="349163"/>
            <a:chOff x="3497300" y="3955025"/>
            <a:chExt cx="295375" cy="295400"/>
          </a:xfrm>
        </p:grpSpPr>
        <p:sp>
          <p:nvSpPr>
            <p:cNvPr id="8951" name="Google Shape;8951;p85"/>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5"/>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5"/>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85"/>
          <p:cNvGrpSpPr/>
          <p:nvPr/>
        </p:nvGrpSpPr>
        <p:grpSpPr>
          <a:xfrm>
            <a:off x="7089979" y="2749532"/>
            <a:ext cx="327739" cy="348631"/>
            <a:chOff x="5364750" y="3235150"/>
            <a:chExt cx="277275" cy="294950"/>
          </a:xfrm>
        </p:grpSpPr>
        <p:sp>
          <p:nvSpPr>
            <p:cNvPr id="8955" name="Google Shape;8955;p85"/>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5"/>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5"/>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5"/>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5"/>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5"/>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5"/>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5"/>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85"/>
          <p:cNvGrpSpPr/>
          <p:nvPr/>
        </p:nvGrpSpPr>
        <p:grpSpPr>
          <a:xfrm>
            <a:off x="7078337" y="3195868"/>
            <a:ext cx="351024" cy="351941"/>
            <a:chOff x="5355300" y="3598250"/>
            <a:chExt cx="296975" cy="297750"/>
          </a:xfrm>
        </p:grpSpPr>
        <p:sp>
          <p:nvSpPr>
            <p:cNvPr id="8964" name="Google Shape;8964;p85"/>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5"/>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5"/>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5"/>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5"/>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5"/>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5"/>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5"/>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85"/>
          <p:cNvGrpSpPr/>
          <p:nvPr/>
        </p:nvGrpSpPr>
        <p:grpSpPr>
          <a:xfrm>
            <a:off x="7082533" y="3734790"/>
            <a:ext cx="342632" cy="226264"/>
            <a:chOff x="5358450" y="4015675"/>
            <a:chExt cx="289875" cy="191425"/>
          </a:xfrm>
        </p:grpSpPr>
        <p:sp>
          <p:nvSpPr>
            <p:cNvPr id="8973" name="Google Shape;8973;p85"/>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5"/>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5"/>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5"/>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85"/>
          <p:cNvGrpSpPr/>
          <p:nvPr/>
        </p:nvGrpSpPr>
        <p:grpSpPr>
          <a:xfrm>
            <a:off x="6209015" y="4117322"/>
            <a:ext cx="351024" cy="325464"/>
            <a:chOff x="6543825" y="3202075"/>
            <a:chExt cx="296975" cy="275350"/>
          </a:xfrm>
        </p:grpSpPr>
        <p:sp>
          <p:nvSpPr>
            <p:cNvPr id="8978" name="Google Shape;8978;p85"/>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5"/>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5"/>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5"/>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5"/>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5"/>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5"/>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85"/>
          <p:cNvGrpSpPr/>
          <p:nvPr/>
        </p:nvGrpSpPr>
        <p:grpSpPr>
          <a:xfrm>
            <a:off x="6615996" y="1397069"/>
            <a:ext cx="350079" cy="350079"/>
            <a:chOff x="2037825" y="3254050"/>
            <a:chExt cx="296175" cy="296175"/>
          </a:xfrm>
        </p:grpSpPr>
        <p:sp>
          <p:nvSpPr>
            <p:cNvPr id="8986" name="Google Shape;8986;p85"/>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5"/>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5"/>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5"/>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5"/>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5"/>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85"/>
          <p:cNvGrpSpPr/>
          <p:nvPr/>
        </p:nvGrpSpPr>
        <p:grpSpPr>
          <a:xfrm>
            <a:off x="6614135" y="1838236"/>
            <a:ext cx="353802" cy="348926"/>
            <a:chOff x="2034675" y="3617925"/>
            <a:chExt cx="299325" cy="295200"/>
          </a:xfrm>
        </p:grpSpPr>
        <p:sp>
          <p:nvSpPr>
            <p:cNvPr id="8993" name="Google Shape;8993;p85"/>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5"/>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5"/>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5"/>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5"/>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85"/>
          <p:cNvGrpSpPr/>
          <p:nvPr/>
        </p:nvGrpSpPr>
        <p:grpSpPr>
          <a:xfrm>
            <a:off x="6615996" y="2284613"/>
            <a:ext cx="350079" cy="349133"/>
            <a:chOff x="2037825" y="3981825"/>
            <a:chExt cx="296175" cy="295375"/>
          </a:xfrm>
        </p:grpSpPr>
        <p:sp>
          <p:nvSpPr>
            <p:cNvPr id="8999" name="Google Shape;8999;p85"/>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5"/>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5"/>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2" name="Google Shape;9002;p85"/>
          <p:cNvGrpSpPr/>
          <p:nvPr/>
        </p:nvGrpSpPr>
        <p:grpSpPr>
          <a:xfrm>
            <a:off x="5301014" y="2780929"/>
            <a:ext cx="350079" cy="285837"/>
            <a:chOff x="3860400" y="3254050"/>
            <a:chExt cx="296175" cy="241825"/>
          </a:xfrm>
        </p:grpSpPr>
        <p:sp>
          <p:nvSpPr>
            <p:cNvPr id="9003" name="Google Shape;9003;p85"/>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5"/>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5"/>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5"/>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5"/>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5"/>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5"/>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0" name="Google Shape;9010;p85"/>
          <p:cNvGrpSpPr/>
          <p:nvPr/>
        </p:nvGrpSpPr>
        <p:grpSpPr>
          <a:xfrm>
            <a:off x="5300541" y="3196800"/>
            <a:ext cx="351024" cy="350079"/>
            <a:chOff x="3859600" y="3591950"/>
            <a:chExt cx="296975" cy="296175"/>
          </a:xfrm>
        </p:grpSpPr>
        <p:sp>
          <p:nvSpPr>
            <p:cNvPr id="9011" name="Google Shape;9011;p85"/>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5"/>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5"/>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85"/>
          <p:cNvGrpSpPr/>
          <p:nvPr/>
        </p:nvGrpSpPr>
        <p:grpSpPr>
          <a:xfrm>
            <a:off x="5301014" y="3672883"/>
            <a:ext cx="350079" cy="350079"/>
            <a:chOff x="3860400" y="3955025"/>
            <a:chExt cx="296175" cy="296175"/>
          </a:xfrm>
        </p:grpSpPr>
        <p:sp>
          <p:nvSpPr>
            <p:cNvPr id="9015" name="Google Shape;9015;p85"/>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5"/>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5"/>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5"/>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5"/>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85"/>
          <p:cNvGrpSpPr/>
          <p:nvPr/>
        </p:nvGrpSpPr>
        <p:grpSpPr>
          <a:xfrm>
            <a:off x="7516230" y="2749281"/>
            <a:ext cx="355664" cy="349133"/>
            <a:chOff x="5716825" y="3235950"/>
            <a:chExt cx="300900" cy="295375"/>
          </a:xfrm>
        </p:grpSpPr>
        <p:sp>
          <p:nvSpPr>
            <p:cNvPr id="9021" name="Google Shape;9021;p85"/>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5"/>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5"/>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5"/>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85"/>
          <p:cNvGrpSpPr/>
          <p:nvPr/>
        </p:nvGrpSpPr>
        <p:grpSpPr>
          <a:xfrm>
            <a:off x="7529261" y="3207969"/>
            <a:ext cx="329601" cy="327739"/>
            <a:chOff x="5727850" y="3609275"/>
            <a:chExt cx="278850" cy="277275"/>
          </a:xfrm>
        </p:grpSpPr>
        <p:sp>
          <p:nvSpPr>
            <p:cNvPr id="9026" name="Google Shape;9026;p85"/>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5"/>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5"/>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5"/>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5"/>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85"/>
          <p:cNvGrpSpPr/>
          <p:nvPr/>
        </p:nvGrpSpPr>
        <p:grpSpPr>
          <a:xfrm>
            <a:off x="7540446" y="3673356"/>
            <a:ext cx="307231" cy="349133"/>
            <a:chOff x="5736525" y="3963700"/>
            <a:chExt cx="259925" cy="295375"/>
          </a:xfrm>
        </p:grpSpPr>
        <p:sp>
          <p:nvSpPr>
            <p:cNvPr id="9032" name="Google Shape;9032;p85"/>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5"/>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5"/>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5"/>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5"/>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5"/>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5"/>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85"/>
          <p:cNvGrpSpPr/>
          <p:nvPr/>
        </p:nvGrpSpPr>
        <p:grpSpPr>
          <a:xfrm>
            <a:off x="6632026" y="4122683"/>
            <a:ext cx="351024" cy="350079"/>
            <a:chOff x="6553275" y="3604550"/>
            <a:chExt cx="296975" cy="296175"/>
          </a:xfrm>
        </p:grpSpPr>
        <p:sp>
          <p:nvSpPr>
            <p:cNvPr id="9040" name="Google Shape;9040;p85"/>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5"/>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5"/>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5"/>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5"/>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5"/>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6" name="Google Shape;9046;p85"/>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9047" name="Google Shape;9047;p85"/>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51"/>
        <p:cNvGrpSpPr/>
        <p:nvPr/>
      </p:nvGrpSpPr>
      <p:grpSpPr>
        <a:xfrm>
          <a:off x="0" y="0"/>
          <a:ext cx="0" cy="0"/>
          <a:chOff x="0" y="0"/>
          <a:chExt cx="0" cy="0"/>
        </a:xfrm>
      </p:grpSpPr>
      <p:grpSp>
        <p:nvGrpSpPr>
          <p:cNvPr id="9052" name="Google Shape;9052;p86"/>
          <p:cNvGrpSpPr/>
          <p:nvPr/>
        </p:nvGrpSpPr>
        <p:grpSpPr>
          <a:xfrm>
            <a:off x="859032" y="1380546"/>
            <a:ext cx="294401" cy="353645"/>
            <a:chOff x="-35814600" y="3202075"/>
            <a:chExt cx="242625" cy="291450"/>
          </a:xfrm>
        </p:grpSpPr>
        <p:sp>
          <p:nvSpPr>
            <p:cNvPr id="9053" name="Google Shape;9053;p86"/>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6"/>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6"/>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6"/>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6"/>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6"/>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6"/>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86"/>
          <p:cNvGrpSpPr/>
          <p:nvPr/>
        </p:nvGrpSpPr>
        <p:grpSpPr>
          <a:xfrm>
            <a:off x="829410" y="1821466"/>
            <a:ext cx="353645" cy="353888"/>
            <a:chOff x="-35839800" y="3561025"/>
            <a:chExt cx="291450" cy="291650"/>
          </a:xfrm>
        </p:grpSpPr>
        <p:sp>
          <p:nvSpPr>
            <p:cNvPr id="9061" name="Google Shape;9061;p86"/>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6"/>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6"/>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6"/>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6"/>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6"/>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6"/>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8" name="Google Shape;9068;p86"/>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9" name="Google Shape;9069;p86"/>
          <p:cNvGrpSpPr/>
          <p:nvPr/>
        </p:nvGrpSpPr>
        <p:grpSpPr>
          <a:xfrm>
            <a:off x="3066955" y="1380546"/>
            <a:ext cx="353645" cy="353645"/>
            <a:chOff x="-34003850" y="3227275"/>
            <a:chExt cx="291450" cy="291450"/>
          </a:xfrm>
        </p:grpSpPr>
        <p:sp>
          <p:nvSpPr>
            <p:cNvPr id="9070" name="Google Shape;9070;p86"/>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6"/>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6"/>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6"/>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6"/>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5" name="Google Shape;9075;p86"/>
          <p:cNvGrpSpPr/>
          <p:nvPr/>
        </p:nvGrpSpPr>
        <p:grpSpPr>
          <a:xfrm>
            <a:off x="3066485" y="1821238"/>
            <a:ext cx="354586" cy="354343"/>
            <a:chOff x="-34004625" y="3585850"/>
            <a:chExt cx="292225" cy="292025"/>
          </a:xfrm>
        </p:grpSpPr>
        <p:sp>
          <p:nvSpPr>
            <p:cNvPr id="9076" name="Google Shape;9076;p86"/>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6"/>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6"/>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6"/>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6"/>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1" name="Google Shape;9081;p86"/>
          <p:cNvGrpSpPr/>
          <p:nvPr/>
        </p:nvGrpSpPr>
        <p:grpSpPr>
          <a:xfrm>
            <a:off x="3066000" y="2256439"/>
            <a:ext cx="355557" cy="354616"/>
            <a:chOff x="-34005425" y="3945575"/>
            <a:chExt cx="293025" cy="292250"/>
          </a:xfrm>
        </p:grpSpPr>
        <p:sp>
          <p:nvSpPr>
            <p:cNvPr id="9082" name="Google Shape;9082;p86"/>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6"/>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6"/>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86"/>
          <p:cNvGrpSpPr/>
          <p:nvPr/>
        </p:nvGrpSpPr>
        <p:grpSpPr>
          <a:xfrm>
            <a:off x="1713099" y="2729615"/>
            <a:ext cx="358408" cy="355557"/>
            <a:chOff x="-32174975" y="3192625"/>
            <a:chExt cx="295375" cy="293025"/>
          </a:xfrm>
        </p:grpSpPr>
        <p:sp>
          <p:nvSpPr>
            <p:cNvPr id="9086" name="Google Shape;9086;p86"/>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6"/>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6"/>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6"/>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0" name="Google Shape;9090;p86"/>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6"/>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2" name="Google Shape;9092;p86"/>
          <p:cNvGrpSpPr/>
          <p:nvPr/>
        </p:nvGrpSpPr>
        <p:grpSpPr>
          <a:xfrm>
            <a:off x="3952249" y="2730570"/>
            <a:ext cx="354586" cy="353645"/>
            <a:chOff x="-30345325" y="3184750"/>
            <a:chExt cx="292225" cy="291450"/>
          </a:xfrm>
        </p:grpSpPr>
        <p:sp>
          <p:nvSpPr>
            <p:cNvPr id="9093" name="Google Shape;9093;p86"/>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6"/>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6"/>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6"/>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6"/>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86"/>
          <p:cNvGrpSpPr/>
          <p:nvPr/>
        </p:nvGrpSpPr>
        <p:grpSpPr>
          <a:xfrm>
            <a:off x="1277001" y="1380546"/>
            <a:ext cx="353645" cy="353645"/>
            <a:chOff x="-35481425" y="3202075"/>
            <a:chExt cx="291450" cy="291450"/>
          </a:xfrm>
        </p:grpSpPr>
        <p:sp>
          <p:nvSpPr>
            <p:cNvPr id="9099" name="Google Shape;9099;p86"/>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6"/>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6"/>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6"/>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6"/>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6"/>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6"/>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86"/>
          <p:cNvGrpSpPr/>
          <p:nvPr/>
        </p:nvGrpSpPr>
        <p:grpSpPr>
          <a:xfrm>
            <a:off x="1276531" y="1822072"/>
            <a:ext cx="354586" cy="352675"/>
            <a:chOff x="-35482200" y="3561225"/>
            <a:chExt cx="292225" cy="290650"/>
          </a:xfrm>
        </p:grpSpPr>
        <p:sp>
          <p:nvSpPr>
            <p:cNvPr id="9107" name="Google Shape;9107;p86"/>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6"/>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6"/>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86"/>
          <p:cNvGrpSpPr/>
          <p:nvPr/>
        </p:nvGrpSpPr>
        <p:grpSpPr>
          <a:xfrm>
            <a:off x="1277001" y="2256940"/>
            <a:ext cx="353645" cy="353615"/>
            <a:chOff x="-35481425" y="3919600"/>
            <a:chExt cx="291450" cy="291425"/>
          </a:xfrm>
        </p:grpSpPr>
        <p:sp>
          <p:nvSpPr>
            <p:cNvPr id="9111" name="Google Shape;9111;p86"/>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6"/>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6"/>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6"/>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6"/>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6"/>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6"/>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6"/>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86"/>
          <p:cNvGrpSpPr/>
          <p:nvPr/>
        </p:nvGrpSpPr>
        <p:grpSpPr>
          <a:xfrm>
            <a:off x="3512636" y="1381031"/>
            <a:ext cx="357468" cy="352675"/>
            <a:chOff x="-33645475" y="3228075"/>
            <a:chExt cx="294600" cy="290650"/>
          </a:xfrm>
        </p:grpSpPr>
        <p:sp>
          <p:nvSpPr>
            <p:cNvPr id="9120" name="Google Shape;9120;p86"/>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6"/>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6"/>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6"/>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6"/>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6"/>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6"/>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86"/>
          <p:cNvGrpSpPr/>
          <p:nvPr/>
        </p:nvGrpSpPr>
        <p:grpSpPr>
          <a:xfrm>
            <a:off x="3513606" y="1821116"/>
            <a:ext cx="355526" cy="354586"/>
            <a:chOff x="-33646250" y="3586425"/>
            <a:chExt cx="293000" cy="292225"/>
          </a:xfrm>
        </p:grpSpPr>
        <p:sp>
          <p:nvSpPr>
            <p:cNvPr id="9128" name="Google Shape;9128;p86"/>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6"/>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86"/>
          <p:cNvGrpSpPr/>
          <p:nvPr/>
        </p:nvGrpSpPr>
        <p:grpSpPr>
          <a:xfrm>
            <a:off x="3514076" y="2255969"/>
            <a:ext cx="354586" cy="355557"/>
            <a:chOff x="-33645475" y="3944800"/>
            <a:chExt cx="292225" cy="293025"/>
          </a:xfrm>
        </p:grpSpPr>
        <p:sp>
          <p:nvSpPr>
            <p:cNvPr id="9131" name="Google Shape;9131;p86"/>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6"/>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6"/>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6"/>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6"/>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6"/>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6"/>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6"/>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6"/>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6"/>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86"/>
          <p:cNvGrpSpPr/>
          <p:nvPr/>
        </p:nvGrpSpPr>
        <p:grpSpPr>
          <a:xfrm>
            <a:off x="2167295" y="2729706"/>
            <a:ext cx="352675" cy="355375"/>
            <a:chOff x="-31809525" y="3192625"/>
            <a:chExt cx="290650" cy="292875"/>
          </a:xfrm>
        </p:grpSpPr>
        <p:sp>
          <p:nvSpPr>
            <p:cNvPr id="9142" name="Google Shape;9142;p86"/>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6"/>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6"/>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6"/>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86"/>
          <p:cNvGrpSpPr/>
          <p:nvPr/>
        </p:nvGrpSpPr>
        <p:grpSpPr>
          <a:xfrm>
            <a:off x="2166810" y="3200258"/>
            <a:ext cx="353645" cy="355557"/>
            <a:chOff x="-31811100" y="3550975"/>
            <a:chExt cx="291450" cy="293025"/>
          </a:xfrm>
        </p:grpSpPr>
        <p:sp>
          <p:nvSpPr>
            <p:cNvPr id="9147" name="Google Shape;9147;p86"/>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6"/>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6"/>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6"/>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6"/>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6"/>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6"/>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86"/>
          <p:cNvGrpSpPr/>
          <p:nvPr/>
        </p:nvGrpSpPr>
        <p:grpSpPr>
          <a:xfrm>
            <a:off x="2160606" y="3664562"/>
            <a:ext cx="366052" cy="356831"/>
            <a:chOff x="-31817400" y="3910025"/>
            <a:chExt cx="301675" cy="294075"/>
          </a:xfrm>
        </p:grpSpPr>
        <p:sp>
          <p:nvSpPr>
            <p:cNvPr id="9155" name="Google Shape;9155;p86"/>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6"/>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6"/>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86"/>
          <p:cNvGrpSpPr/>
          <p:nvPr/>
        </p:nvGrpSpPr>
        <p:grpSpPr>
          <a:xfrm>
            <a:off x="3952234" y="3200743"/>
            <a:ext cx="354616" cy="354586"/>
            <a:chOff x="-30354000" y="3569100"/>
            <a:chExt cx="292250" cy="292225"/>
          </a:xfrm>
        </p:grpSpPr>
        <p:sp>
          <p:nvSpPr>
            <p:cNvPr id="9159" name="Google Shape;9159;p86"/>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6"/>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6"/>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6"/>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6"/>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6"/>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86"/>
          <p:cNvGrpSpPr/>
          <p:nvPr/>
        </p:nvGrpSpPr>
        <p:grpSpPr>
          <a:xfrm>
            <a:off x="1730812" y="1380546"/>
            <a:ext cx="342148" cy="353645"/>
            <a:chOff x="-35118325" y="3202075"/>
            <a:chExt cx="281975" cy="291450"/>
          </a:xfrm>
        </p:grpSpPr>
        <p:sp>
          <p:nvSpPr>
            <p:cNvPr id="9166" name="Google Shape;9166;p86"/>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6"/>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6"/>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6"/>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86"/>
          <p:cNvGrpSpPr/>
          <p:nvPr/>
        </p:nvGrpSpPr>
        <p:grpSpPr>
          <a:xfrm>
            <a:off x="1724593" y="1821799"/>
            <a:ext cx="354586" cy="353221"/>
            <a:chOff x="-35123050" y="3561225"/>
            <a:chExt cx="292225" cy="291100"/>
          </a:xfrm>
        </p:grpSpPr>
        <p:sp>
          <p:nvSpPr>
            <p:cNvPr id="9171" name="Google Shape;9171;p86"/>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6"/>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3" name="Google Shape;9173;p86"/>
          <p:cNvGrpSpPr/>
          <p:nvPr/>
        </p:nvGrpSpPr>
        <p:grpSpPr>
          <a:xfrm>
            <a:off x="1766652" y="2256940"/>
            <a:ext cx="270467" cy="353615"/>
            <a:chOff x="-35089175" y="3919600"/>
            <a:chExt cx="222900" cy="291425"/>
          </a:xfrm>
        </p:grpSpPr>
        <p:sp>
          <p:nvSpPr>
            <p:cNvPr id="9174" name="Google Shape;9174;p86"/>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6"/>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6" name="Google Shape;9176;p86"/>
          <p:cNvGrpSpPr/>
          <p:nvPr/>
        </p:nvGrpSpPr>
        <p:grpSpPr>
          <a:xfrm>
            <a:off x="3963648" y="1380303"/>
            <a:ext cx="336445" cy="354131"/>
            <a:chOff x="-33277650" y="3226875"/>
            <a:chExt cx="277275" cy="291850"/>
          </a:xfrm>
        </p:grpSpPr>
        <p:sp>
          <p:nvSpPr>
            <p:cNvPr id="9177" name="Google Shape;9177;p86"/>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6"/>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6"/>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6"/>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6"/>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6"/>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6"/>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86"/>
          <p:cNvGrpSpPr/>
          <p:nvPr/>
        </p:nvGrpSpPr>
        <p:grpSpPr>
          <a:xfrm>
            <a:off x="3955048" y="1821587"/>
            <a:ext cx="353645" cy="353645"/>
            <a:chOff x="-33286325" y="3586425"/>
            <a:chExt cx="291450" cy="291450"/>
          </a:xfrm>
        </p:grpSpPr>
        <p:sp>
          <p:nvSpPr>
            <p:cNvPr id="9185" name="Google Shape;9185;p86"/>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6"/>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6"/>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6"/>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6"/>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86"/>
          <p:cNvGrpSpPr/>
          <p:nvPr/>
        </p:nvGrpSpPr>
        <p:grpSpPr>
          <a:xfrm>
            <a:off x="3955048" y="2255969"/>
            <a:ext cx="353645" cy="355557"/>
            <a:chOff x="-33286325" y="3944800"/>
            <a:chExt cx="291450" cy="293025"/>
          </a:xfrm>
        </p:grpSpPr>
        <p:sp>
          <p:nvSpPr>
            <p:cNvPr id="9191" name="Google Shape;9191;p86"/>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6"/>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6"/>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6"/>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5" name="Google Shape;9195;p86"/>
          <p:cNvGrpSpPr/>
          <p:nvPr/>
        </p:nvGrpSpPr>
        <p:grpSpPr>
          <a:xfrm>
            <a:off x="2613445" y="2729129"/>
            <a:ext cx="353645" cy="356527"/>
            <a:chOff x="-31452725" y="3191825"/>
            <a:chExt cx="291450" cy="293825"/>
          </a:xfrm>
        </p:grpSpPr>
        <p:sp>
          <p:nvSpPr>
            <p:cNvPr id="9196" name="Google Shape;9196;p86"/>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6"/>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6"/>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6"/>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86"/>
          <p:cNvGrpSpPr/>
          <p:nvPr/>
        </p:nvGrpSpPr>
        <p:grpSpPr>
          <a:xfrm>
            <a:off x="2612975" y="3200744"/>
            <a:ext cx="354586" cy="354586"/>
            <a:chOff x="-31452725" y="3551775"/>
            <a:chExt cx="292225" cy="292225"/>
          </a:xfrm>
        </p:grpSpPr>
        <p:sp>
          <p:nvSpPr>
            <p:cNvPr id="9201" name="Google Shape;9201;p86"/>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6"/>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6"/>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6"/>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86"/>
          <p:cNvGrpSpPr/>
          <p:nvPr/>
        </p:nvGrpSpPr>
        <p:grpSpPr>
          <a:xfrm>
            <a:off x="2611534" y="3664729"/>
            <a:ext cx="357468" cy="356497"/>
            <a:chOff x="-31455100" y="3909350"/>
            <a:chExt cx="294600" cy="293800"/>
          </a:xfrm>
        </p:grpSpPr>
        <p:sp>
          <p:nvSpPr>
            <p:cNvPr id="9206" name="Google Shape;9206;p86"/>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6"/>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86"/>
          <p:cNvGrpSpPr/>
          <p:nvPr/>
        </p:nvGrpSpPr>
        <p:grpSpPr>
          <a:xfrm>
            <a:off x="3952719" y="3665684"/>
            <a:ext cx="353645" cy="354586"/>
            <a:chOff x="-30345325" y="3918800"/>
            <a:chExt cx="291450" cy="292225"/>
          </a:xfrm>
        </p:grpSpPr>
        <p:sp>
          <p:nvSpPr>
            <p:cNvPr id="9209" name="Google Shape;9209;p86"/>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6"/>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6"/>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6"/>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6"/>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86"/>
          <p:cNvGrpSpPr/>
          <p:nvPr/>
        </p:nvGrpSpPr>
        <p:grpSpPr>
          <a:xfrm>
            <a:off x="2172184" y="1821587"/>
            <a:ext cx="353645" cy="353645"/>
            <a:chOff x="-34763900" y="3561225"/>
            <a:chExt cx="291450" cy="291450"/>
          </a:xfrm>
        </p:grpSpPr>
        <p:sp>
          <p:nvSpPr>
            <p:cNvPr id="9215" name="Google Shape;9215;p86"/>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6"/>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6"/>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18" name="Google Shape;9218;p86"/>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19" name="Google Shape;9219;p86"/>
          <p:cNvGrpSpPr/>
          <p:nvPr/>
        </p:nvGrpSpPr>
        <p:grpSpPr>
          <a:xfrm>
            <a:off x="827081" y="2730099"/>
            <a:ext cx="354586" cy="354586"/>
            <a:chOff x="-32927950" y="3227275"/>
            <a:chExt cx="292225" cy="292225"/>
          </a:xfrm>
        </p:grpSpPr>
        <p:sp>
          <p:nvSpPr>
            <p:cNvPr id="9220" name="Google Shape;9220;p86"/>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6"/>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6"/>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6"/>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6"/>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5" name="Google Shape;9225;p86"/>
          <p:cNvGrpSpPr/>
          <p:nvPr/>
        </p:nvGrpSpPr>
        <p:grpSpPr>
          <a:xfrm>
            <a:off x="826596" y="3201213"/>
            <a:ext cx="355557" cy="353645"/>
            <a:chOff x="-32927950" y="3586425"/>
            <a:chExt cx="293025" cy="291450"/>
          </a:xfrm>
        </p:grpSpPr>
        <p:sp>
          <p:nvSpPr>
            <p:cNvPr id="9226" name="Google Shape;9226;p86"/>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6"/>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6"/>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6"/>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6"/>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1" name="Google Shape;9231;p86"/>
          <p:cNvGrpSpPr/>
          <p:nvPr/>
        </p:nvGrpSpPr>
        <p:grpSpPr>
          <a:xfrm>
            <a:off x="827081" y="3665198"/>
            <a:ext cx="354586" cy="355557"/>
            <a:chOff x="-32927950" y="3944800"/>
            <a:chExt cx="292225" cy="293025"/>
          </a:xfrm>
        </p:grpSpPr>
        <p:sp>
          <p:nvSpPr>
            <p:cNvPr id="9232" name="Google Shape;9232;p86"/>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6"/>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6"/>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6"/>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6"/>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6"/>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6"/>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6"/>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6"/>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86"/>
          <p:cNvGrpSpPr/>
          <p:nvPr/>
        </p:nvGrpSpPr>
        <p:grpSpPr>
          <a:xfrm>
            <a:off x="3055873" y="2730449"/>
            <a:ext cx="354586" cy="353888"/>
            <a:chOff x="-31094350" y="3194000"/>
            <a:chExt cx="292225" cy="291650"/>
          </a:xfrm>
        </p:grpSpPr>
        <p:sp>
          <p:nvSpPr>
            <p:cNvPr id="9242" name="Google Shape;9242;p86"/>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6"/>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6"/>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6"/>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6"/>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6"/>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6"/>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6"/>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86"/>
          <p:cNvGrpSpPr/>
          <p:nvPr/>
        </p:nvGrpSpPr>
        <p:grpSpPr>
          <a:xfrm>
            <a:off x="3056343" y="3200941"/>
            <a:ext cx="353645" cy="354191"/>
            <a:chOff x="-31093575" y="3552550"/>
            <a:chExt cx="291450" cy="291900"/>
          </a:xfrm>
        </p:grpSpPr>
        <p:sp>
          <p:nvSpPr>
            <p:cNvPr id="9251" name="Google Shape;9251;p86"/>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6"/>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6"/>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6"/>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86"/>
          <p:cNvGrpSpPr/>
          <p:nvPr/>
        </p:nvGrpSpPr>
        <p:grpSpPr>
          <a:xfrm>
            <a:off x="2182711" y="1380546"/>
            <a:ext cx="332593" cy="353645"/>
            <a:chOff x="-34755225" y="3202075"/>
            <a:chExt cx="274100" cy="291450"/>
          </a:xfrm>
        </p:grpSpPr>
        <p:sp>
          <p:nvSpPr>
            <p:cNvPr id="9256" name="Google Shape;9256;p86"/>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6"/>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6"/>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6"/>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6"/>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6"/>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6"/>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86"/>
          <p:cNvGrpSpPr/>
          <p:nvPr/>
        </p:nvGrpSpPr>
        <p:grpSpPr>
          <a:xfrm>
            <a:off x="3056343" y="3666169"/>
            <a:ext cx="353645" cy="353615"/>
            <a:chOff x="-31093575" y="3911725"/>
            <a:chExt cx="291450" cy="291425"/>
          </a:xfrm>
        </p:grpSpPr>
        <p:sp>
          <p:nvSpPr>
            <p:cNvPr id="9264" name="Google Shape;9264;p86"/>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6"/>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86"/>
          <p:cNvGrpSpPr/>
          <p:nvPr/>
        </p:nvGrpSpPr>
        <p:grpSpPr>
          <a:xfrm>
            <a:off x="2165773" y="4123136"/>
            <a:ext cx="356497" cy="354586"/>
            <a:chOff x="-29946000" y="3183175"/>
            <a:chExt cx="293800" cy="292225"/>
          </a:xfrm>
        </p:grpSpPr>
        <p:sp>
          <p:nvSpPr>
            <p:cNvPr id="9267" name="Google Shape;9267;p86"/>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6"/>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6"/>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6"/>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6"/>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6"/>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86"/>
          <p:cNvGrpSpPr/>
          <p:nvPr/>
        </p:nvGrpSpPr>
        <p:grpSpPr>
          <a:xfrm>
            <a:off x="2610305" y="1380289"/>
            <a:ext cx="358408" cy="354161"/>
            <a:chOff x="-34408675" y="3202075"/>
            <a:chExt cx="295375" cy="291875"/>
          </a:xfrm>
        </p:grpSpPr>
        <p:sp>
          <p:nvSpPr>
            <p:cNvPr id="9274" name="Google Shape;9274;p86"/>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6"/>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6"/>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6"/>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86"/>
          <p:cNvGrpSpPr/>
          <p:nvPr/>
        </p:nvGrpSpPr>
        <p:grpSpPr>
          <a:xfrm>
            <a:off x="2612216" y="1820283"/>
            <a:ext cx="354586" cy="356254"/>
            <a:chOff x="-34405525" y="3558075"/>
            <a:chExt cx="292225" cy="293600"/>
          </a:xfrm>
        </p:grpSpPr>
        <p:sp>
          <p:nvSpPr>
            <p:cNvPr id="9279" name="Google Shape;9279;p86"/>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6"/>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6"/>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86"/>
          <p:cNvGrpSpPr/>
          <p:nvPr/>
        </p:nvGrpSpPr>
        <p:grpSpPr>
          <a:xfrm>
            <a:off x="2611730" y="2256940"/>
            <a:ext cx="355557" cy="353615"/>
            <a:chOff x="-34406325" y="3919600"/>
            <a:chExt cx="293025" cy="291425"/>
          </a:xfrm>
        </p:grpSpPr>
        <p:sp>
          <p:nvSpPr>
            <p:cNvPr id="9283" name="Google Shape;9283;p86"/>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6"/>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6"/>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6"/>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6"/>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6"/>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6"/>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86"/>
          <p:cNvGrpSpPr/>
          <p:nvPr/>
        </p:nvGrpSpPr>
        <p:grpSpPr>
          <a:xfrm>
            <a:off x="1275628" y="2736303"/>
            <a:ext cx="353645" cy="342179"/>
            <a:chOff x="-32568800" y="3232000"/>
            <a:chExt cx="291450" cy="282000"/>
          </a:xfrm>
        </p:grpSpPr>
        <p:sp>
          <p:nvSpPr>
            <p:cNvPr id="9291" name="Google Shape;9291;p86"/>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6"/>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86"/>
          <p:cNvGrpSpPr/>
          <p:nvPr/>
        </p:nvGrpSpPr>
        <p:grpSpPr>
          <a:xfrm>
            <a:off x="1275158" y="3201213"/>
            <a:ext cx="354586" cy="353645"/>
            <a:chOff x="-32569575" y="3586425"/>
            <a:chExt cx="292225" cy="291450"/>
          </a:xfrm>
        </p:grpSpPr>
        <p:sp>
          <p:nvSpPr>
            <p:cNvPr id="9294" name="Google Shape;9294;p86"/>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6"/>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86"/>
          <p:cNvGrpSpPr/>
          <p:nvPr/>
        </p:nvGrpSpPr>
        <p:grpSpPr>
          <a:xfrm>
            <a:off x="1266073" y="3665805"/>
            <a:ext cx="372756" cy="354343"/>
            <a:chOff x="-32576675" y="3944600"/>
            <a:chExt cx="307200" cy="292025"/>
          </a:xfrm>
        </p:grpSpPr>
        <p:sp>
          <p:nvSpPr>
            <p:cNvPr id="9297" name="Google Shape;9297;p86"/>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6"/>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86"/>
          <p:cNvGrpSpPr/>
          <p:nvPr/>
        </p:nvGrpSpPr>
        <p:grpSpPr>
          <a:xfrm>
            <a:off x="3511040" y="2730100"/>
            <a:ext cx="354586" cy="354586"/>
            <a:chOff x="-30735200" y="3192625"/>
            <a:chExt cx="292225" cy="292225"/>
          </a:xfrm>
        </p:grpSpPr>
        <p:sp>
          <p:nvSpPr>
            <p:cNvPr id="9300" name="Google Shape;9300;p86"/>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6"/>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6"/>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6"/>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6"/>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6"/>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6"/>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86"/>
          <p:cNvGrpSpPr/>
          <p:nvPr/>
        </p:nvGrpSpPr>
        <p:grpSpPr>
          <a:xfrm>
            <a:off x="3511040" y="3201532"/>
            <a:ext cx="354586" cy="353008"/>
            <a:chOff x="-30735200" y="3552550"/>
            <a:chExt cx="292225" cy="290925"/>
          </a:xfrm>
        </p:grpSpPr>
        <p:sp>
          <p:nvSpPr>
            <p:cNvPr id="9308" name="Google Shape;9308;p86"/>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6"/>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86"/>
          <p:cNvGrpSpPr/>
          <p:nvPr/>
        </p:nvGrpSpPr>
        <p:grpSpPr>
          <a:xfrm>
            <a:off x="3511040" y="3666154"/>
            <a:ext cx="354586" cy="353645"/>
            <a:chOff x="-30735200" y="3910925"/>
            <a:chExt cx="292225" cy="291450"/>
          </a:xfrm>
        </p:grpSpPr>
        <p:sp>
          <p:nvSpPr>
            <p:cNvPr id="9311" name="Google Shape;9311;p86"/>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6"/>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3" name="Google Shape;9313;p86"/>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4" name="Google Shape;9314;p86"/>
          <p:cNvGrpSpPr/>
          <p:nvPr/>
        </p:nvGrpSpPr>
        <p:grpSpPr>
          <a:xfrm>
            <a:off x="4864547" y="1375808"/>
            <a:ext cx="358971" cy="359224"/>
            <a:chOff x="-57956275" y="3197925"/>
            <a:chExt cx="319000" cy="319225"/>
          </a:xfrm>
        </p:grpSpPr>
        <p:sp>
          <p:nvSpPr>
            <p:cNvPr id="9315" name="Google Shape;9315;p86"/>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6"/>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6"/>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6"/>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6"/>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6"/>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6"/>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86"/>
          <p:cNvGrpSpPr/>
          <p:nvPr/>
        </p:nvGrpSpPr>
        <p:grpSpPr>
          <a:xfrm>
            <a:off x="4886701" y="1832234"/>
            <a:ext cx="314662" cy="358971"/>
            <a:chOff x="-57940525" y="3590375"/>
            <a:chExt cx="279625" cy="319000"/>
          </a:xfrm>
        </p:grpSpPr>
        <p:sp>
          <p:nvSpPr>
            <p:cNvPr id="9323" name="Google Shape;9323;p86"/>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6"/>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6"/>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6"/>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6"/>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8" name="Google Shape;9328;p86"/>
          <p:cNvGrpSpPr/>
          <p:nvPr/>
        </p:nvGrpSpPr>
        <p:grpSpPr>
          <a:xfrm>
            <a:off x="4857582" y="2273605"/>
            <a:ext cx="358099" cy="358999"/>
            <a:chOff x="-57959425" y="3982600"/>
            <a:chExt cx="318225" cy="319025"/>
          </a:xfrm>
        </p:grpSpPr>
        <p:sp>
          <p:nvSpPr>
            <p:cNvPr id="9329" name="Google Shape;9329;p86"/>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6"/>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6"/>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6"/>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86"/>
          <p:cNvGrpSpPr/>
          <p:nvPr/>
        </p:nvGrpSpPr>
        <p:grpSpPr>
          <a:xfrm>
            <a:off x="7057749" y="1376934"/>
            <a:ext cx="357226" cy="357226"/>
            <a:chOff x="-55987225" y="3198925"/>
            <a:chExt cx="317450" cy="317450"/>
          </a:xfrm>
        </p:grpSpPr>
        <p:sp>
          <p:nvSpPr>
            <p:cNvPr id="9334" name="Google Shape;9334;p86"/>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6"/>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6"/>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6"/>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8" name="Google Shape;9338;p86"/>
          <p:cNvGrpSpPr/>
          <p:nvPr/>
        </p:nvGrpSpPr>
        <p:grpSpPr>
          <a:xfrm>
            <a:off x="7057749" y="1832965"/>
            <a:ext cx="357226" cy="357367"/>
            <a:chOff x="-55987225" y="3591025"/>
            <a:chExt cx="317450" cy="317575"/>
          </a:xfrm>
        </p:grpSpPr>
        <p:sp>
          <p:nvSpPr>
            <p:cNvPr id="9339" name="Google Shape;9339;p86"/>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6"/>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6"/>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6"/>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6"/>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86"/>
          <p:cNvGrpSpPr/>
          <p:nvPr/>
        </p:nvGrpSpPr>
        <p:grpSpPr>
          <a:xfrm>
            <a:off x="7071665" y="2273605"/>
            <a:ext cx="358999" cy="358999"/>
            <a:chOff x="-55988800" y="3982600"/>
            <a:chExt cx="319025" cy="319025"/>
          </a:xfrm>
        </p:grpSpPr>
        <p:sp>
          <p:nvSpPr>
            <p:cNvPr id="9345" name="Google Shape;9345;p86"/>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6"/>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6"/>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6"/>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6"/>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86"/>
          <p:cNvGrpSpPr/>
          <p:nvPr/>
        </p:nvGrpSpPr>
        <p:grpSpPr>
          <a:xfrm>
            <a:off x="5730184" y="2731562"/>
            <a:ext cx="356326" cy="358971"/>
            <a:chOff x="-54026025" y="3192625"/>
            <a:chExt cx="316650" cy="319000"/>
          </a:xfrm>
        </p:grpSpPr>
        <p:sp>
          <p:nvSpPr>
            <p:cNvPr id="9351" name="Google Shape;9351;p86"/>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6"/>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6"/>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6"/>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6"/>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6"/>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6"/>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6"/>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86"/>
          <p:cNvGrpSpPr/>
          <p:nvPr/>
        </p:nvGrpSpPr>
        <p:grpSpPr>
          <a:xfrm>
            <a:off x="5750130" y="3202536"/>
            <a:ext cx="316434" cy="358099"/>
            <a:chOff x="-54007925" y="3584850"/>
            <a:chExt cx="281200" cy="318225"/>
          </a:xfrm>
        </p:grpSpPr>
        <p:sp>
          <p:nvSpPr>
            <p:cNvPr id="9360" name="Google Shape;9360;p86"/>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6"/>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6"/>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6"/>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6"/>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6"/>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86"/>
          <p:cNvGrpSpPr/>
          <p:nvPr/>
        </p:nvGrpSpPr>
        <p:grpSpPr>
          <a:xfrm>
            <a:off x="5750130" y="3664421"/>
            <a:ext cx="316434" cy="358914"/>
            <a:chOff x="-54007925" y="3975575"/>
            <a:chExt cx="281200" cy="318950"/>
          </a:xfrm>
        </p:grpSpPr>
        <p:sp>
          <p:nvSpPr>
            <p:cNvPr id="9367" name="Google Shape;9367;p86"/>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6"/>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6"/>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6"/>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86"/>
          <p:cNvGrpSpPr/>
          <p:nvPr/>
        </p:nvGrpSpPr>
        <p:grpSpPr>
          <a:xfrm>
            <a:off x="7984996" y="2748891"/>
            <a:ext cx="274770" cy="358492"/>
            <a:chOff x="-52005775" y="3208025"/>
            <a:chExt cx="244175" cy="318575"/>
          </a:xfrm>
        </p:grpSpPr>
        <p:sp>
          <p:nvSpPr>
            <p:cNvPr id="9372" name="Google Shape;9372;p86"/>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6"/>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6"/>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6"/>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6"/>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6"/>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6"/>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6"/>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6"/>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6"/>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6"/>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86"/>
          <p:cNvGrpSpPr/>
          <p:nvPr/>
        </p:nvGrpSpPr>
        <p:grpSpPr>
          <a:xfrm>
            <a:off x="5291462" y="1376934"/>
            <a:ext cx="358099" cy="358099"/>
            <a:chOff x="-57568775" y="3198925"/>
            <a:chExt cx="318225" cy="318225"/>
          </a:xfrm>
        </p:grpSpPr>
        <p:sp>
          <p:nvSpPr>
            <p:cNvPr id="9384" name="Google Shape;9384;p86"/>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6"/>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6"/>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6"/>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6"/>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6"/>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86"/>
          <p:cNvGrpSpPr/>
          <p:nvPr/>
        </p:nvGrpSpPr>
        <p:grpSpPr>
          <a:xfrm>
            <a:off x="5313181" y="1832234"/>
            <a:ext cx="314662" cy="358099"/>
            <a:chOff x="-57549075" y="3590375"/>
            <a:chExt cx="279625" cy="318225"/>
          </a:xfrm>
        </p:grpSpPr>
        <p:sp>
          <p:nvSpPr>
            <p:cNvPr id="9391" name="Google Shape;9391;p86"/>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6"/>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6"/>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6"/>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86"/>
          <p:cNvGrpSpPr/>
          <p:nvPr/>
        </p:nvGrpSpPr>
        <p:grpSpPr>
          <a:xfrm>
            <a:off x="5305378" y="2273605"/>
            <a:ext cx="359871" cy="359871"/>
            <a:chOff x="-57570350" y="3982600"/>
            <a:chExt cx="319800" cy="319800"/>
          </a:xfrm>
        </p:grpSpPr>
        <p:sp>
          <p:nvSpPr>
            <p:cNvPr id="9396" name="Google Shape;9396;p86"/>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6"/>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6"/>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6"/>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86"/>
          <p:cNvGrpSpPr/>
          <p:nvPr/>
        </p:nvGrpSpPr>
        <p:grpSpPr>
          <a:xfrm>
            <a:off x="7520416" y="1376033"/>
            <a:ext cx="314662" cy="358999"/>
            <a:chOff x="-55576850" y="3198125"/>
            <a:chExt cx="279625" cy="319025"/>
          </a:xfrm>
        </p:grpSpPr>
        <p:sp>
          <p:nvSpPr>
            <p:cNvPr id="9401" name="Google Shape;9401;p86"/>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6"/>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6"/>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6"/>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5" name="Google Shape;9405;p86"/>
          <p:cNvGrpSpPr/>
          <p:nvPr/>
        </p:nvGrpSpPr>
        <p:grpSpPr>
          <a:xfrm>
            <a:off x="7497812" y="1832009"/>
            <a:ext cx="359871" cy="358324"/>
            <a:chOff x="-55596550" y="3590175"/>
            <a:chExt cx="319800" cy="318425"/>
          </a:xfrm>
        </p:grpSpPr>
        <p:sp>
          <p:nvSpPr>
            <p:cNvPr id="9406" name="Google Shape;9406;p86"/>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6"/>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6"/>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6"/>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86"/>
          <p:cNvGrpSpPr/>
          <p:nvPr/>
        </p:nvGrpSpPr>
        <p:grpSpPr>
          <a:xfrm>
            <a:off x="7513049" y="2273351"/>
            <a:ext cx="358999" cy="359252"/>
            <a:chOff x="-55595775" y="3982375"/>
            <a:chExt cx="319025" cy="319250"/>
          </a:xfrm>
        </p:grpSpPr>
        <p:sp>
          <p:nvSpPr>
            <p:cNvPr id="9411" name="Google Shape;9411;p86"/>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6"/>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6"/>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6"/>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6"/>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6"/>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86"/>
          <p:cNvGrpSpPr/>
          <p:nvPr/>
        </p:nvGrpSpPr>
        <p:grpSpPr>
          <a:xfrm>
            <a:off x="6170232" y="2731562"/>
            <a:ext cx="358999" cy="358099"/>
            <a:chOff x="-53635375" y="3192625"/>
            <a:chExt cx="319025" cy="318225"/>
          </a:xfrm>
        </p:grpSpPr>
        <p:sp>
          <p:nvSpPr>
            <p:cNvPr id="9418" name="Google Shape;9418;p86"/>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6"/>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6"/>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1" name="Google Shape;9421;p86"/>
          <p:cNvGrpSpPr/>
          <p:nvPr/>
        </p:nvGrpSpPr>
        <p:grpSpPr>
          <a:xfrm>
            <a:off x="6192401" y="3202536"/>
            <a:ext cx="314662" cy="358999"/>
            <a:chOff x="-53615675" y="3584850"/>
            <a:chExt cx="279625" cy="319025"/>
          </a:xfrm>
        </p:grpSpPr>
        <p:sp>
          <p:nvSpPr>
            <p:cNvPr id="9422" name="Google Shape;9422;p86"/>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6"/>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6"/>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86"/>
          <p:cNvGrpSpPr/>
          <p:nvPr/>
        </p:nvGrpSpPr>
        <p:grpSpPr>
          <a:xfrm>
            <a:off x="6170246" y="3665461"/>
            <a:ext cx="358971" cy="357874"/>
            <a:chOff x="-53634575" y="3976500"/>
            <a:chExt cx="319000" cy="318025"/>
          </a:xfrm>
        </p:grpSpPr>
        <p:sp>
          <p:nvSpPr>
            <p:cNvPr id="9426" name="Google Shape;9426;p86"/>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6"/>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6"/>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6"/>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6"/>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6"/>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6"/>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6"/>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86"/>
          <p:cNvGrpSpPr/>
          <p:nvPr/>
        </p:nvGrpSpPr>
        <p:grpSpPr>
          <a:xfrm>
            <a:off x="7965050" y="3208415"/>
            <a:ext cx="314662" cy="358436"/>
            <a:chOff x="-52023900" y="3590075"/>
            <a:chExt cx="279625" cy="318525"/>
          </a:xfrm>
        </p:grpSpPr>
        <p:sp>
          <p:nvSpPr>
            <p:cNvPr id="9435" name="Google Shape;9435;p86"/>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6"/>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6"/>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6"/>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6"/>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6"/>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6"/>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86"/>
          <p:cNvGrpSpPr/>
          <p:nvPr/>
        </p:nvGrpSpPr>
        <p:grpSpPr>
          <a:xfrm>
            <a:off x="5728292" y="1376934"/>
            <a:ext cx="358971" cy="358971"/>
            <a:chOff x="-57173375" y="3198925"/>
            <a:chExt cx="319000" cy="319000"/>
          </a:xfrm>
        </p:grpSpPr>
        <p:sp>
          <p:nvSpPr>
            <p:cNvPr id="9443" name="Google Shape;9443;p86"/>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6"/>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6"/>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6"/>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7" name="Google Shape;9447;p86"/>
          <p:cNvGrpSpPr/>
          <p:nvPr/>
        </p:nvGrpSpPr>
        <p:grpSpPr>
          <a:xfrm>
            <a:off x="5729178" y="1854374"/>
            <a:ext cx="357198" cy="314690"/>
            <a:chOff x="-57176525" y="3610050"/>
            <a:chExt cx="317425" cy="279650"/>
          </a:xfrm>
        </p:grpSpPr>
        <p:sp>
          <p:nvSpPr>
            <p:cNvPr id="9448" name="Google Shape;9448;p86"/>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6"/>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6"/>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6"/>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6"/>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86"/>
          <p:cNvGrpSpPr/>
          <p:nvPr/>
        </p:nvGrpSpPr>
        <p:grpSpPr>
          <a:xfrm>
            <a:off x="7939633" y="1376934"/>
            <a:ext cx="358099" cy="356326"/>
            <a:chOff x="-55202750" y="3198925"/>
            <a:chExt cx="318225" cy="316650"/>
          </a:xfrm>
        </p:grpSpPr>
        <p:sp>
          <p:nvSpPr>
            <p:cNvPr id="9454" name="Google Shape;9454;p86"/>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6"/>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6" name="Google Shape;9456;p86"/>
          <p:cNvGrpSpPr/>
          <p:nvPr/>
        </p:nvGrpSpPr>
        <p:grpSpPr>
          <a:xfrm>
            <a:off x="7950267" y="1832234"/>
            <a:ext cx="336830" cy="358099"/>
            <a:chOff x="-55194875" y="3590375"/>
            <a:chExt cx="299325" cy="318225"/>
          </a:xfrm>
        </p:grpSpPr>
        <p:sp>
          <p:nvSpPr>
            <p:cNvPr id="9457" name="Google Shape;9457;p86"/>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6"/>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6"/>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6"/>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6"/>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86"/>
          <p:cNvGrpSpPr/>
          <p:nvPr/>
        </p:nvGrpSpPr>
        <p:grpSpPr>
          <a:xfrm>
            <a:off x="7954884" y="2274505"/>
            <a:ext cx="357198" cy="357198"/>
            <a:chOff x="-55203525" y="3983400"/>
            <a:chExt cx="317425" cy="317425"/>
          </a:xfrm>
        </p:grpSpPr>
        <p:sp>
          <p:nvSpPr>
            <p:cNvPr id="9463" name="Google Shape;9463;p86"/>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6"/>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6"/>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86"/>
          <p:cNvGrpSpPr/>
          <p:nvPr/>
        </p:nvGrpSpPr>
        <p:grpSpPr>
          <a:xfrm>
            <a:off x="6621365" y="2731562"/>
            <a:ext cx="335930" cy="358971"/>
            <a:chOff x="-53232900" y="3192625"/>
            <a:chExt cx="298525" cy="319000"/>
          </a:xfrm>
        </p:grpSpPr>
        <p:sp>
          <p:nvSpPr>
            <p:cNvPr id="9467" name="Google Shape;9467;p86"/>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6"/>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6"/>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6"/>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6"/>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6"/>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6"/>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6"/>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5" name="Google Shape;9475;p86"/>
          <p:cNvGrpSpPr/>
          <p:nvPr/>
        </p:nvGrpSpPr>
        <p:grpSpPr>
          <a:xfrm>
            <a:off x="6610731" y="3202536"/>
            <a:ext cx="357198" cy="356326"/>
            <a:chOff x="-53242350" y="3584850"/>
            <a:chExt cx="317425" cy="316650"/>
          </a:xfrm>
        </p:grpSpPr>
        <p:sp>
          <p:nvSpPr>
            <p:cNvPr id="9476" name="Google Shape;9476;p86"/>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6"/>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6"/>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6"/>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6"/>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86"/>
          <p:cNvGrpSpPr/>
          <p:nvPr/>
        </p:nvGrpSpPr>
        <p:grpSpPr>
          <a:xfrm>
            <a:off x="6631999" y="3665236"/>
            <a:ext cx="314662" cy="358999"/>
            <a:chOff x="-53224225" y="3976300"/>
            <a:chExt cx="279625" cy="319025"/>
          </a:xfrm>
        </p:grpSpPr>
        <p:sp>
          <p:nvSpPr>
            <p:cNvPr id="9482" name="Google Shape;9482;p86"/>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6"/>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6"/>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6"/>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6"/>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6"/>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6"/>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9" name="Google Shape;9489;p86"/>
          <p:cNvGrpSpPr/>
          <p:nvPr/>
        </p:nvGrpSpPr>
        <p:grpSpPr>
          <a:xfrm>
            <a:off x="7942896" y="3672917"/>
            <a:ext cx="358971" cy="358408"/>
            <a:chOff x="-52043575" y="3983125"/>
            <a:chExt cx="319000" cy="318500"/>
          </a:xfrm>
        </p:grpSpPr>
        <p:sp>
          <p:nvSpPr>
            <p:cNvPr id="9490" name="Google Shape;9490;p86"/>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6"/>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6"/>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6"/>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6"/>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6"/>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6"/>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6"/>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6"/>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86"/>
          <p:cNvGrpSpPr/>
          <p:nvPr/>
        </p:nvGrpSpPr>
        <p:grpSpPr>
          <a:xfrm>
            <a:off x="6196836" y="1376934"/>
            <a:ext cx="314662" cy="358971"/>
            <a:chOff x="-56766175" y="3198925"/>
            <a:chExt cx="279625" cy="319000"/>
          </a:xfrm>
        </p:grpSpPr>
        <p:sp>
          <p:nvSpPr>
            <p:cNvPr id="9500" name="Google Shape;9500;p86"/>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6"/>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6"/>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6"/>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6"/>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6"/>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6"/>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7" name="Google Shape;9507;p86"/>
          <p:cNvGrpSpPr/>
          <p:nvPr/>
        </p:nvGrpSpPr>
        <p:grpSpPr>
          <a:xfrm>
            <a:off x="6195950" y="1832234"/>
            <a:ext cx="316434" cy="358099"/>
            <a:chOff x="-56766175" y="3590375"/>
            <a:chExt cx="281200" cy="318225"/>
          </a:xfrm>
        </p:grpSpPr>
        <p:sp>
          <p:nvSpPr>
            <p:cNvPr id="9508" name="Google Shape;9508;p86"/>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6"/>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6"/>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6"/>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86"/>
          <p:cNvGrpSpPr/>
          <p:nvPr/>
        </p:nvGrpSpPr>
        <p:grpSpPr>
          <a:xfrm>
            <a:off x="6232906" y="2273605"/>
            <a:ext cx="272126" cy="358099"/>
            <a:chOff x="-56747275" y="3982600"/>
            <a:chExt cx="241825" cy="318225"/>
          </a:xfrm>
        </p:grpSpPr>
        <p:sp>
          <p:nvSpPr>
            <p:cNvPr id="9513" name="Google Shape;9513;p86"/>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6"/>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6"/>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6"/>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6"/>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6"/>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6"/>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86"/>
          <p:cNvGrpSpPr/>
          <p:nvPr/>
        </p:nvGrpSpPr>
        <p:grpSpPr>
          <a:xfrm>
            <a:off x="4840657" y="3215842"/>
            <a:ext cx="358999" cy="342991"/>
            <a:chOff x="-54812875" y="3596675"/>
            <a:chExt cx="319025" cy="304800"/>
          </a:xfrm>
        </p:grpSpPr>
        <p:sp>
          <p:nvSpPr>
            <p:cNvPr id="9521" name="Google Shape;9521;p86"/>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6"/>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6"/>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6"/>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6"/>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6"/>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6"/>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28" name="Google Shape;9528;p86"/>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6"/>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0" name="Google Shape;9530;p86"/>
          <p:cNvGrpSpPr/>
          <p:nvPr/>
        </p:nvGrpSpPr>
        <p:grpSpPr>
          <a:xfrm>
            <a:off x="4862826" y="3672326"/>
            <a:ext cx="314662" cy="358099"/>
            <a:chOff x="-54793175" y="3982600"/>
            <a:chExt cx="279625" cy="318225"/>
          </a:xfrm>
        </p:grpSpPr>
        <p:sp>
          <p:nvSpPr>
            <p:cNvPr id="9531" name="Google Shape;9531;p86"/>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6"/>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6"/>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6"/>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6"/>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6"/>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6"/>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8" name="Google Shape;9538;p86"/>
          <p:cNvGrpSpPr/>
          <p:nvPr/>
        </p:nvGrpSpPr>
        <p:grpSpPr>
          <a:xfrm>
            <a:off x="7074284" y="2731562"/>
            <a:ext cx="314662" cy="358099"/>
            <a:chOff x="-52832000" y="3192625"/>
            <a:chExt cx="279625" cy="318225"/>
          </a:xfrm>
        </p:grpSpPr>
        <p:sp>
          <p:nvSpPr>
            <p:cNvPr id="9539" name="Google Shape;9539;p86"/>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6"/>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6"/>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6"/>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6"/>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6"/>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6"/>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6"/>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86"/>
          <p:cNvGrpSpPr/>
          <p:nvPr/>
        </p:nvGrpSpPr>
        <p:grpSpPr>
          <a:xfrm>
            <a:off x="5760817" y="2272929"/>
            <a:ext cx="323524" cy="358774"/>
            <a:chOff x="-57162350" y="3982000"/>
            <a:chExt cx="287500" cy="318825"/>
          </a:xfrm>
        </p:grpSpPr>
        <p:sp>
          <p:nvSpPr>
            <p:cNvPr id="9548" name="Google Shape;9548;p86"/>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6"/>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6"/>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6"/>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6"/>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6"/>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6"/>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6"/>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86"/>
          <p:cNvGrpSpPr/>
          <p:nvPr/>
        </p:nvGrpSpPr>
        <p:grpSpPr>
          <a:xfrm>
            <a:off x="7052130" y="3203436"/>
            <a:ext cx="358971" cy="357198"/>
            <a:chOff x="-52851675" y="3585650"/>
            <a:chExt cx="319000" cy="317425"/>
          </a:xfrm>
        </p:grpSpPr>
        <p:sp>
          <p:nvSpPr>
            <p:cNvPr id="9557" name="Google Shape;9557;p86"/>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6"/>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6"/>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6"/>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6"/>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6"/>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86"/>
          <p:cNvGrpSpPr/>
          <p:nvPr/>
        </p:nvGrpSpPr>
        <p:grpSpPr>
          <a:xfrm>
            <a:off x="7074284" y="3665236"/>
            <a:ext cx="314662" cy="358999"/>
            <a:chOff x="-52832000" y="3976300"/>
            <a:chExt cx="279625" cy="319025"/>
          </a:xfrm>
        </p:grpSpPr>
        <p:sp>
          <p:nvSpPr>
            <p:cNvPr id="9564" name="Google Shape;9564;p86"/>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6"/>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6"/>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6"/>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6"/>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86"/>
          <p:cNvGrpSpPr/>
          <p:nvPr/>
        </p:nvGrpSpPr>
        <p:grpSpPr>
          <a:xfrm>
            <a:off x="6191490" y="4119884"/>
            <a:ext cx="316434" cy="358099"/>
            <a:chOff x="-51633225" y="3198925"/>
            <a:chExt cx="281200" cy="318225"/>
          </a:xfrm>
        </p:grpSpPr>
        <p:sp>
          <p:nvSpPr>
            <p:cNvPr id="9570" name="Google Shape;9570;p86"/>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6"/>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6"/>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6"/>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6"/>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6"/>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6"/>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86"/>
          <p:cNvGrpSpPr/>
          <p:nvPr/>
        </p:nvGrpSpPr>
        <p:grpSpPr>
          <a:xfrm>
            <a:off x="6610314" y="1377806"/>
            <a:ext cx="365188" cy="357226"/>
            <a:chOff x="-56396775" y="3199700"/>
            <a:chExt cx="324525" cy="317450"/>
          </a:xfrm>
        </p:grpSpPr>
        <p:sp>
          <p:nvSpPr>
            <p:cNvPr id="9578" name="Google Shape;9578;p86"/>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6"/>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6"/>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6"/>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6"/>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6"/>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86"/>
          <p:cNvGrpSpPr/>
          <p:nvPr/>
        </p:nvGrpSpPr>
        <p:grpSpPr>
          <a:xfrm>
            <a:off x="6613408" y="1843740"/>
            <a:ext cx="358999" cy="335958"/>
            <a:chOff x="-56394425" y="3600600"/>
            <a:chExt cx="319025" cy="298550"/>
          </a:xfrm>
        </p:grpSpPr>
        <p:sp>
          <p:nvSpPr>
            <p:cNvPr id="9585" name="Google Shape;9585;p86"/>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6"/>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6"/>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86"/>
          <p:cNvGrpSpPr/>
          <p:nvPr/>
        </p:nvGrpSpPr>
        <p:grpSpPr>
          <a:xfrm>
            <a:off x="6644175" y="2274505"/>
            <a:ext cx="327068" cy="357198"/>
            <a:chOff x="-56379450" y="3983400"/>
            <a:chExt cx="290650" cy="317425"/>
          </a:xfrm>
        </p:grpSpPr>
        <p:sp>
          <p:nvSpPr>
            <p:cNvPr id="9589" name="Google Shape;9589;p86"/>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6"/>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6"/>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6"/>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6"/>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6"/>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6"/>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6"/>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86"/>
          <p:cNvGrpSpPr/>
          <p:nvPr/>
        </p:nvGrpSpPr>
        <p:grpSpPr>
          <a:xfrm>
            <a:off x="5307879" y="2738651"/>
            <a:ext cx="316434" cy="358971"/>
            <a:chOff x="-54401725" y="3198925"/>
            <a:chExt cx="281200" cy="319000"/>
          </a:xfrm>
        </p:grpSpPr>
        <p:sp>
          <p:nvSpPr>
            <p:cNvPr id="9598" name="Google Shape;9598;p86"/>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6"/>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6"/>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6"/>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6"/>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6"/>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6"/>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6"/>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6"/>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6"/>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6"/>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86"/>
          <p:cNvGrpSpPr/>
          <p:nvPr/>
        </p:nvGrpSpPr>
        <p:grpSpPr>
          <a:xfrm>
            <a:off x="5308766" y="3208753"/>
            <a:ext cx="314662" cy="358099"/>
            <a:chOff x="-54401725" y="3590375"/>
            <a:chExt cx="279625" cy="318225"/>
          </a:xfrm>
        </p:grpSpPr>
        <p:sp>
          <p:nvSpPr>
            <p:cNvPr id="9610" name="Google Shape;9610;p86"/>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6"/>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6"/>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6"/>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6"/>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6"/>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86"/>
          <p:cNvGrpSpPr/>
          <p:nvPr/>
        </p:nvGrpSpPr>
        <p:grpSpPr>
          <a:xfrm>
            <a:off x="5306557" y="3672326"/>
            <a:ext cx="319079" cy="358099"/>
            <a:chOff x="-54403300" y="3982600"/>
            <a:chExt cx="283550" cy="318225"/>
          </a:xfrm>
        </p:grpSpPr>
        <p:sp>
          <p:nvSpPr>
            <p:cNvPr id="9617" name="Google Shape;9617;p86"/>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6"/>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6"/>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6"/>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6"/>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86"/>
          <p:cNvGrpSpPr/>
          <p:nvPr/>
        </p:nvGrpSpPr>
        <p:grpSpPr>
          <a:xfrm>
            <a:off x="7493951" y="2733559"/>
            <a:ext cx="356298" cy="356973"/>
            <a:chOff x="-52458650" y="3194400"/>
            <a:chExt cx="316625" cy="317225"/>
          </a:xfrm>
        </p:grpSpPr>
        <p:sp>
          <p:nvSpPr>
            <p:cNvPr id="9623" name="Google Shape;9623;p86"/>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6"/>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6"/>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6"/>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6"/>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6"/>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6"/>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6"/>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86"/>
          <p:cNvGrpSpPr/>
          <p:nvPr/>
        </p:nvGrpSpPr>
        <p:grpSpPr>
          <a:xfrm>
            <a:off x="4862826" y="2738651"/>
            <a:ext cx="314662" cy="358971"/>
            <a:chOff x="-54793175" y="3198925"/>
            <a:chExt cx="279625" cy="319000"/>
          </a:xfrm>
        </p:grpSpPr>
        <p:sp>
          <p:nvSpPr>
            <p:cNvPr id="9632" name="Google Shape;9632;p86"/>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6"/>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6"/>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6"/>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6"/>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6"/>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6"/>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86"/>
          <p:cNvGrpSpPr/>
          <p:nvPr/>
        </p:nvGrpSpPr>
        <p:grpSpPr>
          <a:xfrm>
            <a:off x="7503249" y="3202536"/>
            <a:ext cx="337703" cy="357845"/>
            <a:chOff x="-52450000" y="3584850"/>
            <a:chExt cx="300100" cy="318000"/>
          </a:xfrm>
        </p:grpSpPr>
        <p:sp>
          <p:nvSpPr>
            <p:cNvPr id="9640" name="Google Shape;9640;p86"/>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6"/>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6"/>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6"/>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6"/>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6"/>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6"/>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86"/>
          <p:cNvGrpSpPr/>
          <p:nvPr/>
        </p:nvGrpSpPr>
        <p:grpSpPr>
          <a:xfrm>
            <a:off x="7514769" y="3667009"/>
            <a:ext cx="314662" cy="357226"/>
            <a:chOff x="-52440550" y="3977875"/>
            <a:chExt cx="279625" cy="317450"/>
          </a:xfrm>
        </p:grpSpPr>
        <p:sp>
          <p:nvSpPr>
            <p:cNvPr id="9648" name="Google Shape;9648;p86"/>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6"/>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6"/>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6"/>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6"/>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6"/>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6"/>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6"/>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86"/>
          <p:cNvGrpSpPr/>
          <p:nvPr/>
        </p:nvGrpSpPr>
        <p:grpSpPr>
          <a:xfrm>
            <a:off x="6626703" y="4123215"/>
            <a:ext cx="314662" cy="358999"/>
            <a:chOff x="-51623775" y="3584850"/>
            <a:chExt cx="279625" cy="319025"/>
          </a:xfrm>
        </p:grpSpPr>
        <p:sp>
          <p:nvSpPr>
            <p:cNvPr id="9657" name="Google Shape;9657;p86"/>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6"/>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6"/>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6"/>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6"/>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6"/>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6"/>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6"/>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6"/>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6" name="Google Shape;9666;p86"/>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9667" name="Google Shape;9667;p86"/>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71"/>
        <p:cNvGrpSpPr/>
        <p:nvPr/>
      </p:nvGrpSpPr>
      <p:grpSpPr>
        <a:xfrm>
          <a:off x="0" y="0"/>
          <a:ext cx="0" cy="0"/>
          <a:chOff x="0" y="0"/>
          <a:chExt cx="0" cy="0"/>
        </a:xfrm>
      </p:grpSpPr>
      <p:grpSp>
        <p:nvGrpSpPr>
          <p:cNvPr id="9672" name="Google Shape;9672;p87"/>
          <p:cNvGrpSpPr/>
          <p:nvPr/>
        </p:nvGrpSpPr>
        <p:grpSpPr>
          <a:xfrm>
            <a:off x="866775" y="1386849"/>
            <a:ext cx="276003" cy="357300"/>
            <a:chOff x="-50469125" y="3183175"/>
            <a:chExt cx="233150" cy="301825"/>
          </a:xfrm>
        </p:grpSpPr>
        <p:sp>
          <p:nvSpPr>
            <p:cNvPr id="9673" name="Google Shape;9673;p87"/>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7"/>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7"/>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87"/>
          <p:cNvGrpSpPr/>
          <p:nvPr/>
        </p:nvGrpSpPr>
        <p:grpSpPr>
          <a:xfrm>
            <a:off x="826674" y="1822251"/>
            <a:ext cx="356205" cy="355288"/>
            <a:chOff x="-50504575" y="3550975"/>
            <a:chExt cx="300900" cy="300125"/>
          </a:xfrm>
        </p:grpSpPr>
        <p:sp>
          <p:nvSpPr>
            <p:cNvPr id="9677" name="Google Shape;9677;p87"/>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7"/>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7"/>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7"/>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1" name="Google Shape;9681;p87"/>
          <p:cNvGrpSpPr/>
          <p:nvPr/>
        </p:nvGrpSpPr>
        <p:grpSpPr>
          <a:xfrm>
            <a:off x="826674" y="2260493"/>
            <a:ext cx="356205" cy="354341"/>
            <a:chOff x="-50503000" y="3921175"/>
            <a:chExt cx="300900" cy="299325"/>
          </a:xfrm>
        </p:grpSpPr>
        <p:sp>
          <p:nvSpPr>
            <p:cNvPr id="9682" name="Google Shape;9682;p87"/>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7"/>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7"/>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7"/>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7"/>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87"/>
          <p:cNvGrpSpPr/>
          <p:nvPr/>
        </p:nvGrpSpPr>
        <p:grpSpPr>
          <a:xfrm>
            <a:off x="3030727" y="1406411"/>
            <a:ext cx="355258" cy="356205"/>
            <a:chOff x="-48630025" y="3199700"/>
            <a:chExt cx="300100" cy="300900"/>
          </a:xfrm>
        </p:grpSpPr>
        <p:sp>
          <p:nvSpPr>
            <p:cNvPr id="9688" name="Google Shape;9688;p87"/>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7"/>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7"/>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87"/>
          <p:cNvGrpSpPr/>
          <p:nvPr/>
        </p:nvGrpSpPr>
        <p:grpSpPr>
          <a:xfrm>
            <a:off x="3030727" y="1843707"/>
            <a:ext cx="355258" cy="355258"/>
            <a:chOff x="-48630025" y="3569100"/>
            <a:chExt cx="300100" cy="300100"/>
          </a:xfrm>
        </p:grpSpPr>
        <p:sp>
          <p:nvSpPr>
            <p:cNvPr id="9692" name="Google Shape;9692;p87"/>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7"/>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7"/>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7"/>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7"/>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7"/>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7"/>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7"/>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7"/>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7"/>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87"/>
          <p:cNvGrpSpPr/>
          <p:nvPr/>
        </p:nvGrpSpPr>
        <p:grpSpPr>
          <a:xfrm>
            <a:off x="3031201" y="2281003"/>
            <a:ext cx="354311" cy="353394"/>
            <a:chOff x="-48629225" y="3938500"/>
            <a:chExt cx="299300" cy="298525"/>
          </a:xfrm>
        </p:grpSpPr>
        <p:sp>
          <p:nvSpPr>
            <p:cNvPr id="9703" name="Google Shape;9703;p87"/>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7"/>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7"/>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7"/>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87"/>
          <p:cNvGrpSpPr/>
          <p:nvPr/>
        </p:nvGrpSpPr>
        <p:grpSpPr>
          <a:xfrm>
            <a:off x="1766604" y="2752344"/>
            <a:ext cx="311458" cy="354341"/>
            <a:chOff x="-46762575" y="3200500"/>
            <a:chExt cx="263100" cy="299325"/>
          </a:xfrm>
        </p:grpSpPr>
        <p:sp>
          <p:nvSpPr>
            <p:cNvPr id="9708" name="Google Shape;9708;p87"/>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7"/>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7"/>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7"/>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7"/>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87"/>
          <p:cNvGrpSpPr/>
          <p:nvPr/>
        </p:nvGrpSpPr>
        <p:grpSpPr>
          <a:xfrm>
            <a:off x="1744689" y="3211066"/>
            <a:ext cx="355288" cy="312375"/>
            <a:chOff x="-46779900" y="3588000"/>
            <a:chExt cx="300125" cy="263875"/>
          </a:xfrm>
        </p:grpSpPr>
        <p:sp>
          <p:nvSpPr>
            <p:cNvPr id="9714" name="Google Shape;9714;p87"/>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7"/>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7"/>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7"/>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8" name="Google Shape;9718;p87"/>
          <p:cNvGrpSpPr/>
          <p:nvPr/>
        </p:nvGrpSpPr>
        <p:grpSpPr>
          <a:xfrm>
            <a:off x="1745162" y="3625988"/>
            <a:ext cx="354341" cy="353394"/>
            <a:chOff x="-46779100" y="3938500"/>
            <a:chExt cx="299325" cy="298525"/>
          </a:xfrm>
        </p:grpSpPr>
        <p:sp>
          <p:nvSpPr>
            <p:cNvPr id="9719" name="Google Shape;9719;p87"/>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7"/>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1" name="Google Shape;9721;p87"/>
          <p:cNvGrpSpPr/>
          <p:nvPr/>
        </p:nvGrpSpPr>
        <p:grpSpPr>
          <a:xfrm>
            <a:off x="3952900" y="2758855"/>
            <a:ext cx="355258" cy="355288"/>
            <a:chOff x="-44924250" y="3206000"/>
            <a:chExt cx="300100" cy="300125"/>
          </a:xfrm>
        </p:grpSpPr>
        <p:sp>
          <p:nvSpPr>
            <p:cNvPr id="9722" name="Google Shape;9722;p87"/>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7"/>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7"/>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7"/>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7"/>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7" name="Google Shape;9727;p87"/>
          <p:cNvGrpSpPr/>
          <p:nvPr/>
        </p:nvGrpSpPr>
        <p:grpSpPr>
          <a:xfrm>
            <a:off x="1267386" y="1386849"/>
            <a:ext cx="355258" cy="355258"/>
            <a:chOff x="-50134375" y="3183175"/>
            <a:chExt cx="300100" cy="300100"/>
          </a:xfrm>
        </p:grpSpPr>
        <p:sp>
          <p:nvSpPr>
            <p:cNvPr id="9728" name="Google Shape;9728;p87"/>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7"/>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7"/>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7"/>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7"/>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7"/>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7"/>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7"/>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7"/>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7"/>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87"/>
          <p:cNvGrpSpPr/>
          <p:nvPr/>
        </p:nvGrpSpPr>
        <p:grpSpPr>
          <a:xfrm>
            <a:off x="1267386" y="1822251"/>
            <a:ext cx="355258" cy="355288"/>
            <a:chOff x="-50134375" y="3550975"/>
            <a:chExt cx="300100" cy="300125"/>
          </a:xfrm>
        </p:grpSpPr>
        <p:sp>
          <p:nvSpPr>
            <p:cNvPr id="9739" name="Google Shape;9739;p87"/>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7"/>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87"/>
          <p:cNvGrpSpPr/>
          <p:nvPr/>
        </p:nvGrpSpPr>
        <p:grpSpPr>
          <a:xfrm>
            <a:off x="1267386" y="2259783"/>
            <a:ext cx="355258" cy="355051"/>
            <a:chOff x="-50134375" y="3920575"/>
            <a:chExt cx="300100" cy="299925"/>
          </a:xfrm>
        </p:grpSpPr>
        <p:sp>
          <p:nvSpPr>
            <p:cNvPr id="9742" name="Google Shape;9742;p87"/>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7"/>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7"/>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87"/>
          <p:cNvGrpSpPr/>
          <p:nvPr/>
        </p:nvGrpSpPr>
        <p:grpSpPr>
          <a:xfrm>
            <a:off x="3478110" y="1407358"/>
            <a:ext cx="357123" cy="355258"/>
            <a:chOff x="-48262200" y="3200500"/>
            <a:chExt cx="301675" cy="300100"/>
          </a:xfrm>
        </p:grpSpPr>
        <p:sp>
          <p:nvSpPr>
            <p:cNvPr id="9746" name="Google Shape;9746;p87"/>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7"/>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7"/>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7"/>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7"/>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7"/>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7"/>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7"/>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7"/>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87"/>
          <p:cNvGrpSpPr/>
          <p:nvPr/>
        </p:nvGrpSpPr>
        <p:grpSpPr>
          <a:xfrm>
            <a:off x="3507483" y="1844447"/>
            <a:ext cx="298377" cy="354519"/>
            <a:chOff x="-48233050" y="3569725"/>
            <a:chExt cx="252050" cy="299475"/>
          </a:xfrm>
        </p:grpSpPr>
        <p:sp>
          <p:nvSpPr>
            <p:cNvPr id="9756" name="Google Shape;9756;p87"/>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7"/>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7"/>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9" name="Google Shape;9759;p87"/>
          <p:cNvGrpSpPr/>
          <p:nvPr/>
        </p:nvGrpSpPr>
        <p:grpSpPr>
          <a:xfrm>
            <a:off x="3531248" y="2278191"/>
            <a:ext cx="250847" cy="358070"/>
            <a:chOff x="-48216525" y="3936125"/>
            <a:chExt cx="211900" cy="302475"/>
          </a:xfrm>
        </p:grpSpPr>
        <p:sp>
          <p:nvSpPr>
            <p:cNvPr id="9760" name="Google Shape;9760;p87"/>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7"/>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7"/>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7"/>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87"/>
          <p:cNvGrpSpPr/>
          <p:nvPr/>
        </p:nvGrpSpPr>
        <p:grpSpPr>
          <a:xfrm>
            <a:off x="2186966" y="2753261"/>
            <a:ext cx="355258" cy="355288"/>
            <a:chOff x="-46410500" y="3201275"/>
            <a:chExt cx="300100" cy="300125"/>
          </a:xfrm>
        </p:grpSpPr>
        <p:sp>
          <p:nvSpPr>
            <p:cNvPr id="9765" name="Google Shape;9765;p87"/>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7"/>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7"/>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7"/>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7"/>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87"/>
          <p:cNvGrpSpPr/>
          <p:nvPr/>
        </p:nvGrpSpPr>
        <p:grpSpPr>
          <a:xfrm>
            <a:off x="2186966" y="3188692"/>
            <a:ext cx="355258" cy="356205"/>
            <a:chOff x="-46409700" y="3569100"/>
            <a:chExt cx="300100" cy="300900"/>
          </a:xfrm>
        </p:grpSpPr>
        <p:sp>
          <p:nvSpPr>
            <p:cNvPr id="9771" name="Google Shape;9771;p87"/>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7"/>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7"/>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7"/>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7"/>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87"/>
          <p:cNvGrpSpPr/>
          <p:nvPr/>
        </p:nvGrpSpPr>
        <p:grpSpPr>
          <a:xfrm>
            <a:off x="2174847" y="3624124"/>
            <a:ext cx="379497" cy="358070"/>
            <a:chOff x="-46422300" y="3936925"/>
            <a:chExt cx="320575" cy="302475"/>
          </a:xfrm>
        </p:grpSpPr>
        <p:sp>
          <p:nvSpPr>
            <p:cNvPr id="9777" name="Google Shape;9777;p87"/>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7"/>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87"/>
          <p:cNvGrpSpPr/>
          <p:nvPr/>
        </p:nvGrpSpPr>
        <p:grpSpPr>
          <a:xfrm>
            <a:off x="3952426" y="3178452"/>
            <a:ext cx="356205" cy="355258"/>
            <a:chOff x="-44914800" y="3560450"/>
            <a:chExt cx="300900" cy="300100"/>
          </a:xfrm>
        </p:grpSpPr>
        <p:sp>
          <p:nvSpPr>
            <p:cNvPr id="9780" name="Google Shape;9780;p87"/>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7"/>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7"/>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7"/>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7"/>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87"/>
          <p:cNvGrpSpPr/>
          <p:nvPr/>
        </p:nvGrpSpPr>
        <p:grpSpPr>
          <a:xfrm>
            <a:off x="1707478" y="1387086"/>
            <a:ext cx="354311" cy="354104"/>
            <a:chOff x="-49764975" y="3183375"/>
            <a:chExt cx="299300" cy="299125"/>
          </a:xfrm>
        </p:grpSpPr>
        <p:sp>
          <p:nvSpPr>
            <p:cNvPr id="9786" name="Google Shape;9786;p87"/>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7"/>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7"/>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7"/>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7"/>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7"/>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7"/>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7"/>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7"/>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87"/>
          <p:cNvGrpSpPr/>
          <p:nvPr/>
        </p:nvGrpSpPr>
        <p:grpSpPr>
          <a:xfrm>
            <a:off x="1707478" y="1822547"/>
            <a:ext cx="354311" cy="355909"/>
            <a:chOff x="-49764975" y="3551225"/>
            <a:chExt cx="299300" cy="300650"/>
          </a:xfrm>
        </p:grpSpPr>
        <p:sp>
          <p:nvSpPr>
            <p:cNvPr id="9796" name="Google Shape;9796;p87"/>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7"/>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7"/>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7"/>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7"/>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7"/>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7"/>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7"/>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7"/>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7"/>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7"/>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7" name="Google Shape;9807;p87"/>
          <p:cNvGrpSpPr/>
          <p:nvPr/>
        </p:nvGrpSpPr>
        <p:grpSpPr>
          <a:xfrm>
            <a:off x="1705140" y="2259310"/>
            <a:ext cx="358987" cy="355525"/>
            <a:chOff x="-49766550" y="3920175"/>
            <a:chExt cx="303250" cy="300325"/>
          </a:xfrm>
        </p:grpSpPr>
        <p:sp>
          <p:nvSpPr>
            <p:cNvPr id="9808" name="Google Shape;9808;p87"/>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7"/>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7"/>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7"/>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87"/>
          <p:cNvGrpSpPr/>
          <p:nvPr/>
        </p:nvGrpSpPr>
        <p:grpSpPr>
          <a:xfrm>
            <a:off x="3920671" y="1407358"/>
            <a:ext cx="357123" cy="354341"/>
            <a:chOff x="-47892800" y="3200500"/>
            <a:chExt cx="301675" cy="299325"/>
          </a:xfrm>
        </p:grpSpPr>
        <p:sp>
          <p:nvSpPr>
            <p:cNvPr id="9813" name="Google Shape;9813;p87"/>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7"/>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7"/>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7"/>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7"/>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7"/>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9" name="Google Shape;9819;p87"/>
          <p:cNvGrpSpPr/>
          <p:nvPr/>
        </p:nvGrpSpPr>
        <p:grpSpPr>
          <a:xfrm>
            <a:off x="3984537" y="1843707"/>
            <a:ext cx="229391" cy="355258"/>
            <a:chOff x="-47839250" y="3569100"/>
            <a:chExt cx="193775" cy="300100"/>
          </a:xfrm>
        </p:grpSpPr>
        <p:sp>
          <p:nvSpPr>
            <p:cNvPr id="9820" name="Google Shape;9820;p87"/>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7"/>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7"/>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7"/>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7"/>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7"/>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87"/>
          <p:cNvGrpSpPr/>
          <p:nvPr/>
        </p:nvGrpSpPr>
        <p:grpSpPr>
          <a:xfrm>
            <a:off x="3921603" y="2280056"/>
            <a:ext cx="355258" cy="356205"/>
            <a:chOff x="-47892800" y="3937700"/>
            <a:chExt cx="300100" cy="300900"/>
          </a:xfrm>
        </p:grpSpPr>
        <p:sp>
          <p:nvSpPr>
            <p:cNvPr id="9827" name="Google Shape;9827;p87"/>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7"/>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7"/>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7"/>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7"/>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7"/>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7"/>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7"/>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5" name="Google Shape;9835;p87"/>
          <p:cNvGrpSpPr/>
          <p:nvPr/>
        </p:nvGrpSpPr>
        <p:grpSpPr>
          <a:xfrm>
            <a:off x="2626898" y="2773770"/>
            <a:ext cx="355258" cy="311458"/>
            <a:chOff x="-46042675" y="3218600"/>
            <a:chExt cx="300100" cy="263100"/>
          </a:xfrm>
        </p:grpSpPr>
        <p:sp>
          <p:nvSpPr>
            <p:cNvPr id="9836" name="Google Shape;9836;p87"/>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7"/>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7"/>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7"/>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7"/>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7"/>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87"/>
          <p:cNvGrpSpPr/>
          <p:nvPr/>
        </p:nvGrpSpPr>
        <p:grpSpPr>
          <a:xfrm>
            <a:off x="2626898" y="3188219"/>
            <a:ext cx="355258" cy="323118"/>
            <a:chOff x="-46042675" y="3568700"/>
            <a:chExt cx="300100" cy="272950"/>
          </a:xfrm>
        </p:grpSpPr>
        <p:sp>
          <p:nvSpPr>
            <p:cNvPr id="9843" name="Google Shape;9843;p87"/>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7"/>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7"/>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7"/>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7"/>
          <p:cNvGrpSpPr/>
          <p:nvPr/>
        </p:nvGrpSpPr>
        <p:grpSpPr>
          <a:xfrm>
            <a:off x="2668849" y="3625189"/>
            <a:ext cx="271357" cy="356057"/>
            <a:chOff x="-46007225" y="3937825"/>
            <a:chExt cx="229225" cy="300775"/>
          </a:xfrm>
        </p:grpSpPr>
        <p:sp>
          <p:nvSpPr>
            <p:cNvPr id="9848" name="Google Shape;9848;p87"/>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7"/>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7"/>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7"/>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7"/>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7"/>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7"/>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7"/>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7"/>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7"/>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87"/>
          <p:cNvGrpSpPr/>
          <p:nvPr/>
        </p:nvGrpSpPr>
        <p:grpSpPr>
          <a:xfrm>
            <a:off x="3974341" y="3615275"/>
            <a:ext cx="312375" cy="357596"/>
            <a:chOff x="-44895900" y="3929450"/>
            <a:chExt cx="263875" cy="302075"/>
          </a:xfrm>
        </p:grpSpPr>
        <p:sp>
          <p:nvSpPr>
            <p:cNvPr id="9859" name="Google Shape;9859;p87"/>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7"/>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7"/>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7"/>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7"/>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7"/>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87"/>
          <p:cNvGrpSpPr/>
          <p:nvPr/>
        </p:nvGrpSpPr>
        <p:grpSpPr>
          <a:xfrm>
            <a:off x="2148160" y="1398036"/>
            <a:ext cx="356205" cy="332885"/>
            <a:chOff x="-49397175" y="3192625"/>
            <a:chExt cx="300900" cy="281200"/>
          </a:xfrm>
        </p:grpSpPr>
        <p:sp>
          <p:nvSpPr>
            <p:cNvPr id="9866" name="Google Shape;9866;p87"/>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7"/>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7"/>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7"/>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7"/>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7"/>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7"/>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87"/>
          <p:cNvGrpSpPr/>
          <p:nvPr/>
        </p:nvGrpSpPr>
        <p:grpSpPr>
          <a:xfrm>
            <a:off x="2174263" y="1822251"/>
            <a:ext cx="304000" cy="356205"/>
            <a:chOff x="-49375900" y="3550975"/>
            <a:chExt cx="256800" cy="300900"/>
          </a:xfrm>
        </p:grpSpPr>
        <p:sp>
          <p:nvSpPr>
            <p:cNvPr id="9874" name="Google Shape;9874;p87"/>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7"/>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7"/>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7"/>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7"/>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7"/>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7"/>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7"/>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7"/>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7"/>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7"/>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87"/>
          <p:cNvGrpSpPr/>
          <p:nvPr/>
        </p:nvGrpSpPr>
        <p:grpSpPr>
          <a:xfrm>
            <a:off x="2169616" y="2259546"/>
            <a:ext cx="313293" cy="356205"/>
            <a:chOff x="-49378250" y="3920375"/>
            <a:chExt cx="264650" cy="300900"/>
          </a:xfrm>
        </p:grpSpPr>
        <p:sp>
          <p:nvSpPr>
            <p:cNvPr id="9886" name="Google Shape;9886;p87"/>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7"/>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7"/>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7"/>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7"/>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7"/>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7"/>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87"/>
          <p:cNvGrpSpPr/>
          <p:nvPr/>
        </p:nvGrpSpPr>
        <p:grpSpPr>
          <a:xfrm>
            <a:off x="888604" y="2752344"/>
            <a:ext cx="312375" cy="357123"/>
            <a:chOff x="-47505300" y="3200500"/>
            <a:chExt cx="263875" cy="301675"/>
          </a:xfrm>
        </p:grpSpPr>
        <p:sp>
          <p:nvSpPr>
            <p:cNvPr id="9894" name="Google Shape;9894;p87"/>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7"/>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7"/>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7"/>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7"/>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7"/>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7"/>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7"/>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7"/>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7"/>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7"/>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7"/>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7"/>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87"/>
          <p:cNvGrpSpPr/>
          <p:nvPr/>
        </p:nvGrpSpPr>
        <p:grpSpPr>
          <a:xfrm>
            <a:off x="866704" y="3188692"/>
            <a:ext cx="356176" cy="355051"/>
            <a:chOff x="-47524975" y="3569100"/>
            <a:chExt cx="300875" cy="299925"/>
          </a:xfrm>
        </p:grpSpPr>
        <p:sp>
          <p:nvSpPr>
            <p:cNvPr id="9908" name="Google Shape;9908;p87"/>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7"/>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7"/>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7"/>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7"/>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87"/>
          <p:cNvGrpSpPr/>
          <p:nvPr/>
        </p:nvGrpSpPr>
        <p:grpSpPr>
          <a:xfrm>
            <a:off x="867162" y="3667954"/>
            <a:ext cx="355258" cy="270410"/>
            <a:chOff x="-47523400" y="3973950"/>
            <a:chExt cx="300100" cy="228425"/>
          </a:xfrm>
        </p:grpSpPr>
        <p:sp>
          <p:nvSpPr>
            <p:cNvPr id="9914" name="Google Shape;9914;p87"/>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7"/>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7"/>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7"/>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7"/>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87"/>
          <p:cNvGrpSpPr/>
          <p:nvPr/>
        </p:nvGrpSpPr>
        <p:grpSpPr>
          <a:xfrm>
            <a:off x="3072283" y="2750953"/>
            <a:ext cx="354341" cy="357596"/>
            <a:chOff x="-45673275" y="3199325"/>
            <a:chExt cx="299325" cy="302075"/>
          </a:xfrm>
        </p:grpSpPr>
        <p:sp>
          <p:nvSpPr>
            <p:cNvPr id="9920" name="Google Shape;9920;p87"/>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7"/>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7"/>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3" name="Google Shape;9923;p87"/>
          <p:cNvGrpSpPr/>
          <p:nvPr/>
        </p:nvGrpSpPr>
        <p:grpSpPr>
          <a:xfrm>
            <a:off x="3071351" y="3209202"/>
            <a:ext cx="356205" cy="314240"/>
            <a:chOff x="-45674075" y="3586425"/>
            <a:chExt cx="300900" cy="265450"/>
          </a:xfrm>
        </p:grpSpPr>
        <p:sp>
          <p:nvSpPr>
            <p:cNvPr id="9924" name="Google Shape;9924;p87"/>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7"/>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87"/>
          <p:cNvGrpSpPr/>
          <p:nvPr/>
        </p:nvGrpSpPr>
        <p:grpSpPr>
          <a:xfrm>
            <a:off x="3072283" y="3625041"/>
            <a:ext cx="354341" cy="356205"/>
            <a:chOff x="-45673275" y="3937700"/>
            <a:chExt cx="299325" cy="300900"/>
          </a:xfrm>
        </p:grpSpPr>
        <p:sp>
          <p:nvSpPr>
            <p:cNvPr id="9927" name="Google Shape;9927;p87"/>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7"/>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7"/>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7"/>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7"/>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7"/>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87"/>
          <p:cNvGrpSpPr/>
          <p:nvPr/>
        </p:nvGrpSpPr>
        <p:grpSpPr>
          <a:xfrm>
            <a:off x="2186449" y="4117825"/>
            <a:ext cx="356205" cy="356205"/>
            <a:chOff x="-44512325" y="3176075"/>
            <a:chExt cx="300900" cy="300900"/>
          </a:xfrm>
        </p:grpSpPr>
        <p:sp>
          <p:nvSpPr>
            <p:cNvPr id="9934" name="Google Shape;9934;p87"/>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7"/>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7"/>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87"/>
          <p:cNvGrpSpPr/>
          <p:nvPr/>
        </p:nvGrpSpPr>
        <p:grpSpPr>
          <a:xfrm>
            <a:off x="2589789" y="1386849"/>
            <a:ext cx="354341" cy="354341"/>
            <a:chOff x="-49027775" y="3183175"/>
            <a:chExt cx="299325" cy="299325"/>
          </a:xfrm>
        </p:grpSpPr>
        <p:sp>
          <p:nvSpPr>
            <p:cNvPr id="9938" name="Google Shape;9938;p87"/>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7"/>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7"/>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7"/>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87"/>
          <p:cNvGrpSpPr/>
          <p:nvPr/>
        </p:nvGrpSpPr>
        <p:grpSpPr>
          <a:xfrm>
            <a:off x="2589330" y="1822251"/>
            <a:ext cx="355258" cy="357152"/>
            <a:chOff x="-49027775" y="3550975"/>
            <a:chExt cx="300100" cy="301700"/>
          </a:xfrm>
        </p:grpSpPr>
        <p:sp>
          <p:nvSpPr>
            <p:cNvPr id="9943" name="Google Shape;9943;p87"/>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7"/>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7"/>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7"/>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7"/>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7"/>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7"/>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7"/>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7"/>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7"/>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3" name="Google Shape;9953;p87"/>
          <p:cNvGrpSpPr/>
          <p:nvPr/>
        </p:nvGrpSpPr>
        <p:grpSpPr>
          <a:xfrm>
            <a:off x="2587406" y="2259310"/>
            <a:ext cx="359106" cy="355525"/>
            <a:chOff x="-49031025" y="3920175"/>
            <a:chExt cx="303350" cy="300325"/>
          </a:xfrm>
        </p:grpSpPr>
        <p:sp>
          <p:nvSpPr>
            <p:cNvPr id="9954" name="Google Shape;9954;p87"/>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7"/>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7"/>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7"/>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7"/>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7"/>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87"/>
          <p:cNvGrpSpPr/>
          <p:nvPr/>
        </p:nvGrpSpPr>
        <p:grpSpPr>
          <a:xfrm>
            <a:off x="1303511" y="2752344"/>
            <a:ext cx="356176" cy="354341"/>
            <a:chOff x="-47155575" y="3200500"/>
            <a:chExt cx="300875" cy="299325"/>
          </a:xfrm>
        </p:grpSpPr>
        <p:sp>
          <p:nvSpPr>
            <p:cNvPr id="9961" name="Google Shape;9961;p87"/>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7"/>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7"/>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7"/>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7"/>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7"/>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7" name="Google Shape;9967;p87"/>
          <p:cNvGrpSpPr/>
          <p:nvPr/>
        </p:nvGrpSpPr>
        <p:grpSpPr>
          <a:xfrm>
            <a:off x="1303970" y="3188692"/>
            <a:ext cx="355258" cy="355258"/>
            <a:chOff x="-47154800" y="3569100"/>
            <a:chExt cx="300100" cy="300100"/>
          </a:xfrm>
        </p:grpSpPr>
        <p:sp>
          <p:nvSpPr>
            <p:cNvPr id="9968" name="Google Shape;9968;p87"/>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7"/>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7"/>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7"/>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7"/>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7"/>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87"/>
          <p:cNvGrpSpPr/>
          <p:nvPr/>
        </p:nvGrpSpPr>
        <p:grpSpPr>
          <a:xfrm>
            <a:off x="1304443" y="3626905"/>
            <a:ext cx="354311" cy="353423"/>
            <a:chOff x="-47154000" y="3939275"/>
            <a:chExt cx="299300" cy="298550"/>
          </a:xfrm>
        </p:grpSpPr>
        <p:sp>
          <p:nvSpPr>
            <p:cNvPr id="9975" name="Google Shape;9975;p87"/>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7"/>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7"/>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7"/>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9" name="Google Shape;9979;p87"/>
          <p:cNvGrpSpPr/>
          <p:nvPr/>
        </p:nvGrpSpPr>
        <p:grpSpPr>
          <a:xfrm>
            <a:off x="3529733" y="2752344"/>
            <a:ext cx="312375" cy="354341"/>
            <a:chOff x="-45286550" y="3200500"/>
            <a:chExt cx="263875" cy="299325"/>
          </a:xfrm>
        </p:grpSpPr>
        <p:sp>
          <p:nvSpPr>
            <p:cNvPr id="9980" name="Google Shape;9980;p87"/>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7"/>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7"/>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87"/>
          <p:cNvGrpSpPr/>
          <p:nvPr/>
        </p:nvGrpSpPr>
        <p:grpSpPr>
          <a:xfrm>
            <a:off x="3529733" y="3189639"/>
            <a:ext cx="312375" cy="354311"/>
            <a:chOff x="-45286550" y="3569900"/>
            <a:chExt cx="263875" cy="299300"/>
          </a:xfrm>
        </p:grpSpPr>
        <p:sp>
          <p:nvSpPr>
            <p:cNvPr id="9984" name="Google Shape;9984;p87"/>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7"/>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7"/>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7"/>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7"/>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7"/>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87"/>
          <p:cNvGrpSpPr/>
          <p:nvPr/>
        </p:nvGrpSpPr>
        <p:grpSpPr>
          <a:xfrm>
            <a:off x="3540920" y="3625988"/>
            <a:ext cx="290001" cy="355258"/>
            <a:chOff x="-45277900" y="3938500"/>
            <a:chExt cx="244975" cy="300100"/>
          </a:xfrm>
        </p:grpSpPr>
        <p:sp>
          <p:nvSpPr>
            <p:cNvPr id="9991" name="Google Shape;9991;p87"/>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7"/>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7"/>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7"/>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87"/>
          <p:cNvGrpSpPr/>
          <p:nvPr/>
        </p:nvGrpSpPr>
        <p:grpSpPr>
          <a:xfrm>
            <a:off x="2626869" y="4095090"/>
            <a:ext cx="355258" cy="355258"/>
            <a:chOff x="-44502875" y="3576975"/>
            <a:chExt cx="300100" cy="300100"/>
          </a:xfrm>
        </p:grpSpPr>
        <p:sp>
          <p:nvSpPr>
            <p:cNvPr id="9996" name="Google Shape;9996;p87"/>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7"/>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7"/>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87"/>
          <p:cNvGrpSpPr/>
          <p:nvPr/>
        </p:nvGrpSpPr>
        <p:grpSpPr>
          <a:xfrm>
            <a:off x="4835456" y="1828361"/>
            <a:ext cx="356196" cy="354670"/>
            <a:chOff x="-13946200" y="3647075"/>
            <a:chExt cx="353650" cy="352100"/>
          </a:xfrm>
        </p:grpSpPr>
        <p:sp>
          <p:nvSpPr>
            <p:cNvPr id="10000" name="Google Shape;10000;p87"/>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7"/>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7"/>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7"/>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7"/>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7"/>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6" name="Google Shape;10006;p87"/>
          <p:cNvGrpSpPr/>
          <p:nvPr/>
        </p:nvGrpSpPr>
        <p:grpSpPr>
          <a:xfrm>
            <a:off x="6618849" y="1387844"/>
            <a:ext cx="357002" cy="354267"/>
            <a:chOff x="-12163025" y="3214275"/>
            <a:chExt cx="354450" cy="351700"/>
          </a:xfrm>
        </p:grpSpPr>
        <p:sp>
          <p:nvSpPr>
            <p:cNvPr id="10007" name="Google Shape;10007;p87"/>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7"/>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7"/>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87"/>
          <p:cNvGrpSpPr/>
          <p:nvPr/>
        </p:nvGrpSpPr>
        <p:grpSpPr>
          <a:xfrm>
            <a:off x="6619629" y="1827581"/>
            <a:ext cx="355441" cy="356232"/>
            <a:chOff x="-12160675" y="3647875"/>
            <a:chExt cx="352900" cy="353650"/>
          </a:xfrm>
        </p:grpSpPr>
        <p:sp>
          <p:nvSpPr>
            <p:cNvPr id="10011" name="Google Shape;10011;p87"/>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7"/>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7"/>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7"/>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7"/>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7"/>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7"/>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8" name="Google Shape;10018;p87"/>
          <p:cNvGrpSpPr/>
          <p:nvPr/>
        </p:nvGrpSpPr>
        <p:grpSpPr>
          <a:xfrm>
            <a:off x="6630345" y="2272036"/>
            <a:ext cx="354635" cy="356232"/>
            <a:chOff x="-12160675" y="4081850"/>
            <a:chExt cx="352100" cy="353650"/>
          </a:xfrm>
        </p:grpSpPr>
        <p:sp>
          <p:nvSpPr>
            <p:cNvPr id="10019" name="Google Shape;10019;p87"/>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7"/>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7"/>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7"/>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7"/>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7"/>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87"/>
          <p:cNvGrpSpPr/>
          <p:nvPr/>
        </p:nvGrpSpPr>
        <p:grpSpPr>
          <a:xfrm>
            <a:off x="4835311" y="2746480"/>
            <a:ext cx="355416" cy="355652"/>
            <a:chOff x="-10391650" y="3180600"/>
            <a:chExt cx="352875" cy="353075"/>
          </a:xfrm>
        </p:grpSpPr>
        <p:sp>
          <p:nvSpPr>
            <p:cNvPr id="10026" name="Google Shape;10026;p87"/>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7"/>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7"/>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7"/>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7"/>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7"/>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2" name="Google Shape;10032;p87"/>
          <p:cNvGrpSpPr/>
          <p:nvPr/>
        </p:nvGrpSpPr>
        <p:grpSpPr>
          <a:xfrm>
            <a:off x="4835310" y="3223278"/>
            <a:ext cx="354635" cy="353890"/>
            <a:chOff x="-10390875" y="3616350"/>
            <a:chExt cx="352100" cy="351325"/>
          </a:xfrm>
        </p:grpSpPr>
        <p:sp>
          <p:nvSpPr>
            <p:cNvPr id="10033" name="Google Shape;10033;p87"/>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7"/>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7"/>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87"/>
          <p:cNvGrpSpPr/>
          <p:nvPr/>
        </p:nvGrpSpPr>
        <p:grpSpPr>
          <a:xfrm>
            <a:off x="7502285" y="2747943"/>
            <a:ext cx="312585" cy="354670"/>
            <a:chOff x="-10370400" y="4049550"/>
            <a:chExt cx="310350" cy="352100"/>
          </a:xfrm>
        </p:grpSpPr>
        <p:sp>
          <p:nvSpPr>
            <p:cNvPr id="10037" name="Google Shape;10037;p87"/>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7"/>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7"/>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7"/>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7"/>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2" name="Google Shape;10042;p87"/>
          <p:cNvGrpSpPr/>
          <p:nvPr/>
        </p:nvGrpSpPr>
        <p:grpSpPr>
          <a:xfrm>
            <a:off x="6606541" y="2746884"/>
            <a:ext cx="379236" cy="354847"/>
            <a:chOff x="-8674650" y="3210975"/>
            <a:chExt cx="376525" cy="352275"/>
          </a:xfrm>
        </p:grpSpPr>
        <p:sp>
          <p:nvSpPr>
            <p:cNvPr id="10043" name="Google Shape;10043;p87"/>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7"/>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7"/>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7"/>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7"/>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7"/>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87"/>
          <p:cNvGrpSpPr/>
          <p:nvPr/>
        </p:nvGrpSpPr>
        <p:grpSpPr>
          <a:xfrm>
            <a:off x="5278038" y="1828361"/>
            <a:ext cx="356221" cy="354670"/>
            <a:chOff x="-13512225" y="3647075"/>
            <a:chExt cx="353675" cy="352100"/>
          </a:xfrm>
        </p:grpSpPr>
        <p:sp>
          <p:nvSpPr>
            <p:cNvPr id="10050" name="Google Shape;10050;p87"/>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7"/>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7"/>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7"/>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7"/>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7"/>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7"/>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7"/>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7"/>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7"/>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87"/>
          <p:cNvGrpSpPr/>
          <p:nvPr/>
        </p:nvGrpSpPr>
        <p:grpSpPr>
          <a:xfrm>
            <a:off x="5288351" y="2272427"/>
            <a:ext cx="356221" cy="355451"/>
            <a:chOff x="-13512225" y="4080275"/>
            <a:chExt cx="353675" cy="352875"/>
          </a:xfrm>
        </p:grpSpPr>
        <p:sp>
          <p:nvSpPr>
            <p:cNvPr id="10061" name="Google Shape;10061;p87"/>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7"/>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7"/>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7"/>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7"/>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7"/>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7"/>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7"/>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7"/>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7"/>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7"/>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87"/>
          <p:cNvGrpSpPr/>
          <p:nvPr/>
        </p:nvGrpSpPr>
        <p:grpSpPr>
          <a:xfrm>
            <a:off x="7061431" y="1419788"/>
            <a:ext cx="356196" cy="290379"/>
            <a:chOff x="-11728250" y="3245400"/>
            <a:chExt cx="353650" cy="288275"/>
          </a:xfrm>
        </p:grpSpPr>
        <p:sp>
          <p:nvSpPr>
            <p:cNvPr id="10073" name="Google Shape;10073;p87"/>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7"/>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7"/>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7"/>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7"/>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87"/>
          <p:cNvGrpSpPr/>
          <p:nvPr/>
        </p:nvGrpSpPr>
        <p:grpSpPr>
          <a:xfrm>
            <a:off x="7093939" y="2272427"/>
            <a:ext cx="311804" cy="355451"/>
            <a:chOff x="-11703850" y="4081850"/>
            <a:chExt cx="309575" cy="352875"/>
          </a:xfrm>
        </p:grpSpPr>
        <p:sp>
          <p:nvSpPr>
            <p:cNvPr id="10079" name="Google Shape;10079;p87"/>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7"/>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7"/>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7"/>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7"/>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7"/>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7"/>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7"/>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87"/>
          <p:cNvGrpSpPr/>
          <p:nvPr/>
        </p:nvGrpSpPr>
        <p:grpSpPr>
          <a:xfrm>
            <a:off x="5282595" y="2746580"/>
            <a:ext cx="357002" cy="355451"/>
            <a:chOff x="-9958475" y="3180025"/>
            <a:chExt cx="354450" cy="352875"/>
          </a:xfrm>
        </p:grpSpPr>
        <p:sp>
          <p:nvSpPr>
            <p:cNvPr id="10088" name="Google Shape;10088;p87"/>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7"/>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7"/>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1" name="Google Shape;10091;p87"/>
          <p:cNvGrpSpPr/>
          <p:nvPr/>
        </p:nvGrpSpPr>
        <p:grpSpPr>
          <a:xfrm>
            <a:off x="5291722" y="3222561"/>
            <a:ext cx="337966" cy="355325"/>
            <a:chOff x="-9949025" y="3615575"/>
            <a:chExt cx="335550" cy="352750"/>
          </a:xfrm>
        </p:grpSpPr>
        <p:sp>
          <p:nvSpPr>
            <p:cNvPr id="10092" name="Google Shape;10092;p87"/>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7"/>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7"/>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87"/>
          <p:cNvGrpSpPr/>
          <p:nvPr/>
        </p:nvGrpSpPr>
        <p:grpSpPr>
          <a:xfrm>
            <a:off x="7926568" y="2746067"/>
            <a:ext cx="360175" cy="358423"/>
            <a:chOff x="-9961625" y="4048175"/>
            <a:chExt cx="357600" cy="355825"/>
          </a:xfrm>
        </p:grpSpPr>
        <p:sp>
          <p:nvSpPr>
            <p:cNvPr id="10096" name="Google Shape;10096;p87"/>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7"/>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7"/>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7"/>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7"/>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7"/>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87"/>
          <p:cNvGrpSpPr/>
          <p:nvPr/>
        </p:nvGrpSpPr>
        <p:grpSpPr>
          <a:xfrm>
            <a:off x="6613289" y="3221579"/>
            <a:ext cx="364959" cy="357289"/>
            <a:chOff x="-8680950" y="3624225"/>
            <a:chExt cx="362350" cy="354700"/>
          </a:xfrm>
        </p:grpSpPr>
        <p:sp>
          <p:nvSpPr>
            <p:cNvPr id="10103" name="Google Shape;10103;p87"/>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7"/>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7"/>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7"/>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7"/>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7"/>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87"/>
          <p:cNvGrpSpPr/>
          <p:nvPr/>
        </p:nvGrpSpPr>
        <p:grpSpPr>
          <a:xfrm>
            <a:off x="5749533" y="1387239"/>
            <a:ext cx="313365" cy="355476"/>
            <a:chOff x="-13056975" y="3212300"/>
            <a:chExt cx="311125" cy="352900"/>
          </a:xfrm>
        </p:grpSpPr>
        <p:sp>
          <p:nvSpPr>
            <p:cNvPr id="10110" name="Google Shape;10110;p87"/>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7"/>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7"/>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7"/>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87"/>
          <p:cNvGrpSpPr/>
          <p:nvPr/>
        </p:nvGrpSpPr>
        <p:grpSpPr>
          <a:xfrm>
            <a:off x="5726921" y="1828034"/>
            <a:ext cx="358588" cy="355325"/>
            <a:chOff x="-13077450" y="3647075"/>
            <a:chExt cx="356025" cy="352750"/>
          </a:xfrm>
        </p:grpSpPr>
        <p:sp>
          <p:nvSpPr>
            <p:cNvPr id="10115" name="Google Shape;10115;p87"/>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7"/>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7"/>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8" name="Google Shape;10118;p87"/>
          <p:cNvGrpSpPr/>
          <p:nvPr/>
        </p:nvGrpSpPr>
        <p:grpSpPr>
          <a:xfrm>
            <a:off x="5738027" y="2271633"/>
            <a:ext cx="357002" cy="357037"/>
            <a:chOff x="-13079025" y="4079475"/>
            <a:chExt cx="354450" cy="354450"/>
          </a:xfrm>
        </p:grpSpPr>
        <p:sp>
          <p:nvSpPr>
            <p:cNvPr id="10119" name="Google Shape;10119;p87"/>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7"/>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7"/>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7"/>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87"/>
          <p:cNvGrpSpPr/>
          <p:nvPr/>
        </p:nvGrpSpPr>
        <p:grpSpPr>
          <a:xfrm>
            <a:off x="7511094" y="1387642"/>
            <a:ext cx="356221" cy="354670"/>
            <a:chOff x="-11292700" y="3213875"/>
            <a:chExt cx="353675" cy="352100"/>
          </a:xfrm>
        </p:grpSpPr>
        <p:sp>
          <p:nvSpPr>
            <p:cNvPr id="10124" name="Google Shape;10124;p87"/>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7"/>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7"/>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7"/>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7"/>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7"/>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7"/>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87"/>
          <p:cNvGrpSpPr/>
          <p:nvPr/>
        </p:nvGrpSpPr>
        <p:grpSpPr>
          <a:xfrm>
            <a:off x="7505152" y="1827581"/>
            <a:ext cx="368106" cy="356232"/>
            <a:chOff x="-11299000" y="3647875"/>
            <a:chExt cx="365475" cy="353650"/>
          </a:xfrm>
        </p:grpSpPr>
        <p:sp>
          <p:nvSpPr>
            <p:cNvPr id="10132" name="Google Shape;10132;p87"/>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7"/>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7"/>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7"/>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7"/>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7"/>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87"/>
          <p:cNvGrpSpPr/>
          <p:nvPr/>
        </p:nvGrpSpPr>
        <p:grpSpPr>
          <a:xfrm>
            <a:off x="7520614" y="2283532"/>
            <a:ext cx="357808" cy="333240"/>
            <a:chOff x="-11295075" y="4092875"/>
            <a:chExt cx="355250" cy="330825"/>
          </a:xfrm>
        </p:grpSpPr>
        <p:sp>
          <p:nvSpPr>
            <p:cNvPr id="10139" name="Google Shape;10139;p87"/>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7"/>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7"/>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7"/>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7"/>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87"/>
          <p:cNvGrpSpPr/>
          <p:nvPr/>
        </p:nvGrpSpPr>
        <p:grpSpPr>
          <a:xfrm>
            <a:off x="5746214" y="2746580"/>
            <a:ext cx="312585" cy="355451"/>
            <a:chOff x="-9500075" y="3180800"/>
            <a:chExt cx="310350" cy="352875"/>
          </a:xfrm>
        </p:grpSpPr>
        <p:sp>
          <p:nvSpPr>
            <p:cNvPr id="10145" name="Google Shape;10145;p87"/>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7"/>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7"/>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7"/>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7"/>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7"/>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7"/>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7"/>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7"/>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87"/>
          <p:cNvGrpSpPr/>
          <p:nvPr/>
        </p:nvGrpSpPr>
        <p:grpSpPr>
          <a:xfrm>
            <a:off x="5724005" y="3222095"/>
            <a:ext cx="356221" cy="356257"/>
            <a:chOff x="-9523700" y="3614000"/>
            <a:chExt cx="353675" cy="353675"/>
          </a:xfrm>
        </p:grpSpPr>
        <p:sp>
          <p:nvSpPr>
            <p:cNvPr id="10155" name="Google Shape;10155;p87"/>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7"/>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7"/>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7"/>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7"/>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7"/>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7"/>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7"/>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7"/>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87"/>
          <p:cNvGrpSpPr/>
          <p:nvPr/>
        </p:nvGrpSpPr>
        <p:grpSpPr>
          <a:xfrm>
            <a:off x="7508956" y="3244737"/>
            <a:ext cx="356221" cy="354670"/>
            <a:chOff x="-9523700" y="4049550"/>
            <a:chExt cx="353675" cy="352100"/>
          </a:xfrm>
        </p:grpSpPr>
        <p:sp>
          <p:nvSpPr>
            <p:cNvPr id="10165" name="Google Shape;10165;p87"/>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7"/>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7"/>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7"/>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7"/>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7"/>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7"/>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87"/>
          <p:cNvGrpSpPr/>
          <p:nvPr/>
        </p:nvGrpSpPr>
        <p:grpSpPr>
          <a:xfrm>
            <a:off x="7065071" y="3244710"/>
            <a:ext cx="357002" cy="311029"/>
            <a:chOff x="-8209150" y="3659675"/>
            <a:chExt cx="354450" cy="308775"/>
          </a:xfrm>
        </p:grpSpPr>
        <p:sp>
          <p:nvSpPr>
            <p:cNvPr id="10173" name="Google Shape;10173;p87"/>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7"/>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7"/>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7"/>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7"/>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7"/>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9" name="Google Shape;10179;p87"/>
          <p:cNvGrpSpPr/>
          <p:nvPr/>
        </p:nvGrpSpPr>
        <p:grpSpPr>
          <a:xfrm>
            <a:off x="6178632" y="2273623"/>
            <a:ext cx="356221" cy="353059"/>
            <a:chOff x="-12643475" y="4081850"/>
            <a:chExt cx="353675" cy="350500"/>
          </a:xfrm>
        </p:grpSpPr>
        <p:sp>
          <p:nvSpPr>
            <p:cNvPr id="10180" name="Google Shape;10180;p87"/>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7"/>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7"/>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7"/>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4" name="Google Shape;10184;p87"/>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5" name="Google Shape;10185;p87"/>
          <p:cNvGrpSpPr/>
          <p:nvPr/>
        </p:nvGrpSpPr>
        <p:grpSpPr>
          <a:xfrm>
            <a:off x="7961232" y="2283532"/>
            <a:ext cx="356221" cy="333240"/>
            <a:chOff x="-10858725" y="4092875"/>
            <a:chExt cx="353675" cy="330825"/>
          </a:xfrm>
        </p:grpSpPr>
        <p:sp>
          <p:nvSpPr>
            <p:cNvPr id="10186" name="Google Shape;10186;p87"/>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7"/>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7"/>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7"/>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7"/>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7"/>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87"/>
          <p:cNvGrpSpPr/>
          <p:nvPr/>
        </p:nvGrpSpPr>
        <p:grpSpPr>
          <a:xfrm>
            <a:off x="6219755" y="3222498"/>
            <a:ext cx="252278" cy="355451"/>
            <a:chOff x="-9039300" y="3614000"/>
            <a:chExt cx="250475" cy="352875"/>
          </a:xfrm>
        </p:grpSpPr>
        <p:sp>
          <p:nvSpPr>
            <p:cNvPr id="10193" name="Google Shape;10193;p87"/>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7"/>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87"/>
          <p:cNvGrpSpPr/>
          <p:nvPr/>
        </p:nvGrpSpPr>
        <p:grpSpPr>
          <a:xfrm>
            <a:off x="7951721" y="3244737"/>
            <a:ext cx="354635" cy="354670"/>
            <a:chOff x="-9088150" y="4049550"/>
            <a:chExt cx="352100" cy="352100"/>
          </a:xfrm>
        </p:grpSpPr>
        <p:sp>
          <p:nvSpPr>
            <p:cNvPr id="10196" name="Google Shape;10196;p87"/>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7"/>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7"/>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7"/>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7"/>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7"/>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2" name="Google Shape;10202;p87"/>
          <p:cNvGrpSpPr/>
          <p:nvPr/>
        </p:nvGrpSpPr>
        <p:grpSpPr>
          <a:xfrm>
            <a:off x="7086085" y="2746970"/>
            <a:ext cx="315757" cy="354670"/>
            <a:chOff x="-8191825" y="3174500"/>
            <a:chExt cx="313500" cy="352100"/>
          </a:xfrm>
        </p:grpSpPr>
        <p:sp>
          <p:nvSpPr>
            <p:cNvPr id="10203" name="Google Shape;10203;p87"/>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7"/>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7"/>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87"/>
          <p:cNvGrpSpPr/>
          <p:nvPr/>
        </p:nvGrpSpPr>
        <p:grpSpPr>
          <a:xfrm>
            <a:off x="4835443" y="1387491"/>
            <a:ext cx="356221" cy="354973"/>
            <a:chOff x="-13947000" y="3212800"/>
            <a:chExt cx="353675" cy="352400"/>
          </a:xfrm>
        </p:grpSpPr>
        <p:sp>
          <p:nvSpPr>
            <p:cNvPr id="10207" name="Google Shape;10207;p87"/>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7"/>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9" name="Google Shape;10209;p87"/>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0" name="Google Shape;10210;p87"/>
          <p:cNvGrpSpPr/>
          <p:nvPr/>
        </p:nvGrpSpPr>
        <p:grpSpPr>
          <a:xfrm>
            <a:off x="5278038" y="1386849"/>
            <a:ext cx="356221" cy="356257"/>
            <a:chOff x="-13512225" y="3211525"/>
            <a:chExt cx="353675" cy="353675"/>
          </a:xfrm>
        </p:grpSpPr>
        <p:sp>
          <p:nvSpPr>
            <p:cNvPr id="10211" name="Google Shape;10211;p87"/>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7"/>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7"/>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7"/>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7"/>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6" name="Google Shape;10216;p87"/>
          <p:cNvGrpSpPr/>
          <p:nvPr/>
        </p:nvGrpSpPr>
        <p:grpSpPr>
          <a:xfrm>
            <a:off x="6168320" y="1387239"/>
            <a:ext cx="356221" cy="355476"/>
            <a:chOff x="-12643475" y="3212300"/>
            <a:chExt cx="353675" cy="352900"/>
          </a:xfrm>
        </p:grpSpPr>
        <p:sp>
          <p:nvSpPr>
            <p:cNvPr id="10217" name="Google Shape;10217;p87"/>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7"/>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7"/>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7"/>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7"/>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7"/>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7"/>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7"/>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7"/>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87"/>
          <p:cNvGrpSpPr/>
          <p:nvPr/>
        </p:nvGrpSpPr>
        <p:grpSpPr>
          <a:xfrm>
            <a:off x="6168320" y="1839013"/>
            <a:ext cx="356221" cy="333366"/>
            <a:chOff x="-12643475" y="3657325"/>
            <a:chExt cx="353675" cy="330950"/>
          </a:xfrm>
        </p:grpSpPr>
        <p:sp>
          <p:nvSpPr>
            <p:cNvPr id="10227" name="Google Shape;10227;p87"/>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7"/>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7"/>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7"/>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7"/>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7"/>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87"/>
          <p:cNvGrpSpPr/>
          <p:nvPr/>
        </p:nvGrpSpPr>
        <p:grpSpPr>
          <a:xfrm>
            <a:off x="7951322" y="1387642"/>
            <a:ext cx="355416" cy="354670"/>
            <a:chOff x="-10857925" y="3213875"/>
            <a:chExt cx="352875" cy="352100"/>
          </a:xfrm>
        </p:grpSpPr>
        <p:sp>
          <p:nvSpPr>
            <p:cNvPr id="10234" name="Google Shape;10234;p87"/>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7"/>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7"/>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7"/>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7"/>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7"/>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7"/>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7"/>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7"/>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7"/>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4" name="Google Shape;10244;p87"/>
          <p:cNvGrpSpPr/>
          <p:nvPr/>
        </p:nvGrpSpPr>
        <p:grpSpPr>
          <a:xfrm>
            <a:off x="6168237" y="2747071"/>
            <a:ext cx="356096" cy="354469"/>
            <a:chOff x="-9089725" y="3180200"/>
            <a:chExt cx="353550" cy="351900"/>
          </a:xfrm>
        </p:grpSpPr>
        <p:sp>
          <p:nvSpPr>
            <p:cNvPr id="10245" name="Google Shape;10245;p87"/>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7"/>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87"/>
          <p:cNvGrpSpPr/>
          <p:nvPr/>
        </p:nvGrpSpPr>
        <p:grpSpPr>
          <a:xfrm>
            <a:off x="7060235" y="1826875"/>
            <a:ext cx="358588" cy="357642"/>
            <a:chOff x="7083760" y="1971660"/>
            <a:chExt cx="358588" cy="357642"/>
          </a:xfrm>
        </p:grpSpPr>
        <p:sp>
          <p:nvSpPr>
            <p:cNvPr id="10248" name="Google Shape;10248;p87"/>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7"/>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7"/>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7"/>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7"/>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7"/>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7"/>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7"/>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7"/>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7"/>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7"/>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7"/>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0" name="Google Shape;10260;p87"/>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0261" name="Google Shape;10261;p87"/>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65"/>
        <p:cNvGrpSpPr/>
        <p:nvPr/>
      </p:nvGrpSpPr>
      <p:grpSpPr>
        <a:xfrm>
          <a:off x="0" y="0"/>
          <a:ext cx="0" cy="0"/>
          <a:chOff x="0" y="0"/>
          <a:chExt cx="0" cy="0"/>
        </a:xfrm>
      </p:grpSpPr>
      <p:sp>
        <p:nvSpPr>
          <p:cNvPr id="10266" name="Google Shape;10266;p88"/>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7" name="Google Shape;10267;p88"/>
          <p:cNvGrpSpPr/>
          <p:nvPr/>
        </p:nvGrpSpPr>
        <p:grpSpPr>
          <a:xfrm>
            <a:off x="719610" y="2243507"/>
            <a:ext cx="452798" cy="449473"/>
            <a:chOff x="-21322300" y="3693325"/>
            <a:chExt cx="306400" cy="304150"/>
          </a:xfrm>
        </p:grpSpPr>
        <p:sp>
          <p:nvSpPr>
            <p:cNvPr id="10268" name="Google Shape;10268;p88"/>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8"/>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8"/>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8"/>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88"/>
          <p:cNvGrpSpPr/>
          <p:nvPr/>
        </p:nvGrpSpPr>
        <p:grpSpPr>
          <a:xfrm>
            <a:off x="719019" y="2810244"/>
            <a:ext cx="453980" cy="422540"/>
            <a:chOff x="-21322300" y="4077125"/>
            <a:chExt cx="307200" cy="285925"/>
          </a:xfrm>
        </p:grpSpPr>
        <p:sp>
          <p:nvSpPr>
            <p:cNvPr id="10273" name="Google Shape;10273;p88"/>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8"/>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8"/>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8"/>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8"/>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8"/>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8"/>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8"/>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8"/>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8"/>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8"/>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8"/>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88"/>
          <p:cNvGrpSpPr/>
          <p:nvPr/>
        </p:nvGrpSpPr>
        <p:grpSpPr>
          <a:xfrm>
            <a:off x="3496195" y="1689128"/>
            <a:ext cx="451653" cy="450212"/>
            <a:chOff x="-19394200" y="3333800"/>
            <a:chExt cx="305625" cy="304650"/>
          </a:xfrm>
        </p:grpSpPr>
        <p:sp>
          <p:nvSpPr>
            <p:cNvPr id="10286" name="Google Shape;10286;p88"/>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8"/>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8"/>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8"/>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8"/>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8"/>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8"/>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8"/>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8"/>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88"/>
          <p:cNvGrpSpPr/>
          <p:nvPr/>
        </p:nvGrpSpPr>
        <p:grpSpPr>
          <a:xfrm>
            <a:off x="3495032" y="2243580"/>
            <a:ext cx="453980" cy="449325"/>
            <a:chOff x="-19396575" y="3708500"/>
            <a:chExt cx="307200" cy="304050"/>
          </a:xfrm>
        </p:grpSpPr>
        <p:sp>
          <p:nvSpPr>
            <p:cNvPr id="10296" name="Google Shape;10296;p88"/>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8"/>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8"/>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88"/>
          <p:cNvGrpSpPr/>
          <p:nvPr/>
        </p:nvGrpSpPr>
        <p:grpSpPr>
          <a:xfrm>
            <a:off x="3489212" y="2796461"/>
            <a:ext cx="465618" cy="450101"/>
            <a:chOff x="-19394200" y="4084200"/>
            <a:chExt cx="315075" cy="304575"/>
          </a:xfrm>
        </p:grpSpPr>
        <p:sp>
          <p:nvSpPr>
            <p:cNvPr id="10300" name="Google Shape;10300;p88"/>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8"/>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8"/>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8"/>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8"/>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8"/>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6" name="Google Shape;10306;p88"/>
          <p:cNvGrpSpPr/>
          <p:nvPr/>
        </p:nvGrpSpPr>
        <p:grpSpPr>
          <a:xfrm>
            <a:off x="6294923" y="1689001"/>
            <a:ext cx="400447" cy="450470"/>
            <a:chOff x="-17526750" y="3309200"/>
            <a:chExt cx="270975" cy="304825"/>
          </a:xfrm>
        </p:grpSpPr>
        <p:sp>
          <p:nvSpPr>
            <p:cNvPr id="10307" name="Google Shape;10307;p88"/>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8"/>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8"/>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8"/>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8"/>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88"/>
          <p:cNvGrpSpPr/>
          <p:nvPr/>
        </p:nvGrpSpPr>
        <p:grpSpPr>
          <a:xfrm>
            <a:off x="6271075" y="2244173"/>
            <a:ext cx="448143" cy="448143"/>
            <a:chOff x="-17542500" y="3684100"/>
            <a:chExt cx="303250" cy="303250"/>
          </a:xfrm>
        </p:grpSpPr>
        <p:sp>
          <p:nvSpPr>
            <p:cNvPr id="10313" name="Google Shape;10313;p88"/>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8"/>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8"/>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8"/>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8"/>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8"/>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8"/>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88"/>
          <p:cNvGrpSpPr/>
          <p:nvPr/>
        </p:nvGrpSpPr>
        <p:grpSpPr>
          <a:xfrm>
            <a:off x="6270484" y="2810817"/>
            <a:ext cx="449325" cy="421395"/>
            <a:chOff x="-17542500" y="4068450"/>
            <a:chExt cx="304050" cy="285150"/>
          </a:xfrm>
        </p:grpSpPr>
        <p:sp>
          <p:nvSpPr>
            <p:cNvPr id="10321" name="Google Shape;10321;p88"/>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8"/>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8"/>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8"/>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8"/>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8"/>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88"/>
          <p:cNvGrpSpPr/>
          <p:nvPr/>
        </p:nvGrpSpPr>
        <p:grpSpPr>
          <a:xfrm>
            <a:off x="3500906" y="3342211"/>
            <a:ext cx="343404" cy="449325"/>
            <a:chOff x="-15652200" y="3335975"/>
            <a:chExt cx="232375" cy="304050"/>
          </a:xfrm>
        </p:grpSpPr>
        <p:sp>
          <p:nvSpPr>
            <p:cNvPr id="10328" name="Google Shape;10328;p88"/>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8"/>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8"/>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8"/>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8"/>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8"/>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8"/>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8"/>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8"/>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88"/>
          <p:cNvGrpSpPr/>
          <p:nvPr/>
        </p:nvGrpSpPr>
        <p:grpSpPr>
          <a:xfrm>
            <a:off x="1274819" y="2243729"/>
            <a:ext cx="449325" cy="449030"/>
            <a:chOff x="-20945825" y="3692175"/>
            <a:chExt cx="304050" cy="303850"/>
          </a:xfrm>
        </p:grpSpPr>
        <p:sp>
          <p:nvSpPr>
            <p:cNvPr id="10338" name="Google Shape;10338;p88"/>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8"/>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8"/>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8"/>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88"/>
          <p:cNvGrpSpPr/>
          <p:nvPr/>
        </p:nvGrpSpPr>
        <p:grpSpPr>
          <a:xfrm>
            <a:off x="4081644" y="1689848"/>
            <a:ext cx="372516" cy="448771"/>
            <a:chOff x="-18994100" y="3334775"/>
            <a:chExt cx="252075" cy="303675"/>
          </a:xfrm>
        </p:grpSpPr>
        <p:sp>
          <p:nvSpPr>
            <p:cNvPr id="10343" name="Google Shape;10343;p88"/>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8"/>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8"/>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8"/>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88"/>
          <p:cNvGrpSpPr/>
          <p:nvPr/>
        </p:nvGrpSpPr>
        <p:grpSpPr>
          <a:xfrm>
            <a:off x="4096200" y="2244743"/>
            <a:ext cx="343404" cy="446998"/>
            <a:chOff x="-18983850" y="3710075"/>
            <a:chExt cx="232375" cy="302475"/>
          </a:xfrm>
        </p:grpSpPr>
        <p:sp>
          <p:nvSpPr>
            <p:cNvPr id="10348" name="Google Shape;10348;p88"/>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8"/>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8"/>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8"/>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88"/>
          <p:cNvGrpSpPr/>
          <p:nvPr/>
        </p:nvGrpSpPr>
        <p:grpSpPr>
          <a:xfrm>
            <a:off x="1274247" y="1689573"/>
            <a:ext cx="450470" cy="449325"/>
            <a:chOff x="-20946600" y="3317850"/>
            <a:chExt cx="304825" cy="304050"/>
          </a:xfrm>
        </p:grpSpPr>
        <p:sp>
          <p:nvSpPr>
            <p:cNvPr id="10353" name="Google Shape;10353;p88"/>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8"/>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8"/>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88"/>
          <p:cNvGrpSpPr/>
          <p:nvPr/>
        </p:nvGrpSpPr>
        <p:grpSpPr>
          <a:xfrm>
            <a:off x="1300422" y="2797442"/>
            <a:ext cx="398119" cy="448143"/>
            <a:chOff x="-20930075" y="4066100"/>
            <a:chExt cx="269400" cy="303250"/>
          </a:xfrm>
        </p:grpSpPr>
        <p:sp>
          <p:nvSpPr>
            <p:cNvPr id="10357" name="Google Shape;10357;p88"/>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8"/>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88"/>
          <p:cNvGrpSpPr/>
          <p:nvPr/>
        </p:nvGrpSpPr>
        <p:grpSpPr>
          <a:xfrm>
            <a:off x="4042667" y="2797422"/>
            <a:ext cx="450470" cy="448180"/>
            <a:chOff x="-19020075" y="4084200"/>
            <a:chExt cx="304825" cy="303275"/>
          </a:xfrm>
        </p:grpSpPr>
        <p:sp>
          <p:nvSpPr>
            <p:cNvPr id="10360" name="Google Shape;10360;p88"/>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8"/>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8"/>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8"/>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8"/>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8"/>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8"/>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8"/>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8"/>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88"/>
          <p:cNvGrpSpPr/>
          <p:nvPr/>
        </p:nvGrpSpPr>
        <p:grpSpPr>
          <a:xfrm>
            <a:off x="6859931" y="1689001"/>
            <a:ext cx="396937" cy="450470"/>
            <a:chOff x="-17149475" y="3309200"/>
            <a:chExt cx="268600" cy="304825"/>
          </a:xfrm>
        </p:grpSpPr>
        <p:sp>
          <p:nvSpPr>
            <p:cNvPr id="10370" name="Google Shape;10370;p88"/>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8"/>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88"/>
          <p:cNvGrpSpPr/>
          <p:nvPr/>
        </p:nvGrpSpPr>
        <p:grpSpPr>
          <a:xfrm>
            <a:off x="6833737" y="2258120"/>
            <a:ext cx="449325" cy="420249"/>
            <a:chOff x="-17168375" y="3692750"/>
            <a:chExt cx="304050" cy="284375"/>
          </a:xfrm>
        </p:grpSpPr>
        <p:sp>
          <p:nvSpPr>
            <p:cNvPr id="10373" name="Google Shape;10373;p88"/>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8"/>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8"/>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8"/>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8"/>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8"/>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8"/>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88"/>
          <p:cNvGrpSpPr/>
          <p:nvPr/>
        </p:nvGrpSpPr>
        <p:grpSpPr>
          <a:xfrm>
            <a:off x="6830246" y="2796852"/>
            <a:ext cx="456308" cy="449325"/>
            <a:chOff x="-17170750" y="4058800"/>
            <a:chExt cx="308775" cy="304050"/>
          </a:xfrm>
        </p:grpSpPr>
        <p:sp>
          <p:nvSpPr>
            <p:cNvPr id="10381" name="Google Shape;10381;p88"/>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8"/>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8"/>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8"/>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8"/>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8"/>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8"/>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8"/>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8"/>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8"/>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8"/>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8"/>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8"/>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8"/>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8"/>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8"/>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8"/>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88"/>
          <p:cNvGrpSpPr/>
          <p:nvPr/>
        </p:nvGrpSpPr>
        <p:grpSpPr>
          <a:xfrm>
            <a:off x="5692143" y="3343358"/>
            <a:ext cx="450470" cy="446998"/>
            <a:chOff x="-15688425" y="3707725"/>
            <a:chExt cx="304825" cy="302475"/>
          </a:xfrm>
        </p:grpSpPr>
        <p:sp>
          <p:nvSpPr>
            <p:cNvPr id="10399" name="Google Shape;10399;p88"/>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8"/>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8"/>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8"/>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8"/>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8"/>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5" name="Google Shape;10405;p88"/>
          <p:cNvGrpSpPr/>
          <p:nvPr/>
        </p:nvGrpSpPr>
        <p:grpSpPr>
          <a:xfrm>
            <a:off x="1836300" y="1690441"/>
            <a:ext cx="451653" cy="447589"/>
            <a:chOff x="-20572500" y="3319025"/>
            <a:chExt cx="305625" cy="302875"/>
          </a:xfrm>
        </p:grpSpPr>
        <p:sp>
          <p:nvSpPr>
            <p:cNvPr id="10406" name="Google Shape;10406;p88"/>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8"/>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88"/>
          <p:cNvGrpSpPr/>
          <p:nvPr/>
        </p:nvGrpSpPr>
        <p:grpSpPr>
          <a:xfrm>
            <a:off x="1837463" y="2305410"/>
            <a:ext cx="449325" cy="325670"/>
            <a:chOff x="-20571700" y="3722875"/>
            <a:chExt cx="304050" cy="220375"/>
          </a:xfrm>
        </p:grpSpPr>
        <p:sp>
          <p:nvSpPr>
            <p:cNvPr id="10409" name="Google Shape;10409;p88"/>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8"/>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8"/>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8"/>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8"/>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8"/>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8"/>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6" name="Google Shape;10416;p88"/>
          <p:cNvGrpSpPr/>
          <p:nvPr/>
        </p:nvGrpSpPr>
        <p:grpSpPr>
          <a:xfrm>
            <a:off x="1836891" y="2796278"/>
            <a:ext cx="450470" cy="450470"/>
            <a:chOff x="-20571700" y="4066875"/>
            <a:chExt cx="304825" cy="304825"/>
          </a:xfrm>
        </p:grpSpPr>
        <p:sp>
          <p:nvSpPr>
            <p:cNvPr id="10417" name="Google Shape;10417;p88"/>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8"/>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8"/>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8"/>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8"/>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8"/>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88"/>
          <p:cNvGrpSpPr/>
          <p:nvPr/>
        </p:nvGrpSpPr>
        <p:grpSpPr>
          <a:xfrm>
            <a:off x="4603593" y="1688259"/>
            <a:ext cx="453980" cy="451948"/>
            <a:chOff x="-18645175" y="3334200"/>
            <a:chExt cx="307200" cy="305825"/>
          </a:xfrm>
        </p:grpSpPr>
        <p:sp>
          <p:nvSpPr>
            <p:cNvPr id="10424" name="Google Shape;10424;p88"/>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8"/>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8"/>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8"/>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8"/>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88"/>
          <p:cNvGrpSpPr/>
          <p:nvPr/>
        </p:nvGrpSpPr>
        <p:grpSpPr>
          <a:xfrm>
            <a:off x="4604184" y="2242989"/>
            <a:ext cx="452798" cy="450507"/>
            <a:chOff x="-18645175" y="3708500"/>
            <a:chExt cx="306400" cy="304850"/>
          </a:xfrm>
        </p:grpSpPr>
        <p:sp>
          <p:nvSpPr>
            <p:cNvPr id="10430" name="Google Shape;10430;p88"/>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8"/>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8"/>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8"/>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8"/>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8"/>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8"/>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88"/>
          <p:cNvGrpSpPr/>
          <p:nvPr/>
        </p:nvGrpSpPr>
        <p:grpSpPr>
          <a:xfrm>
            <a:off x="4601857" y="2795630"/>
            <a:ext cx="457453" cy="451763"/>
            <a:chOff x="-18647525" y="4082625"/>
            <a:chExt cx="309550" cy="305700"/>
          </a:xfrm>
        </p:grpSpPr>
        <p:sp>
          <p:nvSpPr>
            <p:cNvPr id="10438" name="Google Shape;10438;p88"/>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8"/>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8"/>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8"/>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88"/>
          <p:cNvGrpSpPr/>
          <p:nvPr/>
        </p:nvGrpSpPr>
        <p:grpSpPr>
          <a:xfrm>
            <a:off x="7412241" y="1689592"/>
            <a:ext cx="395755" cy="449288"/>
            <a:chOff x="-16775350" y="3309200"/>
            <a:chExt cx="267800" cy="304025"/>
          </a:xfrm>
        </p:grpSpPr>
        <p:sp>
          <p:nvSpPr>
            <p:cNvPr id="10443" name="Google Shape;10443;p88"/>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8"/>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8"/>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88"/>
          <p:cNvGrpSpPr/>
          <p:nvPr/>
        </p:nvGrpSpPr>
        <p:grpSpPr>
          <a:xfrm>
            <a:off x="7412241" y="2241827"/>
            <a:ext cx="395755" cy="452835"/>
            <a:chOff x="-16775350" y="3683300"/>
            <a:chExt cx="267800" cy="306425"/>
          </a:xfrm>
        </p:grpSpPr>
        <p:sp>
          <p:nvSpPr>
            <p:cNvPr id="10447" name="Google Shape;10447;p88"/>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8"/>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8"/>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0" name="Google Shape;10450;p88"/>
          <p:cNvGrpSpPr/>
          <p:nvPr/>
        </p:nvGrpSpPr>
        <p:grpSpPr>
          <a:xfrm>
            <a:off x="7384292" y="2796870"/>
            <a:ext cx="451653" cy="449288"/>
            <a:chOff x="-16794250" y="4058225"/>
            <a:chExt cx="305625" cy="304025"/>
          </a:xfrm>
        </p:grpSpPr>
        <p:sp>
          <p:nvSpPr>
            <p:cNvPr id="10451" name="Google Shape;10451;p88"/>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8"/>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8"/>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8"/>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8"/>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8"/>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8"/>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8"/>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8"/>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0" name="Google Shape;10460;p88"/>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1" name="Google Shape;10461;p88"/>
          <p:cNvGrpSpPr/>
          <p:nvPr/>
        </p:nvGrpSpPr>
        <p:grpSpPr>
          <a:xfrm>
            <a:off x="2385709" y="1689573"/>
            <a:ext cx="457453" cy="449325"/>
            <a:chOff x="-20199150" y="3317850"/>
            <a:chExt cx="309550" cy="304050"/>
          </a:xfrm>
        </p:grpSpPr>
        <p:sp>
          <p:nvSpPr>
            <p:cNvPr id="10462" name="Google Shape;10462;p88"/>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8"/>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8"/>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8"/>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8"/>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8"/>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8"/>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88"/>
          <p:cNvGrpSpPr/>
          <p:nvPr/>
        </p:nvGrpSpPr>
        <p:grpSpPr>
          <a:xfrm>
            <a:off x="2388036" y="2242861"/>
            <a:ext cx="452798" cy="450766"/>
            <a:chOff x="-20199150" y="3693150"/>
            <a:chExt cx="306400" cy="305025"/>
          </a:xfrm>
        </p:grpSpPr>
        <p:sp>
          <p:nvSpPr>
            <p:cNvPr id="10470" name="Google Shape;10470;p88"/>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8"/>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8"/>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8"/>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8"/>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8"/>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88"/>
          <p:cNvGrpSpPr/>
          <p:nvPr/>
        </p:nvGrpSpPr>
        <p:grpSpPr>
          <a:xfrm>
            <a:off x="2388609" y="2795687"/>
            <a:ext cx="451653" cy="451653"/>
            <a:chOff x="-20197575" y="4066875"/>
            <a:chExt cx="305625" cy="305625"/>
          </a:xfrm>
        </p:grpSpPr>
        <p:sp>
          <p:nvSpPr>
            <p:cNvPr id="10477" name="Google Shape;10477;p88"/>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8"/>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8"/>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8"/>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8"/>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8"/>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8"/>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8"/>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88"/>
          <p:cNvGrpSpPr/>
          <p:nvPr/>
        </p:nvGrpSpPr>
        <p:grpSpPr>
          <a:xfrm>
            <a:off x="5170827" y="1687520"/>
            <a:ext cx="449325" cy="453426"/>
            <a:chOff x="-18271050" y="3333200"/>
            <a:chExt cx="304050" cy="306825"/>
          </a:xfrm>
        </p:grpSpPr>
        <p:sp>
          <p:nvSpPr>
            <p:cNvPr id="10486" name="Google Shape;10486;p88"/>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8"/>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8"/>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8"/>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8"/>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1" name="Google Shape;10491;p88"/>
          <p:cNvGrpSpPr/>
          <p:nvPr/>
        </p:nvGrpSpPr>
        <p:grpSpPr>
          <a:xfrm>
            <a:off x="5171399" y="2244171"/>
            <a:ext cx="448180" cy="448143"/>
            <a:chOff x="-18270275" y="3710875"/>
            <a:chExt cx="303275" cy="303250"/>
          </a:xfrm>
        </p:grpSpPr>
        <p:sp>
          <p:nvSpPr>
            <p:cNvPr id="10492" name="Google Shape;10492;p88"/>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8"/>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8"/>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8"/>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8"/>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8"/>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88"/>
          <p:cNvGrpSpPr/>
          <p:nvPr/>
        </p:nvGrpSpPr>
        <p:grpSpPr>
          <a:xfrm>
            <a:off x="5224951" y="2797422"/>
            <a:ext cx="341076" cy="448180"/>
            <a:chOff x="-18234025" y="4084200"/>
            <a:chExt cx="230800" cy="303275"/>
          </a:xfrm>
        </p:grpSpPr>
        <p:sp>
          <p:nvSpPr>
            <p:cNvPr id="10499" name="Google Shape;10499;p88"/>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8"/>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8"/>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2" name="Google Shape;10502;p88"/>
          <p:cNvGrpSpPr/>
          <p:nvPr/>
        </p:nvGrpSpPr>
        <p:grpSpPr>
          <a:xfrm>
            <a:off x="2337506" y="3341641"/>
            <a:ext cx="449325" cy="450470"/>
            <a:chOff x="-16419350" y="3308400"/>
            <a:chExt cx="304050" cy="304825"/>
          </a:xfrm>
        </p:grpSpPr>
        <p:sp>
          <p:nvSpPr>
            <p:cNvPr id="10503" name="Google Shape;10503;p88"/>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8"/>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8"/>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8"/>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8"/>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8"/>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8"/>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88"/>
          <p:cNvGrpSpPr/>
          <p:nvPr/>
        </p:nvGrpSpPr>
        <p:grpSpPr>
          <a:xfrm>
            <a:off x="4609062" y="3340423"/>
            <a:ext cx="395755" cy="452872"/>
            <a:chOff x="-16401225" y="3683275"/>
            <a:chExt cx="267800" cy="306450"/>
          </a:xfrm>
        </p:grpSpPr>
        <p:sp>
          <p:nvSpPr>
            <p:cNvPr id="10511" name="Google Shape;10511;p88"/>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8"/>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8"/>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8"/>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8"/>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8"/>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8"/>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88"/>
          <p:cNvGrpSpPr/>
          <p:nvPr/>
        </p:nvGrpSpPr>
        <p:grpSpPr>
          <a:xfrm>
            <a:off x="7974511" y="2797062"/>
            <a:ext cx="450470" cy="448180"/>
            <a:chOff x="-16419350" y="4058200"/>
            <a:chExt cx="304825" cy="303275"/>
          </a:xfrm>
        </p:grpSpPr>
        <p:sp>
          <p:nvSpPr>
            <p:cNvPr id="10519" name="Google Shape;10519;p88"/>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8"/>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8"/>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8"/>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8"/>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8"/>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8"/>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88"/>
          <p:cNvGrpSpPr/>
          <p:nvPr/>
        </p:nvGrpSpPr>
        <p:grpSpPr>
          <a:xfrm>
            <a:off x="4001398" y="3343080"/>
            <a:ext cx="450507" cy="447589"/>
            <a:chOff x="-15296200" y="3326900"/>
            <a:chExt cx="304850" cy="302875"/>
          </a:xfrm>
        </p:grpSpPr>
        <p:sp>
          <p:nvSpPr>
            <p:cNvPr id="10527" name="Google Shape;10527;p88"/>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8"/>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8"/>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8"/>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8"/>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88"/>
          <p:cNvGrpSpPr/>
          <p:nvPr/>
        </p:nvGrpSpPr>
        <p:grpSpPr>
          <a:xfrm>
            <a:off x="2917051" y="1706881"/>
            <a:ext cx="486566" cy="414708"/>
            <a:chOff x="-19835275" y="3330250"/>
            <a:chExt cx="329250" cy="280625"/>
          </a:xfrm>
        </p:grpSpPr>
        <p:sp>
          <p:nvSpPr>
            <p:cNvPr id="10533" name="Google Shape;10533;p88"/>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8"/>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8"/>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6" name="Google Shape;10536;p88"/>
          <p:cNvGrpSpPr/>
          <p:nvPr/>
        </p:nvGrpSpPr>
        <p:grpSpPr>
          <a:xfrm>
            <a:off x="2935080" y="2243470"/>
            <a:ext cx="450507" cy="449547"/>
            <a:chOff x="-19822675" y="3692750"/>
            <a:chExt cx="304850" cy="304200"/>
          </a:xfrm>
        </p:grpSpPr>
        <p:sp>
          <p:nvSpPr>
            <p:cNvPr id="10537" name="Google Shape;10537;p88"/>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8"/>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8"/>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8"/>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8"/>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88"/>
          <p:cNvGrpSpPr/>
          <p:nvPr/>
        </p:nvGrpSpPr>
        <p:grpSpPr>
          <a:xfrm>
            <a:off x="2935672" y="2796278"/>
            <a:ext cx="449325" cy="450470"/>
            <a:chOff x="-19822675" y="4066875"/>
            <a:chExt cx="304050" cy="304825"/>
          </a:xfrm>
        </p:grpSpPr>
        <p:sp>
          <p:nvSpPr>
            <p:cNvPr id="10543" name="Google Shape;10543;p88"/>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8"/>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8"/>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8"/>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8"/>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8"/>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88"/>
          <p:cNvGrpSpPr/>
          <p:nvPr/>
        </p:nvGrpSpPr>
        <p:grpSpPr>
          <a:xfrm>
            <a:off x="5744740" y="1689571"/>
            <a:ext cx="399302" cy="449325"/>
            <a:chOff x="-17878825" y="3334400"/>
            <a:chExt cx="270200" cy="304050"/>
          </a:xfrm>
        </p:grpSpPr>
        <p:sp>
          <p:nvSpPr>
            <p:cNvPr id="10550" name="Google Shape;10550;p88"/>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8"/>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8"/>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8"/>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8"/>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8"/>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8"/>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88"/>
          <p:cNvGrpSpPr/>
          <p:nvPr/>
        </p:nvGrpSpPr>
        <p:grpSpPr>
          <a:xfrm>
            <a:off x="5718565" y="2242416"/>
            <a:ext cx="451653" cy="451653"/>
            <a:chOff x="-17896150" y="3709300"/>
            <a:chExt cx="305625" cy="305625"/>
          </a:xfrm>
        </p:grpSpPr>
        <p:sp>
          <p:nvSpPr>
            <p:cNvPr id="10558" name="Google Shape;10558;p88"/>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8"/>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8"/>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8"/>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8"/>
          <p:cNvGrpSpPr/>
          <p:nvPr/>
        </p:nvGrpSpPr>
        <p:grpSpPr>
          <a:xfrm>
            <a:off x="5746495" y="2795686"/>
            <a:ext cx="395792" cy="451653"/>
            <a:chOff x="-17878025" y="4082625"/>
            <a:chExt cx="267825" cy="305625"/>
          </a:xfrm>
        </p:grpSpPr>
        <p:sp>
          <p:nvSpPr>
            <p:cNvPr id="10563" name="Google Shape;10563;p88"/>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8"/>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8"/>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8"/>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8"/>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8"/>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8"/>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88"/>
          <p:cNvGrpSpPr/>
          <p:nvPr/>
        </p:nvGrpSpPr>
        <p:grpSpPr>
          <a:xfrm>
            <a:off x="2890388" y="3355015"/>
            <a:ext cx="450507" cy="423722"/>
            <a:chOff x="-16044450" y="3317850"/>
            <a:chExt cx="304850" cy="286725"/>
          </a:xfrm>
        </p:grpSpPr>
        <p:sp>
          <p:nvSpPr>
            <p:cNvPr id="10571" name="Google Shape;10571;p88"/>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8"/>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8"/>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8"/>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5" name="Google Shape;10575;p88"/>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6" name="Google Shape;10576;p88"/>
          <p:cNvGrpSpPr/>
          <p:nvPr/>
        </p:nvGrpSpPr>
        <p:grpSpPr>
          <a:xfrm>
            <a:off x="8012905" y="2243724"/>
            <a:ext cx="373662" cy="449030"/>
            <a:chOff x="-16018450" y="4058400"/>
            <a:chExt cx="252850" cy="303850"/>
          </a:xfrm>
        </p:grpSpPr>
        <p:sp>
          <p:nvSpPr>
            <p:cNvPr id="10577" name="Google Shape;10577;p88"/>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8"/>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8"/>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8"/>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1" name="Google Shape;10581;p88"/>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86"/>
        <p:cNvGrpSpPr/>
        <p:nvPr/>
      </p:nvGrpSpPr>
      <p:grpSpPr>
        <a:xfrm>
          <a:off x="0" y="0"/>
          <a:ext cx="0" cy="0"/>
          <a:chOff x="0" y="0"/>
          <a:chExt cx="0" cy="0"/>
        </a:xfrm>
      </p:grpSpPr>
      <p:grpSp>
        <p:nvGrpSpPr>
          <p:cNvPr id="10587" name="Google Shape;10587;p89"/>
          <p:cNvGrpSpPr/>
          <p:nvPr/>
        </p:nvGrpSpPr>
        <p:grpSpPr>
          <a:xfrm>
            <a:off x="829817" y="1689241"/>
            <a:ext cx="442337" cy="419623"/>
            <a:chOff x="-6696925" y="3272575"/>
            <a:chExt cx="307200" cy="291425"/>
          </a:xfrm>
        </p:grpSpPr>
        <p:sp>
          <p:nvSpPr>
            <p:cNvPr id="10588" name="Google Shape;10588;p89"/>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9"/>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0" name="Google Shape;10590;p89"/>
          <p:cNvGrpSpPr/>
          <p:nvPr/>
        </p:nvGrpSpPr>
        <p:grpSpPr>
          <a:xfrm>
            <a:off x="829799" y="2204636"/>
            <a:ext cx="442373" cy="420775"/>
            <a:chOff x="-6690625" y="3631325"/>
            <a:chExt cx="307225" cy="292225"/>
          </a:xfrm>
        </p:grpSpPr>
        <p:sp>
          <p:nvSpPr>
            <p:cNvPr id="10591" name="Google Shape;10591;p89"/>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9"/>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9"/>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9"/>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9"/>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89"/>
          <p:cNvGrpSpPr/>
          <p:nvPr/>
        </p:nvGrpSpPr>
        <p:grpSpPr>
          <a:xfrm>
            <a:off x="851921" y="2756972"/>
            <a:ext cx="421927" cy="419371"/>
            <a:chOff x="-6689825" y="3992050"/>
            <a:chExt cx="293025" cy="291250"/>
          </a:xfrm>
        </p:grpSpPr>
        <p:sp>
          <p:nvSpPr>
            <p:cNvPr id="10597" name="Google Shape;10597;p89"/>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9"/>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9"/>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9"/>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9"/>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9"/>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9"/>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9"/>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9"/>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9"/>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9"/>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9"/>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9" name="Google Shape;10609;p89"/>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0" name="Google Shape;10610;p89"/>
          <p:cNvGrpSpPr/>
          <p:nvPr/>
        </p:nvGrpSpPr>
        <p:grpSpPr>
          <a:xfrm>
            <a:off x="3535232" y="2205192"/>
            <a:ext cx="423043" cy="419659"/>
            <a:chOff x="-4837325" y="3612425"/>
            <a:chExt cx="293800" cy="291450"/>
          </a:xfrm>
        </p:grpSpPr>
        <p:sp>
          <p:nvSpPr>
            <p:cNvPr id="10611" name="Google Shape;10611;p89"/>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9"/>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9"/>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89"/>
          <p:cNvGrpSpPr/>
          <p:nvPr/>
        </p:nvGrpSpPr>
        <p:grpSpPr>
          <a:xfrm>
            <a:off x="3548265" y="2756826"/>
            <a:ext cx="420775" cy="419659"/>
            <a:chOff x="-4837325" y="3971575"/>
            <a:chExt cx="292225" cy="291450"/>
          </a:xfrm>
        </p:grpSpPr>
        <p:sp>
          <p:nvSpPr>
            <p:cNvPr id="10615" name="Google Shape;10615;p89"/>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9"/>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9"/>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9"/>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9"/>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9"/>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89"/>
          <p:cNvGrpSpPr/>
          <p:nvPr/>
        </p:nvGrpSpPr>
        <p:grpSpPr>
          <a:xfrm>
            <a:off x="6240279" y="1714185"/>
            <a:ext cx="430998" cy="369730"/>
            <a:chOff x="-3037625" y="3254850"/>
            <a:chExt cx="299325" cy="256775"/>
          </a:xfrm>
        </p:grpSpPr>
        <p:sp>
          <p:nvSpPr>
            <p:cNvPr id="10622" name="Google Shape;10622;p89"/>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9"/>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9"/>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9"/>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89"/>
          <p:cNvGrpSpPr/>
          <p:nvPr/>
        </p:nvGrpSpPr>
        <p:grpSpPr>
          <a:xfrm>
            <a:off x="6244239" y="2204615"/>
            <a:ext cx="423079" cy="420811"/>
            <a:chOff x="-3031325" y="3597450"/>
            <a:chExt cx="293825" cy="292250"/>
          </a:xfrm>
        </p:grpSpPr>
        <p:sp>
          <p:nvSpPr>
            <p:cNvPr id="10627" name="Google Shape;10627;p89"/>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9"/>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9"/>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9"/>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89"/>
          <p:cNvGrpSpPr/>
          <p:nvPr/>
        </p:nvGrpSpPr>
        <p:grpSpPr>
          <a:xfrm>
            <a:off x="6256714" y="2781214"/>
            <a:ext cx="421927" cy="370882"/>
            <a:chOff x="-3030525" y="3973150"/>
            <a:chExt cx="293025" cy="257575"/>
          </a:xfrm>
        </p:grpSpPr>
        <p:sp>
          <p:nvSpPr>
            <p:cNvPr id="10632" name="Google Shape;10632;p89"/>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9"/>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89"/>
          <p:cNvGrpSpPr/>
          <p:nvPr/>
        </p:nvGrpSpPr>
        <p:grpSpPr>
          <a:xfrm>
            <a:off x="1358307" y="3369426"/>
            <a:ext cx="421927" cy="297195"/>
            <a:chOff x="-1199300" y="3279250"/>
            <a:chExt cx="293025" cy="206400"/>
          </a:xfrm>
        </p:grpSpPr>
        <p:sp>
          <p:nvSpPr>
            <p:cNvPr id="10635" name="Google Shape;10635;p89"/>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9"/>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9"/>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9"/>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89"/>
          <p:cNvGrpSpPr/>
          <p:nvPr/>
        </p:nvGrpSpPr>
        <p:grpSpPr>
          <a:xfrm>
            <a:off x="1365393" y="1688773"/>
            <a:ext cx="444605" cy="420559"/>
            <a:chOff x="-6338550" y="3272950"/>
            <a:chExt cx="308775" cy="292075"/>
          </a:xfrm>
        </p:grpSpPr>
        <p:sp>
          <p:nvSpPr>
            <p:cNvPr id="10640" name="Google Shape;10640;p89"/>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9"/>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9"/>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89"/>
          <p:cNvGrpSpPr/>
          <p:nvPr/>
        </p:nvGrpSpPr>
        <p:grpSpPr>
          <a:xfrm>
            <a:off x="1376732" y="2205194"/>
            <a:ext cx="421927" cy="419659"/>
            <a:chOff x="-6329100" y="3632100"/>
            <a:chExt cx="293025" cy="291450"/>
          </a:xfrm>
        </p:grpSpPr>
        <p:sp>
          <p:nvSpPr>
            <p:cNvPr id="10644" name="Google Shape;10644;p89"/>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9"/>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9"/>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89"/>
          <p:cNvGrpSpPr/>
          <p:nvPr/>
        </p:nvGrpSpPr>
        <p:grpSpPr>
          <a:xfrm>
            <a:off x="1389783" y="2756828"/>
            <a:ext cx="419623" cy="419659"/>
            <a:chOff x="-6329875" y="3992050"/>
            <a:chExt cx="291425" cy="291450"/>
          </a:xfrm>
        </p:grpSpPr>
        <p:sp>
          <p:nvSpPr>
            <p:cNvPr id="10648" name="Google Shape;10648;p89"/>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9"/>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9"/>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9"/>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2" name="Google Shape;10652;p89"/>
          <p:cNvGrpSpPr/>
          <p:nvPr/>
        </p:nvGrpSpPr>
        <p:grpSpPr>
          <a:xfrm>
            <a:off x="4075920" y="1687530"/>
            <a:ext cx="423079" cy="423043"/>
            <a:chOff x="-4478975" y="3251700"/>
            <a:chExt cx="293825" cy="293800"/>
          </a:xfrm>
        </p:grpSpPr>
        <p:sp>
          <p:nvSpPr>
            <p:cNvPr id="10653" name="Google Shape;10653;p89"/>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9"/>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9"/>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89"/>
          <p:cNvGrpSpPr/>
          <p:nvPr/>
        </p:nvGrpSpPr>
        <p:grpSpPr>
          <a:xfrm>
            <a:off x="4075920" y="2205192"/>
            <a:ext cx="423079" cy="419659"/>
            <a:chOff x="-4475825" y="3612425"/>
            <a:chExt cx="293825" cy="291450"/>
          </a:xfrm>
        </p:grpSpPr>
        <p:sp>
          <p:nvSpPr>
            <p:cNvPr id="10657" name="Google Shape;10657;p89"/>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9"/>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9"/>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89"/>
          <p:cNvGrpSpPr/>
          <p:nvPr/>
        </p:nvGrpSpPr>
        <p:grpSpPr>
          <a:xfrm>
            <a:off x="4084992" y="2756844"/>
            <a:ext cx="428730" cy="419623"/>
            <a:chOff x="-4480550" y="3970800"/>
            <a:chExt cx="297750" cy="291425"/>
          </a:xfrm>
        </p:grpSpPr>
        <p:sp>
          <p:nvSpPr>
            <p:cNvPr id="10661" name="Google Shape;10661;p89"/>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9"/>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89"/>
          <p:cNvGrpSpPr/>
          <p:nvPr/>
        </p:nvGrpSpPr>
        <p:grpSpPr>
          <a:xfrm>
            <a:off x="6788826" y="1689221"/>
            <a:ext cx="415123" cy="419659"/>
            <a:chOff x="-2668225" y="3239075"/>
            <a:chExt cx="288300" cy="291450"/>
          </a:xfrm>
        </p:grpSpPr>
        <p:sp>
          <p:nvSpPr>
            <p:cNvPr id="10664" name="Google Shape;10664;p89"/>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9"/>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9"/>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9"/>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9"/>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89"/>
          <p:cNvGrpSpPr/>
          <p:nvPr/>
        </p:nvGrpSpPr>
        <p:grpSpPr>
          <a:xfrm>
            <a:off x="6785982" y="2205191"/>
            <a:ext cx="420811" cy="419659"/>
            <a:chOff x="-2671375" y="3597450"/>
            <a:chExt cx="292250" cy="291450"/>
          </a:xfrm>
        </p:grpSpPr>
        <p:sp>
          <p:nvSpPr>
            <p:cNvPr id="10670" name="Google Shape;10670;p89"/>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9"/>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89"/>
          <p:cNvGrpSpPr/>
          <p:nvPr/>
        </p:nvGrpSpPr>
        <p:grpSpPr>
          <a:xfrm>
            <a:off x="6796765" y="2755691"/>
            <a:ext cx="423043" cy="421927"/>
            <a:chOff x="-2670575" y="3956600"/>
            <a:chExt cx="293800" cy="293025"/>
          </a:xfrm>
        </p:grpSpPr>
        <p:sp>
          <p:nvSpPr>
            <p:cNvPr id="10673" name="Google Shape;10673;p89"/>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9"/>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9"/>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9"/>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7" name="Google Shape;10677;p89"/>
          <p:cNvGrpSpPr/>
          <p:nvPr/>
        </p:nvGrpSpPr>
        <p:grpSpPr>
          <a:xfrm>
            <a:off x="3054285" y="3311947"/>
            <a:ext cx="426462" cy="418363"/>
            <a:chOff x="-1183550" y="3586525"/>
            <a:chExt cx="296175" cy="290550"/>
          </a:xfrm>
        </p:grpSpPr>
        <p:sp>
          <p:nvSpPr>
            <p:cNvPr id="10678" name="Google Shape;10678;p89"/>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9"/>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9"/>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9"/>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9"/>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9"/>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9"/>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9"/>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9"/>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89"/>
          <p:cNvGrpSpPr/>
          <p:nvPr/>
        </p:nvGrpSpPr>
        <p:grpSpPr>
          <a:xfrm>
            <a:off x="1917896" y="1689799"/>
            <a:ext cx="420811" cy="418507"/>
            <a:chOff x="-5971525" y="3273750"/>
            <a:chExt cx="292250" cy="290650"/>
          </a:xfrm>
        </p:grpSpPr>
        <p:sp>
          <p:nvSpPr>
            <p:cNvPr id="10688" name="Google Shape;10688;p89"/>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9"/>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9"/>
          <p:cNvGrpSpPr/>
          <p:nvPr/>
        </p:nvGrpSpPr>
        <p:grpSpPr>
          <a:xfrm>
            <a:off x="1912226" y="2203826"/>
            <a:ext cx="432150" cy="422395"/>
            <a:chOff x="-5974675" y="3632100"/>
            <a:chExt cx="300125" cy="293350"/>
          </a:xfrm>
        </p:grpSpPr>
        <p:sp>
          <p:nvSpPr>
            <p:cNvPr id="10691" name="Google Shape;10691;p89"/>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9"/>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9"/>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4" name="Google Shape;10694;p89"/>
          <p:cNvGrpSpPr/>
          <p:nvPr/>
        </p:nvGrpSpPr>
        <p:grpSpPr>
          <a:xfrm>
            <a:off x="1942267" y="2755694"/>
            <a:ext cx="395865" cy="421927"/>
            <a:chOff x="-5971525" y="3990475"/>
            <a:chExt cx="274925" cy="293025"/>
          </a:xfrm>
        </p:grpSpPr>
        <p:sp>
          <p:nvSpPr>
            <p:cNvPr id="10695" name="Google Shape;10695;p89"/>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9"/>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9"/>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9"/>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89"/>
          <p:cNvGrpSpPr/>
          <p:nvPr/>
        </p:nvGrpSpPr>
        <p:grpSpPr>
          <a:xfrm>
            <a:off x="4615473" y="1689798"/>
            <a:ext cx="420775" cy="418507"/>
            <a:chOff x="-4118225" y="3253275"/>
            <a:chExt cx="292225" cy="290650"/>
          </a:xfrm>
        </p:grpSpPr>
        <p:sp>
          <p:nvSpPr>
            <p:cNvPr id="10700" name="Google Shape;10700;p89"/>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9"/>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9"/>
          <p:cNvGrpSpPr/>
          <p:nvPr/>
        </p:nvGrpSpPr>
        <p:grpSpPr>
          <a:xfrm>
            <a:off x="4665924" y="2204922"/>
            <a:ext cx="319874" cy="420199"/>
            <a:chOff x="-4082800" y="3612425"/>
            <a:chExt cx="222150" cy="291825"/>
          </a:xfrm>
        </p:grpSpPr>
        <p:sp>
          <p:nvSpPr>
            <p:cNvPr id="10703" name="Google Shape;10703;p89"/>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9"/>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9"/>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89"/>
          <p:cNvGrpSpPr/>
          <p:nvPr/>
        </p:nvGrpSpPr>
        <p:grpSpPr>
          <a:xfrm>
            <a:off x="4627372" y="2769876"/>
            <a:ext cx="420775" cy="393561"/>
            <a:chOff x="-4118225" y="3990475"/>
            <a:chExt cx="292225" cy="273325"/>
          </a:xfrm>
        </p:grpSpPr>
        <p:sp>
          <p:nvSpPr>
            <p:cNvPr id="10707" name="Google Shape;10707;p89"/>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9"/>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9"/>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9"/>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89"/>
          <p:cNvGrpSpPr/>
          <p:nvPr/>
        </p:nvGrpSpPr>
        <p:grpSpPr>
          <a:xfrm>
            <a:off x="7338026" y="1688087"/>
            <a:ext cx="394713" cy="421927"/>
            <a:chOff x="-2312225" y="3238300"/>
            <a:chExt cx="274125" cy="293025"/>
          </a:xfrm>
        </p:grpSpPr>
        <p:sp>
          <p:nvSpPr>
            <p:cNvPr id="10712" name="Google Shape;10712;p89"/>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9"/>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89"/>
          <p:cNvGrpSpPr/>
          <p:nvPr/>
        </p:nvGrpSpPr>
        <p:grpSpPr>
          <a:xfrm>
            <a:off x="7335742" y="2756825"/>
            <a:ext cx="423079" cy="419659"/>
            <a:chOff x="-2310650" y="3958175"/>
            <a:chExt cx="293825" cy="291450"/>
          </a:xfrm>
        </p:grpSpPr>
        <p:sp>
          <p:nvSpPr>
            <p:cNvPr id="10715" name="Google Shape;10715;p89"/>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9"/>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89"/>
          <p:cNvGrpSpPr/>
          <p:nvPr/>
        </p:nvGrpSpPr>
        <p:grpSpPr>
          <a:xfrm>
            <a:off x="4702603" y="3308459"/>
            <a:ext cx="424159" cy="419659"/>
            <a:chOff x="-1182750" y="3962900"/>
            <a:chExt cx="294575" cy="291450"/>
          </a:xfrm>
        </p:grpSpPr>
        <p:sp>
          <p:nvSpPr>
            <p:cNvPr id="10718" name="Google Shape;10718;p89"/>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9"/>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9"/>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9"/>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9"/>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9"/>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9"/>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89"/>
          <p:cNvGrpSpPr/>
          <p:nvPr/>
        </p:nvGrpSpPr>
        <p:grpSpPr>
          <a:xfrm>
            <a:off x="2455739" y="1689223"/>
            <a:ext cx="424195" cy="419659"/>
            <a:chOff x="-5611575" y="3272950"/>
            <a:chExt cx="294600" cy="291450"/>
          </a:xfrm>
        </p:grpSpPr>
        <p:sp>
          <p:nvSpPr>
            <p:cNvPr id="10726" name="Google Shape;10726;p89"/>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9"/>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9"/>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9"/>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9"/>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89"/>
          <p:cNvGrpSpPr/>
          <p:nvPr/>
        </p:nvGrpSpPr>
        <p:grpSpPr>
          <a:xfrm>
            <a:off x="2455739" y="2205770"/>
            <a:ext cx="424195" cy="418507"/>
            <a:chOff x="-5613150" y="3632900"/>
            <a:chExt cx="294600" cy="290650"/>
          </a:xfrm>
        </p:grpSpPr>
        <p:sp>
          <p:nvSpPr>
            <p:cNvPr id="10732" name="Google Shape;10732;p89"/>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9"/>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89"/>
          <p:cNvGrpSpPr/>
          <p:nvPr/>
        </p:nvGrpSpPr>
        <p:grpSpPr>
          <a:xfrm>
            <a:off x="7324977" y="2153586"/>
            <a:ext cx="420811" cy="522864"/>
            <a:chOff x="-2310650" y="3525775"/>
            <a:chExt cx="292250" cy="363125"/>
          </a:xfrm>
        </p:grpSpPr>
        <p:sp>
          <p:nvSpPr>
            <p:cNvPr id="10735" name="Google Shape;10735;p89"/>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9"/>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9"/>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9"/>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89"/>
          <p:cNvGrpSpPr/>
          <p:nvPr/>
        </p:nvGrpSpPr>
        <p:grpSpPr>
          <a:xfrm>
            <a:off x="2467638" y="2756270"/>
            <a:ext cx="424195" cy="420775"/>
            <a:chOff x="-5613150" y="3991275"/>
            <a:chExt cx="294600" cy="292225"/>
          </a:xfrm>
        </p:grpSpPr>
        <p:sp>
          <p:nvSpPr>
            <p:cNvPr id="10740" name="Google Shape;10740;p89"/>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9"/>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9"/>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9"/>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9"/>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9"/>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9"/>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9"/>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9"/>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89"/>
          <p:cNvGrpSpPr/>
          <p:nvPr/>
        </p:nvGrpSpPr>
        <p:grpSpPr>
          <a:xfrm>
            <a:off x="5139126" y="1689438"/>
            <a:ext cx="434634" cy="419227"/>
            <a:chOff x="-3768700" y="3253275"/>
            <a:chExt cx="301850" cy="291150"/>
          </a:xfrm>
        </p:grpSpPr>
        <p:sp>
          <p:nvSpPr>
            <p:cNvPr id="10750" name="Google Shape;10750;p89"/>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9"/>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9"/>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89"/>
          <p:cNvGrpSpPr/>
          <p:nvPr/>
        </p:nvGrpSpPr>
        <p:grpSpPr>
          <a:xfrm>
            <a:off x="5143209" y="2217090"/>
            <a:ext cx="426462" cy="395865"/>
            <a:chOff x="-3808700" y="3628950"/>
            <a:chExt cx="296175" cy="274925"/>
          </a:xfrm>
        </p:grpSpPr>
        <p:sp>
          <p:nvSpPr>
            <p:cNvPr id="10754" name="Google Shape;10754;p89"/>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9"/>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9"/>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89"/>
          <p:cNvGrpSpPr/>
          <p:nvPr/>
        </p:nvGrpSpPr>
        <p:grpSpPr>
          <a:xfrm>
            <a:off x="5208420" y="2756412"/>
            <a:ext cx="419443" cy="420487"/>
            <a:chOff x="-3771675" y="3971775"/>
            <a:chExt cx="291300" cy="292025"/>
          </a:xfrm>
        </p:grpSpPr>
        <p:sp>
          <p:nvSpPr>
            <p:cNvPr id="10758" name="Google Shape;10758;p89"/>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9"/>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9"/>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9"/>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9"/>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3" name="Google Shape;10763;p89"/>
          <p:cNvGrpSpPr/>
          <p:nvPr/>
        </p:nvGrpSpPr>
        <p:grpSpPr>
          <a:xfrm>
            <a:off x="7869864" y="1716461"/>
            <a:ext cx="420271" cy="320774"/>
            <a:chOff x="-1951475" y="3273100"/>
            <a:chExt cx="291875" cy="222775"/>
          </a:xfrm>
        </p:grpSpPr>
        <p:sp>
          <p:nvSpPr>
            <p:cNvPr id="10764" name="Google Shape;10764;p89"/>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9"/>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9"/>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89"/>
          <p:cNvGrpSpPr/>
          <p:nvPr/>
        </p:nvGrpSpPr>
        <p:grpSpPr>
          <a:xfrm>
            <a:off x="7867344" y="2205191"/>
            <a:ext cx="425310" cy="419659"/>
            <a:chOff x="-1951475" y="3597450"/>
            <a:chExt cx="295375" cy="291450"/>
          </a:xfrm>
        </p:grpSpPr>
        <p:sp>
          <p:nvSpPr>
            <p:cNvPr id="10768" name="Google Shape;10768;p89"/>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9"/>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9"/>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9"/>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89"/>
          <p:cNvGrpSpPr/>
          <p:nvPr/>
        </p:nvGrpSpPr>
        <p:grpSpPr>
          <a:xfrm>
            <a:off x="7869595" y="2756825"/>
            <a:ext cx="444605" cy="419659"/>
            <a:chOff x="-1960150" y="3956600"/>
            <a:chExt cx="308775" cy="291450"/>
          </a:xfrm>
        </p:grpSpPr>
        <p:sp>
          <p:nvSpPr>
            <p:cNvPr id="10773" name="Google Shape;10773;p89"/>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9"/>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89"/>
          <p:cNvGrpSpPr/>
          <p:nvPr/>
        </p:nvGrpSpPr>
        <p:grpSpPr>
          <a:xfrm>
            <a:off x="1923633" y="3307636"/>
            <a:ext cx="420775" cy="420775"/>
            <a:chOff x="-804700" y="3226500"/>
            <a:chExt cx="292225" cy="292225"/>
          </a:xfrm>
        </p:grpSpPr>
        <p:sp>
          <p:nvSpPr>
            <p:cNvPr id="10776" name="Google Shape;10776;p89"/>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9"/>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9"/>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9"/>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9"/>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9"/>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9"/>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89"/>
          <p:cNvGrpSpPr/>
          <p:nvPr/>
        </p:nvGrpSpPr>
        <p:grpSpPr>
          <a:xfrm>
            <a:off x="3003724" y="1688647"/>
            <a:ext cx="420775" cy="420811"/>
            <a:chOff x="-5251625" y="3272950"/>
            <a:chExt cx="292225" cy="292250"/>
          </a:xfrm>
        </p:grpSpPr>
        <p:sp>
          <p:nvSpPr>
            <p:cNvPr id="10784" name="Google Shape;10784;p89"/>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9"/>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9"/>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89"/>
          <p:cNvGrpSpPr/>
          <p:nvPr/>
        </p:nvGrpSpPr>
        <p:grpSpPr>
          <a:xfrm>
            <a:off x="3000322" y="2204348"/>
            <a:ext cx="427578" cy="421351"/>
            <a:chOff x="-5254775" y="3631325"/>
            <a:chExt cx="296950" cy="292625"/>
          </a:xfrm>
        </p:grpSpPr>
        <p:sp>
          <p:nvSpPr>
            <p:cNvPr id="10788" name="Google Shape;10788;p89"/>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9"/>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9"/>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9"/>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9"/>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9"/>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9"/>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5" name="Google Shape;10795;p89"/>
          <p:cNvGrpSpPr/>
          <p:nvPr/>
        </p:nvGrpSpPr>
        <p:grpSpPr>
          <a:xfrm>
            <a:off x="3016181" y="2756270"/>
            <a:ext cx="419659" cy="420775"/>
            <a:chOff x="-5251625" y="3991275"/>
            <a:chExt cx="291450" cy="292225"/>
          </a:xfrm>
        </p:grpSpPr>
        <p:sp>
          <p:nvSpPr>
            <p:cNvPr id="10796" name="Google Shape;10796;p89"/>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9"/>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9"/>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9"/>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9"/>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89"/>
          <p:cNvGrpSpPr/>
          <p:nvPr/>
        </p:nvGrpSpPr>
        <p:grpSpPr>
          <a:xfrm>
            <a:off x="5756763" y="1689240"/>
            <a:ext cx="319874" cy="419623"/>
            <a:chOff x="-3365275" y="3253275"/>
            <a:chExt cx="222150" cy="291425"/>
          </a:xfrm>
        </p:grpSpPr>
        <p:sp>
          <p:nvSpPr>
            <p:cNvPr id="10802" name="Google Shape;10802;p89"/>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9"/>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89"/>
          <p:cNvGrpSpPr/>
          <p:nvPr/>
        </p:nvGrpSpPr>
        <p:grpSpPr>
          <a:xfrm>
            <a:off x="5730701" y="2204058"/>
            <a:ext cx="371998" cy="421927"/>
            <a:chOff x="-3383375" y="3611625"/>
            <a:chExt cx="258350" cy="293025"/>
          </a:xfrm>
        </p:grpSpPr>
        <p:sp>
          <p:nvSpPr>
            <p:cNvPr id="10805" name="Google Shape;10805;p89"/>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9"/>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89"/>
          <p:cNvGrpSpPr/>
          <p:nvPr/>
        </p:nvGrpSpPr>
        <p:grpSpPr>
          <a:xfrm>
            <a:off x="5793050" y="2756826"/>
            <a:ext cx="271097" cy="419659"/>
            <a:chOff x="-3347950" y="3971575"/>
            <a:chExt cx="188275" cy="291450"/>
          </a:xfrm>
        </p:grpSpPr>
        <p:sp>
          <p:nvSpPr>
            <p:cNvPr id="10808" name="Google Shape;10808;p89"/>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9"/>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9"/>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89"/>
          <p:cNvGrpSpPr/>
          <p:nvPr/>
        </p:nvGrpSpPr>
        <p:grpSpPr>
          <a:xfrm>
            <a:off x="842909" y="3307061"/>
            <a:ext cx="371998" cy="421927"/>
            <a:chOff x="-1575775" y="3238300"/>
            <a:chExt cx="258350" cy="293025"/>
          </a:xfrm>
        </p:grpSpPr>
        <p:sp>
          <p:nvSpPr>
            <p:cNvPr id="10812" name="Google Shape;10812;p89"/>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9"/>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9"/>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9"/>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9"/>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89"/>
          <p:cNvGrpSpPr/>
          <p:nvPr/>
        </p:nvGrpSpPr>
        <p:grpSpPr>
          <a:xfrm>
            <a:off x="2487807" y="3309051"/>
            <a:ext cx="423079" cy="424159"/>
            <a:chOff x="-1591550" y="3597475"/>
            <a:chExt cx="293825" cy="294575"/>
          </a:xfrm>
        </p:grpSpPr>
        <p:sp>
          <p:nvSpPr>
            <p:cNvPr id="10818" name="Google Shape;10818;p89"/>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9"/>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9"/>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1" name="Google Shape;10821;p89"/>
          <p:cNvGrpSpPr/>
          <p:nvPr/>
        </p:nvGrpSpPr>
        <p:grpSpPr>
          <a:xfrm>
            <a:off x="4137277" y="3318663"/>
            <a:ext cx="421927" cy="399248"/>
            <a:chOff x="-1592325" y="3957400"/>
            <a:chExt cx="293025" cy="277275"/>
          </a:xfrm>
        </p:grpSpPr>
        <p:sp>
          <p:nvSpPr>
            <p:cNvPr id="10822" name="Google Shape;10822;p89"/>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9"/>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9"/>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9"/>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6" name="Google Shape;10826;p89"/>
          <p:cNvGrpSpPr/>
          <p:nvPr/>
        </p:nvGrpSpPr>
        <p:grpSpPr>
          <a:xfrm>
            <a:off x="3624147" y="3310744"/>
            <a:ext cx="369730" cy="420775"/>
            <a:chOff x="-778700" y="3612425"/>
            <a:chExt cx="256775" cy="292225"/>
          </a:xfrm>
        </p:grpSpPr>
        <p:sp>
          <p:nvSpPr>
            <p:cNvPr id="10827" name="Google Shape;10827;p89"/>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9"/>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9"/>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9"/>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9"/>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9"/>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89"/>
          <p:cNvGrpSpPr/>
          <p:nvPr/>
        </p:nvGrpSpPr>
        <p:grpSpPr>
          <a:xfrm>
            <a:off x="6095649" y="3828305"/>
            <a:ext cx="340731" cy="387641"/>
            <a:chOff x="7728464" y="1561258"/>
            <a:chExt cx="349719" cy="397866"/>
          </a:xfrm>
        </p:grpSpPr>
        <p:sp>
          <p:nvSpPr>
            <p:cNvPr id="10834" name="Google Shape;10834;p89"/>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9"/>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89"/>
          <p:cNvGrpSpPr/>
          <p:nvPr/>
        </p:nvGrpSpPr>
        <p:grpSpPr>
          <a:xfrm>
            <a:off x="4018617" y="3828305"/>
            <a:ext cx="387681" cy="387641"/>
            <a:chOff x="5611350" y="1561258"/>
            <a:chExt cx="397907" cy="397866"/>
          </a:xfrm>
        </p:grpSpPr>
        <p:sp>
          <p:nvSpPr>
            <p:cNvPr id="10837" name="Google Shape;10837;p89"/>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9"/>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9"/>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9"/>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89"/>
          <p:cNvGrpSpPr/>
          <p:nvPr/>
        </p:nvGrpSpPr>
        <p:grpSpPr>
          <a:xfrm>
            <a:off x="4537903" y="3925571"/>
            <a:ext cx="387610" cy="193109"/>
            <a:chOff x="6140660" y="1661097"/>
            <a:chExt cx="397835" cy="198202"/>
          </a:xfrm>
        </p:grpSpPr>
        <p:sp>
          <p:nvSpPr>
            <p:cNvPr id="10842" name="Google Shape;10842;p89"/>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9"/>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9"/>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9"/>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6" name="Google Shape;10846;p89"/>
          <p:cNvGrpSpPr/>
          <p:nvPr/>
        </p:nvGrpSpPr>
        <p:grpSpPr>
          <a:xfrm>
            <a:off x="5057118" y="3828305"/>
            <a:ext cx="387681" cy="387641"/>
            <a:chOff x="6669907" y="1561258"/>
            <a:chExt cx="397907" cy="397866"/>
          </a:xfrm>
        </p:grpSpPr>
        <p:sp>
          <p:nvSpPr>
            <p:cNvPr id="10847" name="Google Shape;10847;p89"/>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9"/>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9"/>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9"/>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9"/>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89"/>
          <p:cNvGrpSpPr/>
          <p:nvPr/>
        </p:nvGrpSpPr>
        <p:grpSpPr>
          <a:xfrm>
            <a:off x="1942348" y="3885842"/>
            <a:ext cx="387681" cy="272572"/>
            <a:chOff x="3386036" y="1746339"/>
            <a:chExt cx="397907" cy="279762"/>
          </a:xfrm>
        </p:grpSpPr>
        <p:sp>
          <p:nvSpPr>
            <p:cNvPr id="10853" name="Google Shape;10853;p89"/>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9"/>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89"/>
          <p:cNvGrpSpPr/>
          <p:nvPr/>
        </p:nvGrpSpPr>
        <p:grpSpPr>
          <a:xfrm>
            <a:off x="2980045" y="3828288"/>
            <a:ext cx="387681" cy="387681"/>
            <a:chOff x="4417380" y="1687279"/>
            <a:chExt cx="397907" cy="397907"/>
          </a:xfrm>
        </p:grpSpPr>
        <p:sp>
          <p:nvSpPr>
            <p:cNvPr id="10856" name="Google Shape;10856;p89"/>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9"/>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89"/>
          <p:cNvGrpSpPr/>
          <p:nvPr/>
        </p:nvGrpSpPr>
        <p:grpSpPr>
          <a:xfrm>
            <a:off x="7926526" y="3308537"/>
            <a:ext cx="387661" cy="387661"/>
            <a:chOff x="2869999" y="1687279"/>
            <a:chExt cx="397887" cy="397887"/>
          </a:xfrm>
        </p:grpSpPr>
        <p:sp>
          <p:nvSpPr>
            <p:cNvPr id="10859" name="Google Shape;10859;p89"/>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9"/>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89"/>
          <p:cNvGrpSpPr/>
          <p:nvPr/>
        </p:nvGrpSpPr>
        <p:grpSpPr>
          <a:xfrm>
            <a:off x="2461634" y="3828664"/>
            <a:ext cx="386807" cy="386929"/>
            <a:chOff x="3902887" y="1687655"/>
            <a:chExt cx="397010" cy="397135"/>
          </a:xfrm>
        </p:grpSpPr>
        <p:sp>
          <p:nvSpPr>
            <p:cNvPr id="10862" name="Google Shape;10862;p89"/>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9"/>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4" name="Google Shape;10864;p89"/>
          <p:cNvGrpSpPr/>
          <p:nvPr/>
        </p:nvGrpSpPr>
        <p:grpSpPr>
          <a:xfrm>
            <a:off x="3499331" y="3828344"/>
            <a:ext cx="387681" cy="387681"/>
            <a:chOff x="4933458" y="1687279"/>
            <a:chExt cx="397907" cy="397907"/>
          </a:xfrm>
        </p:grpSpPr>
        <p:sp>
          <p:nvSpPr>
            <p:cNvPr id="10865" name="Google Shape;10865;p89"/>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9"/>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7" name="Google Shape;10867;p89"/>
          <p:cNvGrpSpPr/>
          <p:nvPr/>
        </p:nvGrpSpPr>
        <p:grpSpPr>
          <a:xfrm>
            <a:off x="5273586" y="3308775"/>
            <a:ext cx="387681" cy="387661"/>
            <a:chOff x="266768" y="1721375"/>
            <a:chExt cx="397907" cy="397887"/>
          </a:xfrm>
        </p:grpSpPr>
        <p:sp>
          <p:nvSpPr>
            <p:cNvPr id="10868" name="Google Shape;10868;p8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0" name="Google Shape;10870;p89"/>
          <p:cNvGrpSpPr/>
          <p:nvPr/>
        </p:nvGrpSpPr>
        <p:grpSpPr>
          <a:xfrm>
            <a:off x="7395588" y="3308924"/>
            <a:ext cx="387539" cy="386888"/>
            <a:chOff x="2408992" y="1722875"/>
            <a:chExt cx="397761" cy="397093"/>
          </a:xfrm>
        </p:grpSpPr>
        <p:sp>
          <p:nvSpPr>
            <p:cNvPr id="10871" name="Google Shape;10871;p89"/>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9"/>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3" name="Google Shape;10873;p89"/>
          <p:cNvGrpSpPr/>
          <p:nvPr/>
        </p:nvGrpSpPr>
        <p:grpSpPr>
          <a:xfrm>
            <a:off x="5576404" y="3828305"/>
            <a:ext cx="387641" cy="387641"/>
            <a:chOff x="7199196" y="1561258"/>
            <a:chExt cx="397866" cy="397866"/>
          </a:xfrm>
        </p:grpSpPr>
        <p:sp>
          <p:nvSpPr>
            <p:cNvPr id="10874" name="Google Shape;10874;p89"/>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9"/>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9"/>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7" name="Google Shape;10877;p89"/>
          <p:cNvGrpSpPr/>
          <p:nvPr/>
        </p:nvGrpSpPr>
        <p:grpSpPr>
          <a:xfrm>
            <a:off x="6332282" y="3308537"/>
            <a:ext cx="387661" cy="387661"/>
            <a:chOff x="1379798" y="1723250"/>
            <a:chExt cx="397887" cy="397887"/>
          </a:xfrm>
        </p:grpSpPr>
        <p:sp>
          <p:nvSpPr>
            <p:cNvPr id="10878" name="Google Shape;10878;p8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89"/>
          <p:cNvGrpSpPr/>
          <p:nvPr/>
        </p:nvGrpSpPr>
        <p:grpSpPr>
          <a:xfrm>
            <a:off x="5801242" y="3308537"/>
            <a:ext cx="387641" cy="387661"/>
            <a:chOff x="864491" y="1723250"/>
            <a:chExt cx="397866" cy="397887"/>
          </a:xfrm>
        </p:grpSpPr>
        <p:sp>
          <p:nvSpPr>
            <p:cNvPr id="10883" name="Google Shape;10883;p8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6" name="Google Shape;10886;p89"/>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7" name="Google Shape;10887;p89"/>
          <p:cNvGrpSpPr/>
          <p:nvPr/>
        </p:nvGrpSpPr>
        <p:grpSpPr>
          <a:xfrm>
            <a:off x="6568070" y="3827060"/>
            <a:ext cx="388966" cy="388966"/>
            <a:chOff x="1190625" y="238125"/>
            <a:chExt cx="5235075" cy="5235075"/>
          </a:xfrm>
        </p:grpSpPr>
        <p:sp>
          <p:nvSpPr>
            <p:cNvPr id="10888" name="Google Shape;10888;p89"/>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9"/>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0" name="Google Shape;10890;p8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94"/>
        <p:cNvGrpSpPr/>
        <p:nvPr/>
      </p:nvGrpSpPr>
      <p:grpSpPr>
        <a:xfrm>
          <a:off x="0" y="0"/>
          <a:ext cx="0" cy="0"/>
          <a:chOff x="0" y="0"/>
          <a:chExt cx="0" cy="0"/>
        </a:xfrm>
      </p:grpSpPr>
      <p:pic>
        <p:nvPicPr>
          <p:cNvPr id="10895" name="Google Shape;10895;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International Telecommunications Day by Slidesgo">
  <a:themeElements>
    <a:clrScheme name="Simple Light">
      <a:dk1>
        <a:srgbClr val="434343"/>
      </a:dk1>
      <a:lt1>
        <a:srgbClr val="EFEFEF"/>
      </a:lt1>
      <a:dk2>
        <a:srgbClr val="B9C5C3"/>
      </a:dk2>
      <a:lt2>
        <a:srgbClr val="ABC6B7"/>
      </a:lt2>
      <a:accent1>
        <a:srgbClr val="7187B8"/>
      </a:accent1>
      <a:accent2>
        <a:srgbClr val="325995"/>
      </a:accent2>
      <a:accent3>
        <a:srgbClr val="D63427"/>
      </a:accent3>
      <a:accent4>
        <a:srgbClr val="EB9796"/>
      </a:accent4>
      <a:accent5>
        <a:srgbClr val="FFFFFF"/>
      </a:accent5>
      <a:accent6>
        <a:srgbClr val="FFFFFF"/>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2134</Words>
  <Application>Microsoft Office PowerPoint</Application>
  <PresentationFormat>Affichage à l'écran (16:9)</PresentationFormat>
  <Paragraphs>372</Paragraphs>
  <Slides>56</Slides>
  <Notes>56</Notes>
  <HiddenSlides>0</HiddenSlides>
  <MMClips>0</MMClips>
  <ScaleCrop>false</ScaleCrop>
  <HeadingPairs>
    <vt:vector size="6" baseType="variant">
      <vt:variant>
        <vt:lpstr>Polices utilisées</vt:lpstr>
      </vt:variant>
      <vt:variant>
        <vt:i4>12</vt:i4>
      </vt:variant>
      <vt:variant>
        <vt:lpstr>Thème</vt:lpstr>
      </vt:variant>
      <vt:variant>
        <vt:i4>2</vt:i4>
      </vt:variant>
      <vt:variant>
        <vt:lpstr>Titres des diapositives</vt:lpstr>
      </vt:variant>
      <vt:variant>
        <vt:i4>56</vt:i4>
      </vt:variant>
    </vt:vector>
  </HeadingPairs>
  <TitlesOfParts>
    <vt:vector size="70" baseType="lpstr">
      <vt:lpstr>IBM Plex Mono</vt:lpstr>
      <vt:lpstr>Metrophobic</vt:lpstr>
      <vt:lpstr>Roboto Medium</vt:lpstr>
      <vt:lpstr>Nunito Light</vt:lpstr>
      <vt:lpstr>Arial</vt:lpstr>
      <vt:lpstr>IBM Plex Mono SemiBold</vt:lpstr>
      <vt:lpstr>Bebas Neue</vt:lpstr>
      <vt:lpstr>Amatic SC</vt:lpstr>
      <vt:lpstr>Calibri</vt:lpstr>
      <vt:lpstr>Anaheim</vt:lpstr>
      <vt:lpstr>Proxima Nova</vt:lpstr>
      <vt:lpstr>Proxima Nova Semibold</vt:lpstr>
      <vt:lpstr>International Telecommunications Day by Slidesgo</vt:lpstr>
      <vt:lpstr>Slidesgo Final Pages</vt:lpstr>
      <vt:lpstr>Día internacional de las telecomunicaciones</vt:lpstr>
      <vt:lpstr>Contenido de esta plantilla</vt:lpstr>
      <vt:lpstr>Tabla de contenidos</vt:lpstr>
      <vt:lpstr>Guau!</vt:lpstr>
      <vt:lpstr>Nombre de la sección</vt:lpstr>
      <vt:lpstr>¿Necesitas un texto más largo?</vt:lpstr>
      <vt:lpstr>Usos del internet</vt:lpstr>
      <vt:lpstr>Este es el título de la diapositiva</vt:lpstr>
      <vt:lpstr>¿Necesitas dividir el contenido?</vt:lpstr>
      <vt:lpstr>Aquí hay tres ideas importantes</vt:lpstr>
      <vt:lpstr>Divide el contenido en cuatro ideas</vt:lpstr>
      <vt:lpstr>Repasar conceptos es una buena idea</vt:lpstr>
      <vt:lpstr>Palabras asombrosas</vt:lpstr>
      <vt:lpstr>—Alguien Famoso</vt:lpstr>
      <vt:lpstr>Una imagen vale más que mil palabras</vt:lpstr>
      <vt:lpstr>Una imagen siempre refuerza el concepto</vt:lpstr>
      <vt:lpstr>4,498,300</vt:lpstr>
      <vt:lpstr>9h 55m 23s</vt:lpstr>
      <vt:lpstr>¿Y si usas porcentajes?</vt:lpstr>
      <vt:lpstr>Mockup de ordenador</vt:lpstr>
      <vt:lpstr>Mockup de tablet</vt:lpstr>
      <vt:lpstr>Mockup de teléfono</vt:lpstr>
      <vt:lpstr>Esto es un mapa</vt:lpstr>
      <vt:lpstr>Aquí tienes una línea de tiempo</vt:lpstr>
      <vt:lpstr>Una tabla para representar datos</vt:lpstr>
      <vt:lpstr>Puedes usar esta gráfica</vt:lpstr>
      <vt:lpstr>Nuestro equipo</vt:lpstr>
      <vt:lpstr>Nombre de la sección</vt:lpstr>
      <vt:lpstr>Evolución del entretenimiento</vt:lpstr>
      <vt:lpstr>Las infografías siempre son útiles</vt:lpstr>
      <vt:lpstr>Evolución de las telecomunicaciones</vt:lpstr>
      <vt:lpstr>Aspectos destacados del día</vt:lpstr>
      <vt:lpstr>Nombre de la sección</vt:lpstr>
      <vt:lpstr>Horario de actividades</vt:lpstr>
      <vt:lpstr>¡Gracias!</vt:lpstr>
      <vt:lpstr>Pack de iconos</vt:lpstr>
      <vt:lpstr>Recursos alternativos</vt:lpstr>
      <vt:lpstr>Recursos</vt:lpstr>
      <vt:lpstr>Instructions for use</vt:lpstr>
      <vt:lpstr>Instructions for use (premium users)</vt:lpstr>
      <vt:lpstr>Fonts &amp; colors used</vt:lpstr>
      <vt:lpstr>Storyset</vt:lpstr>
      <vt:lpstr>Use our editable graphic resources...</vt:lpstr>
      <vt:lpstr>Présentation PowerPoint</vt:lpstr>
      <vt:lpstr>Présentation PowerPoint</vt:lpstr>
      <vt:lpstr>Présentation PowerPoint</vt:lpstr>
      <vt:lpstr>Présentation PowerPoint</vt:lpstr>
      <vt:lpstr>Présentation PowerPoint</vt:lpstr>
      <vt:lpstr>...and our sets of editable icons</vt:lpstr>
      <vt:lpstr>Présentation PowerPoint</vt:lpstr>
      <vt:lpstr>Présentation PowerPoint</vt:lpstr>
      <vt:lpstr>Présentation PowerPoint</vt:lpstr>
      <vt:lpstr>Présentation PowerPoint</vt:lpstr>
      <vt:lpstr>Nature Icons</vt:lpstr>
      <vt:lpstr>SEO &amp; Marketing Icons</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USER</dc:creator>
  <cp:lastModifiedBy>BEN SOMA</cp:lastModifiedBy>
  <cp:revision>1</cp:revision>
  <dcterms:modified xsi:type="dcterms:W3CDTF">2025-06-30T10:26:38Z</dcterms:modified>
</cp:coreProperties>
</file>