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Masters/slideMaster1.xml" ContentType="application/vnd.openxmlformats-officedocument.presentationml.slideMaster+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embedTrueTypeFonts="1" saveSubsetFonts="1" strictFirstAndLastChars="0">
  <p:sldMasterIdLst>
    <p:sldMasterId id="2147483680" r:id="rId1"/>
    <p:sldMasterId id="2147483681"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Lst>
  <p:sldSz cx="9144000" cy="5143500" type="screen16x9"/>
  <p:notesSz cx="6858000" cy="9144000"/>
  <p:embeddedFontLst>
    <p:embeddedFont>
      <p:font charset="-79" panose="00000500000000000000" pitchFamily="2" typeface="Amatic SC"/>
      <p:regular r:id="rId29"/>
      <p:bold r:id="rId30"/>
    </p:embeddedFont>
    <p:embeddedFont>
      <p:font charset="0" panose="020B0604020202020204" typeface="Anaheim"/>
      <p:regular r:id="rId31"/>
      <p:bold r:id="rId32"/>
    </p:embeddedFont>
    <p:embeddedFont>
      <p:font charset="0" panose="020B0606020202050201" pitchFamily="34" typeface="Bebas Neue"/>
      <p:regular r:id="rId33"/>
    </p:embeddedFont>
    <p:embeddedFont>
      <p:font charset="0" panose="020B0509050203000203" pitchFamily="49" typeface="IBM Plex Mono"/>
      <p:regular r:id="rId34"/>
      <p:bold r:id="rId35"/>
      <p:italic r:id="rId36"/>
      <p:boldItalic r:id="rId37"/>
    </p:embeddedFont>
    <p:embeddedFont>
      <p:font charset="0" panose="020B0709050203000203" pitchFamily="49" typeface="IBM Plex Mono SemiBold"/>
      <p:regular r:id="rId38"/>
      <p:bold r:id="rId39"/>
      <p:italic r:id="rId40"/>
      <p:boldItalic r:id="rId41"/>
    </p:embeddedFont>
    <p:embeddedFont>
      <p:font charset="0" panose="020B0604020202020204" typeface="Metrophobic"/>
      <p:regular r:id="rId42"/>
    </p:embeddedFont>
    <p:embeddedFont>
      <p:font charset="0" pitchFamily="2" typeface="Nunito Light"/>
      <p:regular r:id="rId43"/>
    </p:embeddedFont>
    <p:embeddedFont>
      <p:font charset="0" panose="020B0604020202020204" typeface="Proxima Nova"/>
      <p:regular r:id="rId44"/>
      <p:bold r:id="rId45"/>
      <p:italic r:id="rId46"/>
      <p:boldItalic r:id="rId47"/>
    </p:embeddedFont>
    <p:embeddedFont>
      <p:font charset="0" panose="020B0604020202020204" typeface="Proxima Nova Semibold"/>
      <p:regular r:id="rId48"/>
      <p:bold r:id="rId49"/>
      <p:boldItalic r:id="rId50"/>
    </p:embeddedFont>
    <p:embeddedFont>
      <p:font charset="0" panose="02000000000000000000" pitchFamily="2" typeface="Roboto Medium"/>
      <p:regular r:id="rId51"/>
      <p:bold r:id="rId52"/>
      <p:italic r:id="rId53"/>
      <p:boldItalic r:id="rId54"/>
    </p:embeddedFont>
  </p:embeddedFontLst>
  <p:defaultTex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962230-4F77-4ABE-9BE0-74B063F37B1E}">
  <a:tblStyle styleId="{0A962230-4F77-4ABE-9BE0-74B063F37B1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56643AD-9000-4714-B976-010CCE749740}"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p="http://schemas.openxmlformats.org/presentationml/2006/main" xmlns:r="http://schemas.openxmlformats.org/officeDocument/2006/relationships">
  <p:normalViewPr>
    <p:restoredLeft sz="15620"/>
    <p:restoredTop sz="94660"/>
  </p:normalViewPr>
  <p:slideViewPr>
    <p:cSldViewPr snapToGrid="0">
      <p:cViewPr varScale="1">
        <p:scale>
          <a:sx d="100" n="76"/>
          <a:sy d="100" n="76"/>
        </p:scale>
        <p:origin x="1000" y="40"/>
      </p:cViewPr>
      <p:guideLst/>
    </p:cSldViewPr>
  </p:slideViewPr>
  <p:notesTextViewPr>
    <p:cViewPr>
      <p:scale>
        <a:sx d="1" n="1"/>
        <a:sy d="1" n="1"/>
      </p:scale>
      <p:origin x="0" y="0"/>
    </p:cViewPr>
  </p:notesTextViewPr>
  <p:gridSpacing cx="72008" cy="72008"/>
</p:viewPr>
</file>

<file path=ppt/_rels/presentation.xml.rels><?xml version="1.0" encoding="UTF-8"?><Relationships xmlns="http://schemas.openxmlformats.org/package/2006/relationships"><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0" Type="http://schemas.openxmlformats.org/officeDocument/2006/relationships/slide" Target="slides/slide18.xml" /><Relationship Id="rId21" Type="http://schemas.openxmlformats.org/officeDocument/2006/relationships/slide" Target="slides/slide19.xml" /><Relationship Id="rId22" Type="http://schemas.openxmlformats.org/officeDocument/2006/relationships/slide" Target="slides/slide20.xml" /><Relationship Id="rId23" Type="http://schemas.openxmlformats.org/officeDocument/2006/relationships/slide" Target="slides/slide21.xml" /><Relationship Id="rId24" Type="http://schemas.openxmlformats.org/officeDocument/2006/relationships/slide" Target="slides/slide22.xml" /><Relationship Id="rId25" Type="http://schemas.openxmlformats.org/officeDocument/2006/relationships/slide" Target="slides/slide23.xml" /><Relationship Id="rId26" Type="http://schemas.openxmlformats.org/officeDocument/2006/relationships/slide" Target="slides/slide24.xml" /><Relationship Id="rId27" Type="http://schemas.openxmlformats.org/officeDocument/2006/relationships/slide" Target="slides/slide25.xml" /><Relationship Id="rId28" Type="http://schemas.openxmlformats.org/officeDocument/2006/relationships/slide" Target="slides/slide26.xml" /><Relationship Id="rId32" Type="http://schemas.openxmlformats.org/officeDocument/2006/relationships/font" Target="fonts/font4.fntdata" /><Relationship Id="rId37" Type="http://schemas.openxmlformats.org/officeDocument/2006/relationships/font" Target="fonts/font9.fntdata" /><Relationship Id="rId53" Type="http://schemas.openxmlformats.org/officeDocument/2006/relationships/font" Target="fonts/font25.fntdata" /><Relationship Id="rId58" Type="http://schemas.openxmlformats.org/officeDocument/2006/relationships/tableStyles" Target="tableStyles.xml" /><Relationship Id="rId43" Type="http://schemas.openxmlformats.org/officeDocument/2006/relationships/font" Target="fonts/font15.fntdata" /><Relationship Id="rId48" Type="http://schemas.openxmlformats.org/officeDocument/2006/relationships/font" Target="fonts/font20.fntdata" /><Relationship Id="rId33" Type="http://schemas.openxmlformats.org/officeDocument/2006/relationships/font" Target="fonts/font5.fntdata" /><Relationship Id="rId38" Type="http://schemas.openxmlformats.org/officeDocument/2006/relationships/font" Target="fonts/font10.fntdata" /><Relationship Id="rId46" Type="http://schemas.openxmlformats.org/officeDocument/2006/relationships/font" Target="fonts/font18.fntdata" /><Relationship Id="rId41" Type="http://schemas.openxmlformats.org/officeDocument/2006/relationships/font" Target="fonts/font13.fntdata" /><Relationship Id="rId49" Type="http://schemas.openxmlformats.org/officeDocument/2006/relationships/font" Target="fonts/font21.fntdata" /><Relationship Id="rId54" Type="http://schemas.openxmlformats.org/officeDocument/2006/relationships/font" Target="fonts/font26.fntdata" /><Relationship Id="rId36" Type="http://schemas.openxmlformats.org/officeDocument/2006/relationships/font" Target="fonts/font8.fntdata" /><Relationship Id="rId31" Type="http://schemas.openxmlformats.org/officeDocument/2006/relationships/font" Target="fonts/font3.fntdata" /><Relationship Id="rId39" Type="http://schemas.openxmlformats.org/officeDocument/2006/relationships/font" Target="fonts/font11.fntdata" /><Relationship Id="rId44" Type="http://schemas.openxmlformats.org/officeDocument/2006/relationships/font" Target="fonts/font16.fntdata" /><Relationship Id="rId52" Type="http://schemas.openxmlformats.org/officeDocument/2006/relationships/font" Target="fonts/font24.fntdata" /><Relationship Id="rId57" Type="http://schemas.openxmlformats.org/officeDocument/2006/relationships/theme" Target="theme/theme1.xml" /><Relationship Id="rId1" Type="http://schemas.openxmlformats.org/officeDocument/2006/relationships/slideMaster" Target="slideMasters/slideMaster1.xml" /><Relationship Id="rId29" Type="http://schemas.openxmlformats.org/officeDocument/2006/relationships/font" Target="fonts/font1.fntdata" /><Relationship Id="rId34" Type="http://schemas.openxmlformats.org/officeDocument/2006/relationships/font" Target="fonts/font6.fntdata" /><Relationship Id="rId42" Type="http://schemas.openxmlformats.org/officeDocument/2006/relationships/font" Target="fonts/font14.fntdata" /><Relationship Id="rId47" Type="http://schemas.openxmlformats.org/officeDocument/2006/relationships/font" Target="fonts/font19.fntdata" /><Relationship Id="rId50" Type="http://schemas.openxmlformats.org/officeDocument/2006/relationships/font" Target="fonts/font22.fntdata" /><Relationship Id="rId55" Type="http://schemas.openxmlformats.org/officeDocument/2006/relationships/presProps" Target="presProps.xml" /><Relationship Id="rId45" Type="http://schemas.openxmlformats.org/officeDocument/2006/relationships/font" Target="fonts/font17.fntdata" /><Relationship Id="rId40" Type="http://schemas.openxmlformats.org/officeDocument/2006/relationships/font" Target="fonts/font12.fntdata" /><Relationship Id="rId2" Type="http://schemas.openxmlformats.org/officeDocument/2006/relationships/slideMaster" Target="slideMasters/slideMaster2.xml" /><Relationship Id="rId35" Type="http://schemas.openxmlformats.org/officeDocument/2006/relationships/font" Target="fonts/font7.fntdata" /><Relationship Id="rId56" Type="http://schemas.openxmlformats.org/officeDocument/2006/relationships/viewProps" Target="viewProps.xml" /><Relationship Id="rId30" Type="http://schemas.openxmlformats.org/officeDocument/2006/relationships/font" Target="fonts/font2.fntdata" /><Relationship Id="rId51" Type="http://schemas.openxmlformats.org/officeDocument/2006/relationships/font" Target="fonts/font23.fntdata"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42"/>
        <p:cNvGrpSpPr/>
        <p:nvPr/>
      </p:nvGrpSpPr>
      <p:grpSpPr>
        <a:xfrm>
          <a:off x="0" y="0"/>
          <a:ext cx="0" cy="0"/>
          <a:chOff x="0" y="0"/>
          <a:chExt cx="0" cy="0"/>
        </a:xfrm>
      </p:grpSpPr>
      <p:sp>
        <p:nvSpPr>
          <p:cNvPr id="143" name="Google Shape;143;p7"/>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4" name="Google Shape;144;p7"/>
          <p:cNvSpPr txBox="1">
            <a:spLocks noGrp="1"/>
          </p:cNvSpPr>
          <p:nvPr>
            <p:ph type="subTitle" idx="1"/>
          </p:nvPr>
        </p:nvSpPr>
        <p:spPr>
          <a:xfrm>
            <a:off x="720000" y="1541950"/>
            <a:ext cx="4697400" cy="229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600"/>
              <a:buFont typeface="Nunito Light"/>
              <a:buChar char="●"/>
              <a:defRPr sz="1600"/>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grpSp>
        <p:nvGrpSpPr>
          <p:cNvPr id="145" name="Google Shape;145;p7"/>
          <p:cNvGrpSpPr/>
          <p:nvPr/>
        </p:nvGrpSpPr>
        <p:grpSpPr>
          <a:xfrm>
            <a:off x="4423243" y="2943575"/>
            <a:ext cx="4744570" cy="3270400"/>
            <a:chOff x="4423243" y="2943575"/>
            <a:chExt cx="4744570" cy="3270400"/>
          </a:xfrm>
        </p:grpSpPr>
        <p:grpSp>
          <p:nvGrpSpPr>
            <p:cNvPr id="146" name="Google Shape;146;p7"/>
            <p:cNvGrpSpPr/>
            <p:nvPr/>
          </p:nvGrpSpPr>
          <p:grpSpPr>
            <a:xfrm rot="10800000">
              <a:off x="5423425" y="4711350"/>
              <a:ext cx="1452100" cy="298875"/>
              <a:chOff x="2471450" y="1460050"/>
              <a:chExt cx="1452100" cy="298875"/>
            </a:xfrm>
          </p:grpSpPr>
          <p:sp>
            <p:nvSpPr>
              <p:cNvPr id="147" name="Google Shape;147;p7"/>
              <p:cNvSpPr/>
              <p:nvPr/>
            </p:nvSpPr>
            <p:spPr>
              <a:xfrm>
                <a:off x="2471450" y="1460050"/>
                <a:ext cx="1452100" cy="298875"/>
              </a:xfrm>
              <a:custGeom>
                <a:avLst/>
                <a:gdLst/>
                <a:ahLst/>
                <a:cxnLst/>
                <a:rect l="l" t="t" r="r" b="b"/>
                <a:pathLst>
                  <a:path w="58084" h="11955" fill="none" extrusionOk="0">
                    <a:moveTo>
                      <a:pt x="0" y="11954"/>
                    </a:moveTo>
                    <a:lnTo>
                      <a:pt x="0" y="9872"/>
                    </a:lnTo>
                    <a:cubicBezTo>
                      <a:pt x="0" y="8726"/>
                      <a:pt x="1416" y="7789"/>
                      <a:pt x="3124" y="7789"/>
                    </a:cubicBezTo>
                    <a:lnTo>
                      <a:pt x="37987" y="7789"/>
                    </a:lnTo>
                    <a:cubicBezTo>
                      <a:pt x="39715" y="7789"/>
                      <a:pt x="41110" y="6394"/>
                      <a:pt x="41110" y="4665"/>
                    </a:cubicBezTo>
                    <a:lnTo>
                      <a:pt x="41110" y="3124"/>
                    </a:lnTo>
                    <a:cubicBezTo>
                      <a:pt x="41110" y="1396"/>
                      <a:pt x="42506" y="0"/>
                      <a:pt x="44234" y="0"/>
                    </a:cubicBezTo>
                    <a:lnTo>
                      <a:pt x="58083" y="0"/>
                    </a:ln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7"/>
              <p:cNvSpPr/>
              <p:nvPr/>
            </p:nvSpPr>
            <p:spPr>
              <a:xfrm>
                <a:off x="2542250" y="1628200"/>
                <a:ext cx="94250" cy="40650"/>
              </a:xfrm>
              <a:custGeom>
                <a:avLst/>
                <a:gdLst/>
                <a:ahLst/>
                <a:cxnLst/>
                <a:rect l="l" t="t" r="r" b="b"/>
                <a:pathLst>
                  <a:path w="3770" h="1626" extrusionOk="0">
                    <a:moveTo>
                      <a:pt x="354" y="1"/>
                    </a:moveTo>
                    <a:cubicBezTo>
                      <a:pt x="167" y="1"/>
                      <a:pt x="0" y="168"/>
                      <a:pt x="0" y="355"/>
                    </a:cubicBezTo>
                    <a:lnTo>
                      <a:pt x="0" y="1292"/>
                    </a:lnTo>
                    <a:cubicBezTo>
                      <a:pt x="0" y="1480"/>
                      <a:pt x="167" y="1625"/>
                      <a:pt x="354" y="1625"/>
                    </a:cubicBezTo>
                    <a:lnTo>
                      <a:pt x="3416" y="1625"/>
                    </a:lnTo>
                    <a:cubicBezTo>
                      <a:pt x="3603" y="1625"/>
                      <a:pt x="3770" y="1480"/>
                      <a:pt x="3770" y="1292"/>
                    </a:cubicBezTo>
                    <a:lnTo>
                      <a:pt x="3770" y="355"/>
                    </a:lnTo>
                    <a:cubicBezTo>
                      <a:pt x="3770" y="168"/>
                      <a:pt x="3603" y="1"/>
                      <a:pt x="34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7"/>
              <p:cNvSpPr/>
              <p:nvPr/>
            </p:nvSpPr>
            <p:spPr>
              <a:xfrm>
                <a:off x="3372675" y="1622475"/>
                <a:ext cx="52625" cy="52625"/>
              </a:xfrm>
              <a:custGeom>
                <a:avLst/>
                <a:gdLst/>
                <a:ahLst/>
                <a:cxnLst/>
                <a:rect l="l" t="t" r="r" b="b"/>
                <a:pathLst>
                  <a:path w="2105" h="2105" extrusionOk="0">
                    <a:moveTo>
                      <a:pt x="1042" y="1"/>
                    </a:moveTo>
                    <a:cubicBezTo>
                      <a:pt x="459" y="1"/>
                      <a:pt x="1" y="459"/>
                      <a:pt x="1" y="1042"/>
                    </a:cubicBezTo>
                    <a:cubicBezTo>
                      <a:pt x="1" y="1625"/>
                      <a:pt x="459" y="2104"/>
                      <a:pt x="1042" y="2104"/>
                    </a:cubicBezTo>
                    <a:cubicBezTo>
                      <a:pt x="1625" y="2104"/>
                      <a:pt x="2104" y="1625"/>
                      <a:pt x="2104" y="1042"/>
                    </a:cubicBezTo>
                    <a:cubicBezTo>
                      <a:pt x="2104" y="459"/>
                      <a:pt x="1625" y="1"/>
                      <a:pt x="10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0" name="Google Shape;150;p7"/>
            <p:cNvSpPr/>
            <p:nvPr/>
          </p:nvSpPr>
          <p:spPr>
            <a:xfrm rot="10800000">
              <a:off x="6375175" y="5211175"/>
              <a:ext cx="43225" cy="100525"/>
            </a:xfrm>
            <a:custGeom>
              <a:avLst/>
              <a:gdLst/>
              <a:ahLst/>
              <a:cxnLst/>
              <a:rect l="l" t="t" r="r" b="b"/>
              <a:pathLst>
                <a:path w="1729" h="4021" extrusionOk="0">
                  <a:moveTo>
                    <a:pt x="375" y="1"/>
                  </a:moveTo>
                  <a:cubicBezTo>
                    <a:pt x="167" y="1"/>
                    <a:pt x="0" y="168"/>
                    <a:pt x="0" y="376"/>
                  </a:cubicBezTo>
                  <a:lnTo>
                    <a:pt x="0" y="3646"/>
                  </a:lnTo>
                  <a:cubicBezTo>
                    <a:pt x="0" y="3854"/>
                    <a:pt x="167" y="4020"/>
                    <a:pt x="375" y="4020"/>
                  </a:cubicBezTo>
                  <a:lnTo>
                    <a:pt x="1354" y="4020"/>
                  </a:lnTo>
                  <a:cubicBezTo>
                    <a:pt x="1562" y="4020"/>
                    <a:pt x="1729" y="3854"/>
                    <a:pt x="1729" y="3646"/>
                  </a:cubicBezTo>
                  <a:lnTo>
                    <a:pt x="1729" y="376"/>
                  </a:lnTo>
                  <a:cubicBezTo>
                    <a:pt x="1729" y="168"/>
                    <a:pt x="1562" y="1"/>
                    <a:pt x="13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 name="Google Shape;151;p7"/>
            <p:cNvGrpSpPr/>
            <p:nvPr/>
          </p:nvGrpSpPr>
          <p:grpSpPr>
            <a:xfrm rot="10800000">
              <a:off x="7422700" y="4823300"/>
              <a:ext cx="1721300" cy="369675"/>
              <a:chOff x="202975" y="1277300"/>
              <a:chExt cx="1721300" cy="369675"/>
            </a:xfrm>
          </p:grpSpPr>
          <p:sp>
            <p:nvSpPr>
              <p:cNvPr id="152" name="Google Shape;152;p7"/>
              <p:cNvSpPr/>
              <p:nvPr/>
            </p:nvSpPr>
            <p:spPr>
              <a:xfrm>
                <a:off x="1767000" y="1293950"/>
                <a:ext cx="144775" cy="163000"/>
              </a:xfrm>
              <a:custGeom>
                <a:avLst/>
                <a:gdLst/>
                <a:ahLst/>
                <a:cxnLst/>
                <a:rect l="l" t="t" r="r" b="b"/>
                <a:pathLst>
                  <a:path w="5791" h="6520" fill="none" extrusionOk="0">
                    <a:moveTo>
                      <a:pt x="1" y="6519"/>
                    </a:moveTo>
                    <a:lnTo>
                      <a:pt x="2895" y="6519"/>
                    </a:lnTo>
                    <a:cubicBezTo>
                      <a:pt x="4478" y="6519"/>
                      <a:pt x="5790" y="5124"/>
                      <a:pt x="5790" y="3395"/>
                    </a:cubicBezTo>
                    <a:lnTo>
                      <a:pt x="5790"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7"/>
              <p:cNvSpPr/>
              <p:nvPr/>
            </p:nvSpPr>
            <p:spPr>
              <a:xfrm>
                <a:off x="202975" y="1458475"/>
                <a:ext cx="1504175" cy="157775"/>
              </a:xfrm>
              <a:custGeom>
                <a:avLst/>
                <a:gdLst/>
                <a:ahLst/>
                <a:cxnLst/>
                <a:rect l="l" t="t" r="r" b="b"/>
                <a:pathLst>
                  <a:path w="60167" h="6311" fill="none" extrusionOk="0">
                    <a:moveTo>
                      <a:pt x="1" y="6311"/>
                    </a:moveTo>
                    <a:lnTo>
                      <a:pt x="24284" y="6311"/>
                    </a:lnTo>
                    <a:cubicBezTo>
                      <a:pt x="26012" y="6311"/>
                      <a:pt x="27408" y="4916"/>
                      <a:pt x="27408" y="3187"/>
                    </a:cubicBezTo>
                    <a:cubicBezTo>
                      <a:pt x="27408" y="1459"/>
                      <a:pt x="28803" y="63"/>
                      <a:pt x="30531" y="63"/>
                    </a:cubicBezTo>
                    <a:lnTo>
                      <a:pt x="60167"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7"/>
              <p:cNvSpPr/>
              <p:nvPr/>
            </p:nvSpPr>
            <p:spPr>
              <a:xfrm>
                <a:off x="326375" y="1572500"/>
                <a:ext cx="74475" cy="74475"/>
              </a:xfrm>
              <a:custGeom>
                <a:avLst/>
                <a:gdLst/>
                <a:ahLst/>
                <a:cxnLst/>
                <a:rect l="l" t="t" r="r" b="b"/>
                <a:pathLst>
                  <a:path w="2979" h="2979" extrusionOk="0">
                    <a:moveTo>
                      <a:pt x="1500" y="1"/>
                    </a:moveTo>
                    <a:cubicBezTo>
                      <a:pt x="667" y="1"/>
                      <a:pt x="0" y="667"/>
                      <a:pt x="0" y="1500"/>
                    </a:cubicBezTo>
                    <a:cubicBezTo>
                      <a:pt x="0" y="2312"/>
                      <a:pt x="667" y="2979"/>
                      <a:pt x="1500" y="2979"/>
                    </a:cubicBezTo>
                    <a:cubicBezTo>
                      <a:pt x="2312" y="2979"/>
                      <a:pt x="2979" y="2312"/>
                      <a:pt x="2979" y="1500"/>
                    </a:cubicBezTo>
                    <a:cubicBezTo>
                      <a:pt x="2979" y="667"/>
                      <a:pt x="2312" y="1"/>
                      <a:pt x="15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7"/>
              <p:cNvSpPr/>
              <p:nvPr/>
            </p:nvSpPr>
            <p:spPr>
              <a:xfrm>
                <a:off x="1887800" y="1277300"/>
                <a:ext cx="36475" cy="36475"/>
              </a:xfrm>
              <a:custGeom>
                <a:avLst/>
                <a:gdLst/>
                <a:ahLst/>
                <a:cxnLst/>
                <a:rect l="l" t="t" r="r" b="b"/>
                <a:pathLst>
                  <a:path w="1459" h="1459" extrusionOk="0">
                    <a:moveTo>
                      <a:pt x="729" y="0"/>
                    </a:moveTo>
                    <a:cubicBezTo>
                      <a:pt x="334" y="0"/>
                      <a:pt x="0" y="334"/>
                      <a:pt x="0" y="729"/>
                    </a:cubicBezTo>
                    <a:cubicBezTo>
                      <a:pt x="0" y="1125"/>
                      <a:pt x="334" y="1458"/>
                      <a:pt x="729" y="1458"/>
                    </a:cubicBezTo>
                    <a:cubicBezTo>
                      <a:pt x="1125" y="1458"/>
                      <a:pt x="1458" y="1125"/>
                      <a:pt x="1458" y="729"/>
                    </a:cubicBezTo>
                    <a:cubicBezTo>
                      <a:pt x="1458" y="334"/>
                      <a:pt x="1125" y="0"/>
                      <a:pt x="7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 name="Google Shape;156;p7"/>
            <p:cNvGrpSpPr/>
            <p:nvPr/>
          </p:nvGrpSpPr>
          <p:grpSpPr>
            <a:xfrm rot="10800000">
              <a:off x="8638325" y="2943575"/>
              <a:ext cx="529488" cy="1325825"/>
              <a:chOff x="202975" y="1362675"/>
              <a:chExt cx="529488" cy="1325825"/>
            </a:xfrm>
          </p:grpSpPr>
          <p:sp>
            <p:nvSpPr>
              <p:cNvPr id="157" name="Google Shape;157;p7"/>
              <p:cNvSpPr/>
              <p:nvPr/>
            </p:nvSpPr>
            <p:spPr>
              <a:xfrm>
                <a:off x="202975" y="1362675"/>
                <a:ext cx="518600" cy="1291750"/>
              </a:xfrm>
              <a:custGeom>
                <a:avLst/>
                <a:gdLst/>
                <a:ahLst/>
                <a:cxnLst/>
                <a:rect l="l" t="t" r="r" b="b"/>
                <a:pathLst>
                  <a:path w="20744" h="51670" fill="none" extrusionOk="0">
                    <a:moveTo>
                      <a:pt x="1" y="1"/>
                    </a:moveTo>
                    <a:lnTo>
                      <a:pt x="13100" y="1"/>
                    </a:lnTo>
                    <a:cubicBezTo>
                      <a:pt x="14829" y="1"/>
                      <a:pt x="16224" y="1396"/>
                      <a:pt x="16224" y="3125"/>
                    </a:cubicBezTo>
                    <a:lnTo>
                      <a:pt x="16224" y="13933"/>
                    </a:lnTo>
                    <a:cubicBezTo>
                      <a:pt x="16224" y="15662"/>
                      <a:pt x="14829" y="17057"/>
                      <a:pt x="13100" y="17057"/>
                    </a:cubicBezTo>
                    <a:lnTo>
                      <a:pt x="7373" y="17057"/>
                    </a:lnTo>
                    <a:cubicBezTo>
                      <a:pt x="5645" y="17057"/>
                      <a:pt x="4249" y="18452"/>
                      <a:pt x="4249" y="20181"/>
                    </a:cubicBezTo>
                    <a:lnTo>
                      <a:pt x="4249" y="48546"/>
                    </a:lnTo>
                    <a:cubicBezTo>
                      <a:pt x="4249" y="50274"/>
                      <a:pt x="5645" y="51670"/>
                      <a:pt x="7373" y="51670"/>
                    </a:cubicBezTo>
                    <a:lnTo>
                      <a:pt x="20743" y="51670"/>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7"/>
              <p:cNvSpPr/>
              <p:nvPr/>
            </p:nvSpPr>
            <p:spPr>
              <a:xfrm>
                <a:off x="657988" y="2613500"/>
                <a:ext cx="74475" cy="75000"/>
              </a:xfrm>
              <a:custGeom>
                <a:avLst/>
                <a:gdLst/>
                <a:ahLst/>
                <a:cxnLst/>
                <a:rect l="l" t="t" r="r" b="b"/>
                <a:pathLst>
                  <a:path w="2979" h="3000" extrusionOk="0">
                    <a:moveTo>
                      <a:pt x="1500" y="1"/>
                    </a:moveTo>
                    <a:cubicBezTo>
                      <a:pt x="667" y="1"/>
                      <a:pt x="1" y="667"/>
                      <a:pt x="1" y="1500"/>
                    </a:cubicBezTo>
                    <a:cubicBezTo>
                      <a:pt x="1" y="2333"/>
                      <a:pt x="667" y="3000"/>
                      <a:pt x="1500" y="3000"/>
                    </a:cubicBezTo>
                    <a:cubicBezTo>
                      <a:pt x="2312" y="3000"/>
                      <a:pt x="2979" y="2333"/>
                      <a:pt x="2979" y="1500"/>
                    </a:cubicBezTo>
                    <a:cubicBezTo>
                      <a:pt x="2979" y="667"/>
                      <a:pt x="2312" y="1"/>
                      <a:pt x="15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7"/>
              <p:cNvSpPr/>
              <p:nvPr/>
            </p:nvSpPr>
            <p:spPr>
              <a:xfrm>
                <a:off x="587225" y="1566250"/>
                <a:ext cx="43225" cy="100000"/>
              </a:xfrm>
              <a:custGeom>
                <a:avLst/>
                <a:gdLst/>
                <a:ahLst/>
                <a:cxnLst/>
                <a:rect l="l" t="t" r="r" b="b"/>
                <a:pathLst>
                  <a:path w="1729" h="4000" extrusionOk="0">
                    <a:moveTo>
                      <a:pt x="375" y="1"/>
                    </a:moveTo>
                    <a:cubicBezTo>
                      <a:pt x="167" y="1"/>
                      <a:pt x="0" y="167"/>
                      <a:pt x="0" y="376"/>
                    </a:cubicBezTo>
                    <a:lnTo>
                      <a:pt x="0" y="3645"/>
                    </a:lnTo>
                    <a:cubicBezTo>
                      <a:pt x="0" y="3833"/>
                      <a:pt x="167" y="3999"/>
                      <a:pt x="375" y="3999"/>
                    </a:cubicBezTo>
                    <a:lnTo>
                      <a:pt x="1354" y="3999"/>
                    </a:lnTo>
                    <a:cubicBezTo>
                      <a:pt x="1562" y="3999"/>
                      <a:pt x="1729" y="3833"/>
                      <a:pt x="1729" y="3645"/>
                    </a:cubicBezTo>
                    <a:lnTo>
                      <a:pt x="1729" y="376"/>
                    </a:lnTo>
                    <a:cubicBezTo>
                      <a:pt x="1729" y="167"/>
                      <a:pt x="1562" y="1"/>
                      <a:pt x="13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0" name="Google Shape;160;p7"/>
            <p:cNvGrpSpPr/>
            <p:nvPr/>
          </p:nvGrpSpPr>
          <p:grpSpPr>
            <a:xfrm rot="10800000">
              <a:off x="5176118" y="5382475"/>
              <a:ext cx="329575" cy="829925"/>
              <a:chOff x="3799100" y="257875"/>
              <a:chExt cx="329575" cy="829925"/>
            </a:xfrm>
          </p:grpSpPr>
          <p:sp>
            <p:nvSpPr>
              <p:cNvPr id="161" name="Google Shape;161;p7"/>
              <p:cNvSpPr/>
              <p:nvPr/>
            </p:nvSpPr>
            <p:spPr>
              <a:xfrm>
                <a:off x="3815225" y="512475"/>
                <a:ext cx="25" cy="185875"/>
              </a:xfrm>
              <a:custGeom>
                <a:avLst/>
                <a:gdLst/>
                <a:ahLst/>
                <a:cxnLst/>
                <a:rect l="l" t="t" r="r" b="b"/>
                <a:pathLst>
                  <a:path w="1" h="7435" fill="none" extrusionOk="0">
                    <a:moveTo>
                      <a:pt x="1" y="0"/>
                    </a:moveTo>
                    <a:lnTo>
                      <a:pt x="1" y="7435"/>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7"/>
              <p:cNvSpPr/>
              <p:nvPr/>
            </p:nvSpPr>
            <p:spPr>
              <a:xfrm>
                <a:off x="4069300" y="1028425"/>
                <a:ext cx="59375" cy="59375"/>
              </a:xfrm>
              <a:custGeom>
                <a:avLst/>
                <a:gdLst/>
                <a:ahLst/>
                <a:cxnLst/>
                <a:rect l="l" t="t" r="r" b="b"/>
                <a:pathLst>
                  <a:path w="2375" h="2375" extrusionOk="0">
                    <a:moveTo>
                      <a:pt x="1188" y="1"/>
                    </a:moveTo>
                    <a:cubicBezTo>
                      <a:pt x="521" y="1"/>
                      <a:pt x="1" y="542"/>
                      <a:pt x="1" y="1188"/>
                    </a:cubicBezTo>
                    <a:cubicBezTo>
                      <a:pt x="1" y="1854"/>
                      <a:pt x="521" y="2375"/>
                      <a:pt x="1188" y="2375"/>
                    </a:cubicBezTo>
                    <a:cubicBezTo>
                      <a:pt x="1833" y="2375"/>
                      <a:pt x="2375" y="1854"/>
                      <a:pt x="2375" y="1188"/>
                    </a:cubicBezTo>
                    <a:cubicBezTo>
                      <a:pt x="2375" y="542"/>
                      <a:pt x="1833" y="1"/>
                      <a:pt x="11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7"/>
              <p:cNvSpPr/>
              <p:nvPr/>
            </p:nvSpPr>
            <p:spPr>
              <a:xfrm>
                <a:off x="3821475" y="784775"/>
                <a:ext cx="277525" cy="273350"/>
              </a:xfrm>
              <a:custGeom>
                <a:avLst/>
                <a:gdLst/>
                <a:ahLst/>
                <a:cxnLst/>
                <a:rect l="l" t="t" r="r" b="b"/>
                <a:pathLst>
                  <a:path w="11101" h="10934" fill="none" extrusionOk="0">
                    <a:moveTo>
                      <a:pt x="1" y="0"/>
                    </a:moveTo>
                    <a:lnTo>
                      <a:pt x="1" y="7810"/>
                    </a:lnTo>
                    <a:cubicBezTo>
                      <a:pt x="1" y="9517"/>
                      <a:pt x="1396" y="10934"/>
                      <a:pt x="3124" y="10934"/>
                    </a:cubicBezTo>
                    <a:lnTo>
                      <a:pt x="11101" y="10934"/>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7"/>
              <p:cNvSpPr/>
              <p:nvPr/>
            </p:nvSpPr>
            <p:spPr>
              <a:xfrm>
                <a:off x="3799100" y="408325"/>
                <a:ext cx="44275" cy="102600"/>
              </a:xfrm>
              <a:custGeom>
                <a:avLst/>
                <a:gdLst/>
                <a:ahLst/>
                <a:cxnLst/>
                <a:rect l="l" t="t" r="r" b="b"/>
                <a:pathLst>
                  <a:path w="1771" h="4104" fill="none" extrusionOk="0">
                    <a:moveTo>
                      <a:pt x="375" y="1"/>
                    </a:moveTo>
                    <a:lnTo>
                      <a:pt x="1395" y="1"/>
                    </a:lnTo>
                    <a:cubicBezTo>
                      <a:pt x="1604" y="1"/>
                      <a:pt x="1770" y="168"/>
                      <a:pt x="1770" y="376"/>
                    </a:cubicBezTo>
                    <a:lnTo>
                      <a:pt x="1770" y="3729"/>
                    </a:lnTo>
                    <a:cubicBezTo>
                      <a:pt x="1770" y="3937"/>
                      <a:pt x="1604" y="4104"/>
                      <a:pt x="1395" y="4104"/>
                    </a:cubicBezTo>
                    <a:lnTo>
                      <a:pt x="375" y="4104"/>
                    </a:lnTo>
                    <a:cubicBezTo>
                      <a:pt x="167" y="4104"/>
                      <a:pt x="0" y="3937"/>
                      <a:pt x="0" y="3729"/>
                    </a:cubicBezTo>
                    <a:lnTo>
                      <a:pt x="0" y="376"/>
                    </a:lnTo>
                    <a:cubicBezTo>
                      <a:pt x="0" y="168"/>
                      <a:pt x="167" y="1"/>
                      <a:pt x="375" y="1"/>
                    </a:cubicBezTo>
                    <a:close/>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7"/>
              <p:cNvSpPr/>
              <p:nvPr/>
            </p:nvSpPr>
            <p:spPr>
              <a:xfrm>
                <a:off x="3821475" y="257875"/>
                <a:ext cx="25" cy="142150"/>
              </a:xfrm>
              <a:custGeom>
                <a:avLst/>
                <a:gdLst/>
                <a:ahLst/>
                <a:cxnLst/>
                <a:rect l="l" t="t" r="r" b="b"/>
                <a:pathLst>
                  <a:path w="1" h="5686" fill="none" extrusionOk="0">
                    <a:moveTo>
                      <a:pt x="1" y="5686"/>
                    </a:moveTo>
                    <a:lnTo>
                      <a:pt x="1" y="0"/>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 name="Google Shape;166;p7"/>
            <p:cNvGrpSpPr/>
            <p:nvPr/>
          </p:nvGrpSpPr>
          <p:grpSpPr>
            <a:xfrm rot="10800000">
              <a:off x="5663975" y="5074775"/>
              <a:ext cx="1385975" cy="1132950"/>
              <a:chOff x="2297025" y="262550"/>
              <a:chExt cx="1385975" cy="1132950"/>
            </a:xfrm>
          </p:grpSpPr>
          <p:sp>
            <p:nvSpPr>
              <p:cNvPr id="167" name="Google Shape;167;p7"/>
              <p:cNvSpPr/>
              <p:nvPr/>
            </p:nvSpPr>
            <p:spPr>
              <a:xfrm>
                <a:off x="2297025" y="262550"/>
                <a:ext cx="122900" cy="160900"/>
              </a:xfrm>
              <a:custGeom>
                <a:avLst/>
                <a:gdLst/>
                <a:ahLst/>
                <a:cxnLst/>
                <a:rect l="l" t="t" r="r" b="b"/>
                <a:pathLst>
                  <a:path w="4916" h="6436" fill="none" extrusionOk="0">
                    <a:moveTo>
                      <a:pt x="4915" y="6436"/>
                    </a:moveTo>
                    <a:lnTo>
                      <a:pt x="2458" y="6436"/>
                    </a:lnTo>
                    <a:cubicBezTo>
                      <a:pt x="1104" y="6436"/>
                      <a:pt x="0" y="5041"/>
                      <a:pt x="0" y="3312"/>
                    </a:cubicBezTo>
                    <a:lnTo>
                      <a:pt x="0" y="1"/>
                    </a:lnTo>
                  </a:path>
                </a:pathLst>
              </a:custGeom>
              <a:noFill/>
              <a:ln w="1302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7"/>
              <p:cNvSpPr/>
              <p:nvPr/>
            </p:nvSpPr>
            <p:spPr>
              <a:xfrm>
                <a:off x="2522975" y="422400"/>
                <a:ext cx="1139200" cy="940300"/>
              </a:xfrm>
              <a:custGeom>
                <a:avLst/>
                <a:gdLst/>
                <a:ahLst/>
                <a:cxnLst/>
                <a:rect l="l" t="t" r="r" b="b"/>
                <a:pathLst>
                  <a:path w="45568" h="37612" fill="none" extrusionOk="0">
                    <a:moveTo>
                      <a:pt x="1" y="0"/>
                    </a:moveTo>
                    <a:lnTo>
                      <a:pt x="2958" y="0"/>
                    </a:lnTo>
                    <a:cubicBezTo>
                      <a:pt x="4583" y="0"/>
                      <a:pt x="5915" y="1396"/>
                      <a:pt x="5915" y="3124"/>
                    </a:cubicBezTo>
                    <a:lnTo>
                      <a:pt x="5915" y="9788"/>
                    </a:lnTo>
                    <a:cubicBezTo>
                      <a:pt x="5915" y="11517"/>
                      <a:pt x="7332" y="12912"/>
                      <a:pt x="9039" y="12912"/>
                    </a:cubicBezTo>
                    <a:lnTo>
                      <a:pt x="21431" y="12912"/>
                    </a:lnTo>
                    <a:cubicBezTo>
                      <a:pt x="23159" y="12912"/>
                      <a:pt x="24555" y="14308"/>
                      <a:pt x="24555" y="16036"/>
                    </a:cubicBezTo>
                    <a:lnTo>
                      <a:pt x="24555" y="21097"/>
                    </a:lnTo>
                    <a:cubicBezTo>
                      <a:pt x="24555" y="22825"/>
                      <a:pt x="25950" y="24221"/>
                      <a:pt x="27678" y="24221"/>
                    </a:cubicBezTo>
                    <a:lnTo>
                      <a:pt x="42444" y="24221"/>
                    </a:lnTo>
                    <a:cubicBezTo>
                      <a:pt x="44173" y="24221"/>
                      <a:pt x="45568" y="25616"/>
                      <a:pt x="45568" y="27345"/>
                    </a:cubicBezTo>
                    <a:lnTo>
                      <a:pt x="45568" y="37612"/>
                    </a:lnTo>
                  </a:path>
                </a:pathLst>
              </a:custGeom>
              <a:noFill/>
              <a:ln w="1302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7"/>
              <p:cNvSpPr/>
              <p:nvPr/>
            </p:nvSpPr>
            <p:spPr>
              <a:xfrm>
                <a:off x="2419900" y="401050"/>
                <a:ext cx="103100" cy="44275"/>
              </a:xfrm>
              <a:custGeom>
                <a:avLst/>
                <a:gdLst/>
                <a:ahLst/>
                <a:cxnLst/>
                <a:rect l="l" t="t" r="r" b="b"/>
                <a:pathLst>
                  <a:path w="4124" h="1771" fill="none" extrusionOk="0">
                    <a:moveTo>
                      <a:pt x="396" y="0"/>
                    </a:moveTo>
                    <a:lnTo>
                      <a:pt x="3728" y="0"/>
                    </a:lnTo>
                    <a:cubicBezTo>
                      <a:pt x="3936" y="0"/>
                      <a:pt x="4124" y="188"/>
                      <a:pt x="4124" y="396"/>
                    </a:cubicBezTo>
                    <a:lnTo>
                      <a:pt x="4124" y="1396"/>
                    </a:lnTo>
                    <a:cubicBezTo>
                      <a:pt x="4124" y="1604"/>
                      <a:pt x="3936" y="1771"/>
                      <a:pt x="3728" y="1771"/>
                    </a:cubicBezTo>
                    <a:lnTo>
                      <a:pt x="396" y="1771"/>
                    </a:lnTo>
                    <a:cubicBezTo>
                      <a:pt x="188" y="1771"/>
                      <a:pt x="0" y="1604"/>
                      <a:pt x="0" y="1396"/>
                    </a:cubicBezTo>
                    <a:lnTo>
                      <a:pt x="0" y="396"/>
                    </a:lnTo>
                    <a:cubicBezTo>
                      <a:pt x="0" y="188"/>
                      <a:pt x="188" y="0"/>
                      <a:pt x="396" y="0"/>
                    </a:cubicBezTo>
                    <a:close/>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7"/>
              <p:cNvSpPr/>
              <p:nvPr/>
            </p:nvSpPr>
            <p:spPr>
              <a:xfrm>
                <a:off x="3384650" y="1008650"/>
                <a:ext cx="103125" cy="44275"/>
              </a:xfrm>
              <a:custGeom>
                <a:avLst/>
                <a:gdLst/>
                <a:ahLst/>
                <a:cxnLst/>
                <a:rect l="l" t="t" r="r" b="b"/>
                <a:pathLst>
                  <a:path w="4125" h="1771" extrusionOk="0">
                    <a:moveTo>
                      <a:pt x="396" y="0"/>
                    </a:moveTo>
                    <a:cubicBezTo>
                      <a:pt x="188" y="0"/>
                      <a:pt x="1" y="167"/>
                      <a:pt x="1" y="375"/>
                    </a:cubicBezTo>
                    <a:lnTo>
                      <a:pt x="1" y="1395"/>
                    </a:lnTo>
                    <a:cubicBezTo>
                      <a:pt x="1" y="1604"/>
                      <a:pt x="188" y="1770"/>
                      <a:pt x="396" y="1770"/>
                    </a:cubicBezTo>
                    <a:lnTo>
                      <a:pt x="3729" y="1770"/>
                    </a:lnTo>
                    <a:cubicBezTo>
                      <a:pt x="3937" y="1770"/>
                      <a:pt x="4124" y="1604"/>
                      <a:pt x="4124" y="1395"/>
                    </a:cubicBezTo>
                    <a:lnTo>
                      <a:pt x="4124" y="375"/>
                    </a:lnTo>
                    <a:cubicBezTo>
                      <a:pt x="4124" y="167"/>
                      <a:pt x="3937" y="0"/>
                      <a:pt x="37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7"/>
              <p:cNvSpPr/>
              <p:nvPr/>
            </p:nvSpPr>
            <p:spPr>
              <a:xfrm>
                <a:off x="3099850" y="842025"/>
                <a:ext cx="71875" cy="71875"/>
              </a:xfrm>
              <a:custGeom>
                <a:avLst/>
                <a:gdLst/>
                <a:ahLst/>
                <a:cxnLst/>
                <a:rect l="l" t="t" r="r" b="b"/>
                <a:pathLst>
                  <a:path w="2875" h="2875" extrusionOk="0">
                    <a:moveTo>
                      <a:pt x="1438" y="1"/>
                    </a:moveTo>
                    <a:cubicBezTo>
                      <a:pt x="647" y="1"/>
                      <a:pt x="1" y="646"/>
                      <a:pt x="1" y="1438"/>
                    </a:cubicBezTo>
                    <a:cubicBezTo>
                      <a:pt x="1" y="2229"/>
                      <a:pt x="647" y="2875"/>
                      <a:pt x="1438" y="2875"/>
                    </a:cubicBezTo>
                    <a:cubicBezTo>
                      <a:pt x="2229" y="2875"/>
                      <a:pt x="2875" y="2229"/>
                      <a:pt x="2875" y="1438"/>
                    </a:cubicBezTo>
                    <a:cubicBezTo>
                      <a:pt x="2875" y="646"/>
                      <a:pt x="2229" y="1"/>
                      <a:pt x="14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7"/>
              <p:cNvSpPr/>
              <p:nvPr/>
            </p:nvSpPr>
            <p:spPr>
              <a:xfrm>
                <a:off x="3641850" y="1354875"/>
                <a:ext cx="41150" cy="40625"/>
              </a:xfrm>
              <a:custGeom>
                <a:avLst/>
                <a:gdLst/>
                <a:ahLst/>
                <a:cxnLst/>
                <a:rect l="l" t="t" r="r" b="b"/>
                <a:pathLst>
                  <a:path w="1646" h="1625" fill="none" extrusionOk="0">
                    <a:moveTo>
                      <a:pt x="1646" y="813"/>
                    </a:moveTo>
                    <a:cubicBezTo>
                      <a:pt x="1646" y="1271"/>
                      <a:pt x="1271" y="1625"/>
                      <a:pt x="813" y="1625"/>
                    </a:cubicBezTo>
                    <a:cubicBezTo>
                      <a:pt x="376" y="1625"/>
                      <a:pt x="1" y="1271"/>
                      <a:pt x="1" y="813"/>
                    </a:cubicBezTo>
                    <a:cubicBezTo>
                      <a:pt x="1" y="354"/>
                      <a:pt x="376" y="0"/>
                      <a:pt x="813" y="0"/>
                    </a:cubicBezTo>
                    <a:cubicBezTo>
                      <a:pt x="1271" y="0"/>
                      <a:pt x="1646" y="354"/>
                      <a:pt x="1646" y="813"/>
                    </a:cubicBezTo>
                    <a:close/>
                  </a:path>
                </a:pathLst>
              </a:custGeom>
              <a:noFill/>
              <a:ln w="1302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3" name="Google Shape;173;p7"/>
            <p:cNvGrpSpPr/>
            <p:nvPr/>
          </p:nvGrpSpPr>
          <p:grpSpPr>
            <a:xfrm rot="10800000">
              <a:off x="6086718" y="5577725"/>
              <a:ext cx="2897950" cy="631550"/>
              <a:chOff x="320125" y="261000"/>
              <a:chExt cx="2897950" cy="631550"/>
            </a:xfrm>
          </p:grpSpPr>
          <p:sp>
            <p:nvSpPr>
              <p:cNvPr id="174" name="Google Shape;174;p7"/>
              <p:cNvSpPr/>
              <p:nvPr/>
            </p:nvSpPr>
            <p:spPr>
              <a:xfrm>
                <a:off x="1988800" y="430200"/>
                <a:ext cx="1188150" cy="182250"/>
              </a:xfrm>
              <a:custGeom>
                <a:avLst/>
                <a:gdLst/>
                <a:ahLst/>
                <a:cxnLst/>
                <a:rect l="l" t="t" r="r" b="b"/>
                <a:pathLst>
                  <a:path w="47526" h="7290" fill="none" extrusionOk="0">
                    <a:moveTo>
                      <a:pt x="1" y="7290"/>
                    </a:moveTo>
                    <a:cubicBezTo>
                      <a:pt x="13392" y="7290"/>
                      <a:pt x="36071" y="7290"/>
                      <a:pt x="36071" y="7290"/>
                    </a:cubicBezTo>
                    <a:cubicBezTo>
                      <a:pt x="37799" y="7290"/>
                      <a:pt x="39195" y="5873"/>
                      <a:pt x="39195" y="4166"/>
                    </a:cubicBezTo>
                    <a:lnTo>
                      <a:pt x="39195" y="3124"/>
                    </a:lnTo>
                    <a:cubicBezTo>
                      <a:pt x="39195" y="1396"/>
                      <a:pt x="40590" y="1"/>
                      <a:pt x="42319" y="1"/>
                    </a:cubicBezTo>
                    <a:lnTo>
                      <a:pt x="47525"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7"/>
              <p:cNvSpPr/>
              <p:nvPr/>
            </p:nvSpPr>
            <p:spPr>
              <a:xfrm>
                <a:off x="375825" y="612425"/>
                <a:ext cx="1553650" cy="268675"/>
              </a:xfrm>
              <a:custGeom>
                <a:avLst/>
                <a:gdLst/>
                <a:ahLst/>
                <a:cxnLst/>
                <a:rect l="l" t="t" r="r" b="b"/>
                <a:pathLst>
                  <a:path w="62146" h="10747" fill="none" extrusionOk="0">
                    <a:moveTo>
                      <a:pt x="1" y="3541"/>
                    </a:moveTo>
                    <a:cubicBezTo>
                      <a:pt x="209" y="4874"/>
                      <a:pt x="313" y="6207"/>
                      <a:pt x="272" y="7540"/>
                    </a:cubicBezTo>
                    <a:cubicBezTo>
                      <a:pt x="168" y="9247"/>
                      <a:pt x="1521" y="10705"/>
                      <a:pt x="3229" y="10747"/>
                    </a:cubicBezTo>
                    <a:lnTo>
                      <a:pt x="25367" y="10414"/>
                    </a:lnTo>
                    <a:cubicBezTo>
                      <a:pt x="27075" y="10414"/>
                      <a:pt x="28491" y="8997"/>
                      <a:pt x="28491" y="7290"/>
                    </a:cubicBezTo>
                    <a:lnTo>
                      <a:pt x="28491" y="3125"/>
                    </a:lnTo>
                    <a:cubicBezTo>
                      <a:pt x="28491" y="1396"/>
                      <a:pt x="29886" y="1"/>
                      <a:pt x="31615" y="1"/>
                    </a:cubicBezTo>
                    <a:cubicBezTo>
                      <a:pt x="31615" y="1"/>
                      <a:pt x="50879" y="1"/>
                      <a:pt x="62145" y="1"/>
                    </a:cubicBez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7"/>
              <p:cNvSpPr/>
              <p:nvPr/>
            </p:nvSpPr>
            <p:spPr>
              <a:xfrm>
                <a:off x="1029250" y="820175"/>
                <a:ext cx="71875" cy="72375"/>
              </a:xfrm>
              <a:custGeom>
                <a:avLst/>
                <a:gdLst/>
                <a:ahLst/>
                <a:cxnLst/>
                <a:rect l="l" t="t" r="r" b="b"/>
                <a:pathLst>
                  <a:path w="2875" h="2895" extrusionOk="0">
                    <a:moveTo>
                      <a:pt x="1437" y="0"/>
                    </a:moveTo>
                    <a:cubicBezTo>
                      <a:pt x="646" y="0"/>
                      <a:pt x="0" y="646"/>
                      <a:pt x="0" y="1437"/>
                    </a:cubicBezTo>
                    <a:cubicBezTo>
                      <a:pt x="0" y="2249"/>
                      <a:pt x="646" y="2895"/>
                      <a:pt x="1437" y="2895"/>
                    </a:cubicBezTo>
                    <a:cubicBezTo>
                      <a:pt x="2229" y="2895"/>
                      <a:pt x="2874" y="2249"/>
                      <a:pt x="2874" y="1437"/>
                    </a:cubicBezTo>
                    <a:cubicBezTo>
                      <a:pt x="2874" y="646"/>
                      <a:pt x="2229" y="0"/>
                      <a:pt x="1437" y="0"/>
                    </a:cubicBezTo>
                    <a:close/>
                  </a:path>
                </a:pathLst>
              </a:custGeom>
              <a:solidFill>
                <a:srgbClr val="D73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7"/>
              <p:cNvSpPr/>
              <p:nvPr/>
            </p:nvSpPr>
            <p:spPr>
              <a:xfrm>
                <a:off x="1929450" y="585875"/>
                <a:ext cx="59375" cy="59375"/>
              </a:xfrm>
              <a:custGeom>
                <a:avLst/>
                <a:gdLst/>
                <a:ahLst/>
                <a:cxnLst/>
                <a:rect l="l" t="t" r="r" b="b"/>
                <a:pathLst>
                  <a:path w="2375" h="2375" fill="none" extrusionOk="0">
                    <a:moveTo>
                      <a:pt x="2375" y="1188"/>
                    </a:moveTo>
                    <a:cubicBezTo>
                      <a:pt x="2375" y="1854"/>
                      <a:pt x="1833" y="2375"/>
                      <a:pt x="1187" y="2375"/>
                    </a:cubicBezTo>
                    <a:cubicBezTo>
                      <a:pt x="542" y="2375"/>
                      <a:pt x="0" y="1854"/>
                      <a:pt x="0" y="1188"/>
                    </a:cubicBezTo>
                    <a:cubicBezTo>
                      <a:pt x="0" y="542"/>
                      <a:pt x="542" y="1"/>
                      <a:pt x="1187" y="1"/>
                    </a:cubicBezTo>
                    <a:cubicBezTo>
                      <a:pt x="1833" y="1"/>
                      <a:pt x="2375" y="542"/>
                      <a:pt x="2375" y="1188"/>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7"/>
              <p:cNvSpPr/>
              <p:nvPr/>
            </p:nvSpPr>
            <p:spPr>
              <a:xfrm>
                <a:off x="320125" y="589525"/>
                <a:ext cx="111450" cy="111450"/>
              </a:xfrm>
              <a:custGeom>
                <a:avLst/>
                <a:gdLst/>
                <a:ahLst/>
                <a:cxnLst/>
                <a:rect l="l" t="t" r="r" b="b"/>
                <a:pathLst>
                  <a:path w="4458" h="4458" fill="none" extrusionOk="0">
                    <a:moveTo>
                      <a:pt x="4457" y="2229"/>
                    </a:moveTo>
                    <a:cubicBezTo>
                      <a:pt x="4457" y="3457"/>
                      <a:pt x="3458" y="4457"/>
                      <a:pt x="2229" y="4457"/>
                    </a:cubicBezTo>
                    <a:cubicBezTo>
                      <a:pt x="1000" y="4457"/>
                      <a:pt x="1" y="3457"/>
                      <a:pt x="1" y="2229"/>
                    </a:cubicBezTo>
                    <a:cubicBezTo>
                      <a:pt x="1" y="1000"/>
                      <a:pt x="1000" y="0"/>
                      <a:pt x="2229" y="0"/>
                    </a:cubicBezTo>
                    <a:cubicBezTo>
                      <a:pt x="3458" y="0"/>
                      <a:pt x="4457" y="1000"/>
                      <a:pt x="4457" y="2229"/>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7"/>
              <p:cNvSpPr/>
              <p:nvPr/>
            </p:nvSpPr>
            <p:spPr>
              <a:xfrm>
                <a:off x="3176925" y="409375"/>
                <a:ext cx="41150" cy="41150"/>
              </a:xfrm>
              <a:custGeom>
                <a:avLst/>
                <a:gdLst/>
                <a:ahLst/>
                <a:cxnLst/>
                <a:rect l="l" t="t" r="r" b="b"/>
                <a:pathLst>
                  <a:path w="1646" h="1646" fill="none" extrusionOk="0">
                    <a:moveTo>
                      <a:pt x="1645" y="813"/>
                    </a:moveTo>
                    <a:cubicBezTo>
                      <a:pt x="1645" y="1271"/>
                      <a:pt x="1271" y="1646"/>
                      <a:pt x="833" y="1646"/>
                    </a:cubicBezTo>
                    <a:cubicBezTo>
                      <a:pt x="375" y="1646"/>
                      <a:pt x="0" y="1271"/>
                      <a:pt x="0" y="813"/>
                    </a:cubicBezTo>
                    <a:cubicBezTo>
                      <a:pt x="0" y="375"/>
                      <a:pt x="375" y="1"/>
                      <a:pt x="833" y="1"/>
                    </a:cubicBezTo>
                    <a:cubicBezTo>
                      <a:pt x="1271" y="1"/>
                      <a:pt x="1645" y="375"/>
                      <a:pt x="1645" y="813"/>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7"/>
              <p:cNvSpPr/>
              <p:nvPr/>
            </p:nvSpPr>
            <p:spPr>
              <a:xfrm>
                <a:off x="375825" y="261000"/>
                <a:ext cx="25" cy="328550"/>
              </a:xfrm>
              <a:custGeom>
                <a:avLst/>
                <a:gdLst/>
                <a:ahLst/>
                <a:cxnLst/>
                <a:rect l="l" t="t" r="r" b="b"/>
                <a:pathLst>
                  <a:path w="1" h="13142" fill="none" extrusionOk="0">
                    <a:moveTo>
                      <a:pt x="1" y="13141"/>
                    </a:moveTo>
                    <a:lnTo>
                      <a:pt x="1" y="0"/>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 name="Google Shape;181;p7"/>
            <p:cNvGrpSpPr/>
            <p:nvPr/>
          </p:nvGrpSpPr>
          <p:grpSpPr>
            <a:xfrm rot="10800000">
              <a:off x="6445450" y="4587450"/>
              <a:ext cx="942400" cy="1626525"/>
              <a:chOff x="1959125" y="256300"/>
              <a:chExt cx="942400" cy="1626525"/>
            </a:xfrm>
          </p:grpSpPr>
          <p:sp>
            <p:nvSpPr>
              <p:cNvPr id="182" name="Google Shape;182;p7"/>
              <p:cNvSpPr/>
              <p:nvPr/>
            </p:nvSpPr>
            <p:spPr>
              <a:xfrm>
                <a:off x="1959125" y="256300"/>
                <a:ext cx="25" cy="328050"/>
              </a:xfrm>
              <a:custGeom>
                <a:avLst/>
                <a:gdLst/>
                <a:ahLst/>
                <a:cxnLst/>
                <a:rect l="l" t="t" r="r" b="b"/>
                <a:pathLst>
                  <a:path w="1" h="13122" fill="none" extrusionOk="0">
                    <a:moveTo>
                      <a:pt x="0" y="13121"/>
                    </a:moveTo>
                    <a:lnTo>
                      <a:pt x="0" y="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7"/>
              <p:cNvSpPr/>
              <p:nvPr/>
            </p:nvSpPr>
            <p:spPr>
              <a:xfrm>
                <a:off x="1959125" y="645225"/>
                <a:ext cx="912200" cy="1210525"/>
              </a:xfrm>
              <a:custGeom>
                <a:avLst/>
                <a:gdLst/>
                <a:ahLst/>
                <a:cxnLst/>
                <a:rect l="l" t="t" r="r" b="b"/>
                <a:pathLst>
                  <a:path w="36488" h="48421" fill="none" extrusionOk="0">
                    <a:moveTo>
                      <a:pt x="0" y="1"/>
                    </a:moveTo>
                    <a:lnTo>
                      <a:pt x="0" y="9435"/>
                    </a:lnTo>
                    <a:cubicBezTo>
                      <a:pt x="0" y="11143"/>
                      <a:pt x="1396" y="12559"/>
                      <a:pt x="3124" y="12559"/>
                    </a:cubicBezTo>
                    <a:lnTo>
                      <a:pt x="21993" y="12496"/>
                    </a:lnTo>
                    <a:cubicBezTo>
                      <a:pt x="23721" y="12496"/>
                      <a:pt x="25116" y="13892"/>
                      <a:pt x="25116" y="15620"/>
                    </a:cubicBezTo>
                    <a:lnTo>
                      <a:pt x="25033" y="45297"/>
                    </a:lnTo>
                    <a:cubicBezTo>
                      <a:pt x="25033" y="47026"/>
                      <a:pt x="26428" y="48421"/>
                      <a:pt x="28157" y="48421"/>
                    </a:cubicBezTo>
                    <a:lnTo>
                      <a:pt x="36487" y="4842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7"/>
              <p:cNvSpPr/>
              <p:nvPr/>
            </p:nvSpPr>
            <p:spPr>
              <a:xfrm>
                <a:off x="2549525" y="1722975"/>
                <a:ext cx="71875" cy="71875"/>
              </a:xfrm>
              <a:custGeom>
                <a:avLst/>
                <a:gdLst/>
                <a:ahLst/>
                <a:cxnLst/>
                <a:rect l="l" t="t" r="r" b="b"/>
                <a:pathLst>
                  <a:path w="2875" h="2875" extrusionOk="0">
                    <a:moveTo>
                      <a:pt x="1438" y="0"/>
                    </a:moveTo>
                    <a:cubicBezTo>
                      <a:pt x="647" y="0"/>
                      <a:pt x="1" y="646"/>
                      <a:pt x="1" y="1437"/>
                    </a:cubicBezTo>
                    <a:cubicBezTo>
                      <a:pt x="1" y="2229"/>
                      <a:pt x="647" y="2874"/>
                      <a:pt x="1438" y="2874"/>
                    </a:cubicBezTo>
                    <a:cubicBezTo>
                      <a:pt x="2229" y="2874"/>
                      <a:pt x="2875" y="2229"/>
                      <a:pt x="2875" y="1437"/>
                    </a:cubicBezTo>
                    <a:cubicBezTo>
                      <a:pt x="2875" y="646"/>
                      <a:pt x="2229" y="0"/>
                      <a:pt x="14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7"/>
              <p:cNvSpPr/>
              <p:nvPr/>
            </p:nvSpPr>
            <p:spPr>
              <a:xfrm>
                <a:off x="2558400" y="1181500"/>
                <a:ext cx="54150" cy="54175"/>
              </a:xfrm>
              <a:custGeom>
                <a:avLst/>
                <a:gdLst/>
                <a:ahLst/>
                <a:cxnLst/>
                <a:rect l="l" t="t" r="r" b="b"/>
                <a:pathLst>
                  <a:path w="2166" h="2167" extrusionOk="0">
                    <a:moveTo>
                      <a:pt x="1083" y="0"/>
                    </a:moveTo>
                    <a:cubicBezTo>
                      <a:pt x="479" y="0"/>
                      <a:pt x="0" y="500"/>
                      <a:pt x="0" y="1083"/>
                    </a:cubicBezTo>
                    <a:cubicBezTo>
                      <a:pt x="0" y="1687"/>
                      <a:pt x="479" y="2166"/>
                      <a:pt x="1083" y="2166"/>
                    </a:cubicBezTo>
                    <a:cubicBezTo>
                      <a:pt x="1687" y="2166"/>
                      <a:pt x="2166" y="1687"/>
                      <a:pt x="2166" y="1083"/>
                    </a:cubicBezTo>
                    <a:cubicBezTo>
                      <a:pt x="2166" y="500"/>
                      <a:pt x="1687" y="0"/>
                      <a:pt x="10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7"/>
              <p:cNvSpPr/>
              <p:nvPr/>
            </p:nvSpPr>
            <p:spPr>
              <a:xfrm>
                <a:off x="2847350" y="1828650"/>
                <a:ext cx="54175" cy="54175"/>
              </a:xfrm>
              <a:custGeom>
                <a:avLst/>
                <a:gdLst/>
                <a:ahLst/>
                <a:cxnLst/>
                <a:rect l="l" t="t" r="r" b="b"/>
                <a:pathLst>
                  <a:path w="2167" h="2167" extrusionOk="0">
                    <a:moveTo>
                      <a:pt x="1083" y="1"/>
                    </a:moveTo>
                    <a:cubicBezTo>
                      <a:pt x="479" y="1"/>
                      <a:pt x="0" y="480"/>
                      <a:pt x="0" y="1084"/>
                    </a:cubicBezTo>
                    <a:cubicBezTo>
                      <a:pt x="0" y="1667"/>
                      <a:pt x="479" y="2167"/>
                      <a:pt x="1083" y="2167"/>
                    </a:cubicBezTo>
                    <a:cubicBezTo>
                      <a:pt x="1687" y="2167"/>
                      <a:pt x="2166" y="1667"/>
                      <a:pt x="2166" y="1084"/>
                    </a:cubicBezTo>
                    <a:cubicBezTo>
                      <a:pt x="2166" y="480"/>
                      <a:pt x="1687" y="1"/>
                      <a:pt x="1083" y="1"/>
                    </a:cubicBezTo>
                    <a:close/>
                  </a:path>
                </a:pathLst>
              </a:custGeom>
              <a:solidFill>
                <a:srgbClr val="FFFFFF"/>
              </a:solid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 name="Google Shape;187;p7"/>
            <p:cNvGrpSpPr/>
            <p:nvPr/>
          </p:nvGrpSpPr>
          <p:grpSpPr>
            <a:xfrm rot="10800000">
              <a:off x="7404500" y="4662925"/>
              <a:ext cx="556075" cy="1443800"/>
              <a:chOff x="1386400" y="363550"/>
              <a:chExt cx="556075" cy="1443800"/>
            </a:xfrm>
          </p:grpSpPr>
          <p:sp>
            <p:nvSpPr>
              <p:cNvPr id="188" name="Google Shape;188;p7"/>
              <p:cNvSpPr/>
              <p:nvPr/>
            </p:nvSpPr>
            <p:spPr>
              <a:xfrm>
                <a:off x="1574875" y="739475"/>
                <a:ext cx="164550" cy="671125"/>
              </a:xfrm>
              <a:custGeom>
                <a:avLst/>
                <a:gdLst/>
                <a:ahLst/>
                <a:cxnLst/>
                <a:rect l="l" t="t" r="r" b="b"/>
                <a:pathLst>
                  <a:path w="6582" h="26845" fill="none" extrusionOk="0">
                    <a:moveTo>
                      <a:pt x="1" y="0"/>
                    </a:moveTo>
                    <a:lnTo>
                      <a:pt x="3458" y="0"/>
                    </a:lnTo>
                    <a:cubicBezTo>
                      <a:pt x="5187" y="0"/>
                      <a:pt x="6582" y="1395"/>
                      <a:pt x="6582" y="3124"/>
                    </a:cubicBezTo>
                    <a:lnTo>
                      <a:pt x="6582" y="26845"/>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7"/>
              <p:cNvSpPr/>
              <p:nvPr/>
            </p:nvSpPr>
            <p:spPr>
              <a:xfrm>
                <a:off x="1595200" y="363550"/>
                <a:ext cx="36450" cy="36475"/>
              </a:xfrm>
              <a:custGeom>
                <a:avLst/>
                <a:gdLst/>
                <a:ahLst/>
                <a:cxnLst/>
                <a:rect l="l" t="t" r="r" b="b"/>
                <a:pathLst>
                  <a:path w="1458" h="1459" extrusionOk="0">
                    <a:moveTo>
                      <a:pt x="729" y="1"/>
                    </a:moveTo>
                    <a:cubicBezTo>
                      <a:pt x="313" y="1"/>
                      <a:pt x="0" y="334"/>
                      <a:pt x="0" y="730"/>
                    </a:cubicBezTo>
                    <a:cubicBezTo>
                      <a:pt x="0" y="1125"/>
                      <a:pt x="313" y="1459"/>
                      <a:pt x="729" y="1459"/>
                    </a:cubicBezTo>
                    <a:cubicBezTo>
                      <a:pt x="1125" y="1459"/>
                      <a:pt x="1458" y="1125"/>
                      <a:pt x="1458" y="730"/>
                    </a:cubicBezTo>
                    <a:cubicBezTo>
                      <a:pt x="1458" y="334"/>
                      <a:pt x="1125" y="1"/>
                      <a:pt x="7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7"/>
              <p:cNvSpPr/>
              <p:nvPr/>
            </p:nvSpPr>
            <p:spPr>
              <a:xfrm>
                <a:off x="1906025" y="1770875"/>
                <a:ext cx="36450" cy="36475"/>
              </a:xfrm>
              <a:custGeom>
                <a:avLst/>
                <a:gdLst/>
                <a:ahLst/>
                <a:cxnLst/>
                <a:rect l="l" t="t" r="r" b="b"/>
                <a:pathLst>
                  <a:path w="1458" h="1459" extrusionOk="0">
                    <a:moveTo>
                      <a:pt x="729" y="0"/>
                    </a:moveTo>
                    <a:cubicBezTo>
                      <a:pt x="333" y="0"/>
                      <a:pt x="0" y="333"/>
                      <a:pt x="0" y="729"/>
                    </a:cubicBezTo>
                    <a:cubicBezTo>
                      <a:pt x="0" y="1146"/>
                      <a:pt x="333" y="1458"/>
                      <a:pt x="729" y="1458"/>
                    </a:cubicBezTo>
                    <a:cubicBezTo>
                      <a:pt x="1125" y="1458"/>
                      <a:pt x="1458" y="1146"/>
                      <a:pt x="1458" y="729"/>
                    </a:cubicBezTo>
                    <a:cubicBezTo>
                      <a:pt x="1458" y="333"/>
                      <a:pt x="1125" y="0"/>
                      <a:pt x="7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7"/>
              <p:cNvSpPr/>
              <p:nvPr/>
            </p:nvSpPr>
            <p:spPr>
              <a:xfrm>
                <a:off x="1718075" y="1410575"/>
                <a:ext cx="43225" cy="100000"/>
              </a:xfrm>
              <a:custGeom>
                <a:avLst/>
                <a:gdLst/>
                <a:ahLst/>
                <a:cxnLst/>
                <a:rect l="l" t="t" r="r" b="b"/>
                <a:pathLst>
                  <a:path w="1729" h="4000" fill="none" extrusionOk="0">
                    <a:moveTo>
                      <a:pt x="375" y="1"/>
                    </a:moveTo>
                    <a:lnTo>
                      <a:pt x="1375" y="1"/>
                    </a:lnTo>
                    <a:cubicBezTo>
                      <a:pt x="1562" y="1"/>
                      <a:pt x="1729" y="146"/>
                      <a:pt x="1729" y="355"/>
                    </a:cubicBezTo>
                    <a:lnTo>
                      <a:pt x="1729" y="3624"/>
                    </a:lnTo>
                    <a:cubicBezTo>
                      <a:pt x="1729" y="3833"/>
                      <a:pt x="1562" y="3999"/>
                      <a:pt x="1375" y="3999"/>
                    </a:cubicBezTo>
                    <a:lnTo>
                      <a:pt x="375" y="3999"/>
                    </a:lnTo>
                    <a:cubicBezTo>
                      <a:pt x="167" y="3999"/>
                      <a:pt x="0" y="3833"/>
                      <a:pt x="0" y="3624"/>
                    </a:cubicBezTo>
                    <a:lnTo>
                      <a:pt x="0" y="355"/>
                    </a:lnTo>
                    <a:cubicBezTo>
                      <a:pt x="0" y="146"/>
                      <a:pt x="167" y="1"/>
                      <a:pt x="375" y="1"/>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7"/>
              <p:cNvSpPr/>
              <p:nvPr/>
            </p:nvSpPr>
            <p:spPr>
              <a:xfrm>
                <a:off x="1481175" y="699900"/>
                <a:ext cx="93725" cy="93225"/>
              </a:xfrm>
              <a:custGeom>
                <a:avLst/>
                <a:gdLst/>
                <a:ahLst/>
                <a:cxnLst/>
                <a:rect l="l" t="t" r="r" b="b"/>
                <a:pathLst>
                  <a:path w="3749" h="3729" fill="none" extrusionOk="0">
                    <a:moveTo>
                      <a:pt x="3749" y="1854"/>
                    </a:moveTo>
                    <a:cubicBezTo>
                      <a:pt x="3749" y="2895"/>
                      <a:pt x="2916" y="3728"/>
                      <a:pt x="1875" y="3728"/>
                    </a:cubicBezTo>
                    <a:cubicBezTo>
                      <a:pt x="854" y="3728"/>
                      <a:pt x="0" y="2895"/>
                      <a:pt x="0" y="1854"/>
                    </a:cubicBezTo>
                    <a:cubicBezTo>
                      <a:pt x="0" y="833"/>
                      <a:pt x="854" y="0"/>
                      <a:pt x="1875" y="0"/>
                    </a:cubicBezTo>
                    <a:cubicBezTo>
                      <a:pt x="2916" y="0"/>
                      <a:pt x="3749" y="833"/>
                      <a:pt x="3749" y="1854"/>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7"/>
              <p:cNvSpPr/>
              <p:nvPr/>
            </p:nvSpPr>
            <p:spPr>
              <a:xfrm>
                <a:off x="1386400" y="381775"/>
                <a:ext cx="208300" cy="364475"/>
              </a:xfrm>
              <a:custGeom>
                <a:avLst/>
                <a:gdLst/>
                <a:ahLst/>
                <a:cxnLst/>
                <a:rect l="l" t="t" r="r" b="b"/>
                <a:pathLst>
                  <a:path w="8332" h="14579" fill="none" extrusionOk="0">
                    <a:moveTo>
                      <a:pt x="3812" y="14579"/>
                    </a:moveTo>
                    <a:lnTo>
                      <a:pt x="1896" y="14579"/>
                    </a:lnTo>
                    <a:cubicBezTo>
                      <a:pt x="855" y="14579"/>
                      <a:pt x="1" y="13184"/>
                      <a:pt x="1" y="11455"/>
                    </a:cubicBezTo>
                    <a:lnTo>
                      <a:pt x="1" y="3125"/>
                    </a:lnTo>
                    <a:cubicBezTo>
                      <a:pt x="1" y="1396"/>
                      <a:pt x="1396" y="1"/>
                      <a:pt x="3125" y="1"/>
                    </a:cubicBezTo>
                    <a:lnTo>
                      <a:pt x="8331" y="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7"/>
              <p:cNvSpPr/>
              <p:nvPr/>
            </p:nvSpPr>
            <p:spPr>
              <a:xfrm>
                <a:off x="1739925" y="1510550"/>
                <a:ext cx="166125" cy="275450"/>
              </a:xfrm>
              <a:custGeom>
                <a:avLst/>
                <a:gdLst/>
                <a:ahLst/>
                <a:cxnLst/>
                <a:rect l="l" t="t" r="r" b="b"/>
                <a:pathLst>
                  <a:path w="6645" h="11018" fill="none" extrusionOk="0">
                    <a:moveTo>
                      <a:pt x="1" y="0"/>
                    </a:moveTo>
                    <a:lnTo>
                      <a:pt x="1" y="7893"/>
                    </a:lnTo>
                    <a:cubicBezTo>
                      <a:pt x="1" y="9622"/>
                      <a:pt x="1396" y="11017"/>
                      <a:pt x="3125" y="11017"/>
                    </a:cubicBezTo>
                    <a:lnTo>
                      <a:pt x="6644" y="11017"/>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5" name="Google Shape;195;p7"/>
            <p:cNvGrpSpPr/>
            <p:nvPr/>
          </p:nvGrpSpPr>
          <p:grpSpPr>
            <a:xfrm rot="10800000">
              <a:off x="4423243" y="5683925"/>
              <a:ext cx="1621325" cy="528475"/>
              <a:chOff x="3260225" y="257875"/>
              <a:chExt cx="1621325" cy="528475"/>
            </a:xfrm>
          </p:grpSpPr>
          <p:sp>
            <p:nvSpPr>
              <p:cNvPr id="196" name="Google Shape;196;p7"/>
              <p:cNvSpPr/>
              <p:nvPr/>
            </p:nvSpPr>
            <p:spPr>
              <a:xfrm>
                <a:off x="3296675" y="746225"/>
                <a:ext cx="484225" cy="25"/>
              </a:xfrm>
              <a:custGeom>
                <a:avLst/>
                <a:gdLst/>
                <a:ahLst/>
                <a:cxnLst/>
                <a:rect l="l" t="t" r="r" b="b"/>
                <a:pathLst>
                  <a:path w="19369" h="1" fill="none" extrusionOk="0">
                    <a:moveTo>
                      <a:pt x="19368" y="1"/>
                    </a:moveTo>
                    <a:lnTo>
                      <a:pt x="0" y="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7"/>
              <p:cNvSpPr/>
              <p:nvPr/>
            </p:nvSpPr>
            <p:spPr>
              <a:xfrm>
                <a:off x="3861575" y="459875"/>
                <a:ext cx="990300" cy="286375"/>
              </a:xfrm>
              <a:custGeom>
                <a:avLst/>
                <a:gdLst/>
                <a:ahLst/>
                <a:cxnLst/>
                <a:rect l="l" t="t" r="r" b="b"/>
                <a:pathLst>
                  <a:path w="39612" h="11455" fill="none" extrusionOk="0">
                    <a:moveTo>
                      <a:pt x="0" y="11455"/>
                    </a:moveTo>
                    <a:lnTo>
                      <a:pt x="36487" y="11455"/>
                    </a:lnTo>
                    <a:cubicBezTo>
                      <a:pt x="38195" y="11455"/>
                      <a:pt x="39611" y="10060"/>
                      <a:pt x="39611" y="8331"/>
                    </a:cubicBezTo>
                    <a:lnTo>
                      <a:pt x="39611" y="1"/>
                    </a:lnTo>
                  </a:path>
                </a:pathLst>
              </a:custGeom>
              <a:noFill/>
              <a:ln w="13025" cap="rnd" cmpd="sng">
                <a:solidFill>
                  <a:srgbClr val="325A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7"/>
              <p:cNvSpPr/>
              <p:nvPr/>
            </p:nvSpPr>
            <p:spPr>
              <a:xfrm>
                <a:off x="3260225" y="728000"/>
                <a:ext cx="36475" cy="36475"/>
              </a:xfrm>
              <a:custGeom>
                <a:avLst/>
                <a:gdLst/>
                <a:ahLst/>
                <a:cxnLst/>
                <a:rect l="l" t="t" r="r" b="b"/>
                <a:pathLst>
                  <a:path w="1459" h="1459" extrusionOk="0">
                    <a:moveTo>
                      <a:pt x="729" y="1"/>
                    </a:moveTo>
                    <a:cubicBezTo>
                      <a:pt x="334" y="1"/>
                      <a:pt x="0" y="334"/>
                      <a:pt x="0" y="730"/>
                    </a:cubicBezTo>
                    <a:cubicBezTo>
                      <a:pt x="0" y="1126"/>
                      <a:pt x="334" y="1459"/>
                      <a:pt x="729" y="1459"/>
                    </a:cubicBezTo>
                    <a:cubicBezTo>
                      <a:pt x="1146" y="1459"/>
                      <a:pt x="1458" y="1126"/>
                      <a:pt x="1458" y="730"/>
                    </a:cubicBezTo>
                    <a:cubicBezTo>
                      <a:pt x="1458" y="334"/>
                      <a:pt x="1146" y="1"/>
                      <a:pt x="7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7"/>
              <p:cNvSpPr/>
              <p:nvPr/>
            </p:nvSpPr>
            <p:spPr>
              <a:xfrm>
                <a:off x="4822150" y="400000"/>
                <a:ext cx="59400" cy="59375"/>
              </a:xfrm>
              <a:custGeom>
                <a:avLst/>
                <a:gdLst/>
                <a:ahLst/>
                <a:cxnLst/>
                <a:rect l="l" t="t" r="r" b="b"/>
                <a:pathLst>
                  <a:path w="2376" h="2375" fill="none" extrusionOk="0">
                    <a:moveTo>
                      <a:pt x="2375" y="1188"/>
                    </a:moveTo>
                    <a:cubicBezTo>
                      <a:pt x="2375" y="1854"/>
                      <a:pt x="1834" y="2375"/>
                      <a:pt x="1188" y="2375"/>
                    </a:cubicBezTo>
                    <a:cubicBezTo>
                      <a:pt x="522" y="2375"/>
                      <a:pt x="1" y="1854"/>
                      <a:pt x="1" y="1188"/>
                    </a:cubicBezTo>
                    <a:cubicBezTo>
                      <a:pt x="1" y="542"/>
                      <a:pt x="522" y="1"/>
                      <a:pt x="1188" y="1"/>
                    </a:cubicBezTo>
                    <a:cubicBezTo>
                      <a:pt x="1834" y="1"/>
                      <a:pt x="2375" y="542"/>
                      <a:pt x="2375" y="1188"/>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7"/>
              <p:cNvSpPr/>
              <p:nvPr/>
            </p:nvSpPr>
            <p:spPr>
              <a:xfrm>
                <a:off x="4390550" y="724375"/>
                <a:ext cx="102575" cy="44275"/>
              </a:xfrm>
              <a:custGeom>
                <a:avLst/>
                <a:gdLst/>
                <a:ahLst/>
                <a:cxnLst/>
                <a:rect l="l" t="t" r="r" b="b"/>
                <a:pathLst>
                  <a:path w="4103" h="1771" extrusionOk="0">
                    <a:moveTo>
                      <a:pt x="375" y="0"/>
                    </a:moveTo>
                    <a:cubicBezTo>
                      <a:pt x="167" y="0"/>
                      <a:pt x="0" y="167"/>
                      <a:pt x="0" y="375"/>
                    </a:cubicBezTo>
                    <a:lnTo>
                      <a:pt x="0" y="1375"/>
                    </a:lnTo>
                    <a:cubicBezTo>
                      <a:pt x="0" y="1583"/>
                      <a:pt x="167" y="1770"/>
                      <a:pt x="375" y="1770"/>
                    </a:cubicBezTo>
                    <a:lnTo>
                      <a:pt x="3728" y="1770"/>
                    </a:lnTo>
                    <a:cubicBezTo>
                      <a:pt x="3936" y="1770"/>
                      <a:pt x="4103" y="1583"/>
                      <a:pt x="4103" y="1375"/>
                    </a:cubicBezTo>
                    <a:lnTo>
                      <a:pt x="4103" y="375"/>
                    </a:lnTo>
                    <a:cubicBezTo>
                      <a:pt x="4103" y="167"/>
                      <a:pt x="3936" y="0"/>
                      <a:pt x="37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7"/>
              <p:cNvSpPr/>
              <p:nvPr/>
            </p:nvSpPr>
            <p:spPr>
              <a:xfrm>
                <a:off x="3780875" y="706150"/>
                <a:ext cx="80725" cy="80200"/>
              </a:xfrm>
              <a:custGeom>
                <a:avLst/>
                <a:gdLst/>
                <a:ahLst/>
                <a:cxnLst/>
                <a:rect l="l" t="t" r="r" b="b"/>
                <a:pathLst>
                  <a:path w="3229" h="3208" fill="none" extrusionOk="0">
                    <a:moveTo>
                      <a:pt x="3228" y="1604"/>
                    </a:moveTo>
                    <a:cubicBezTo>
                      <a:pt x="3228" y="2499"/>
                      <a:pt x="2499" y="3207"/>
                      <a:pt x="1625" y="3207"/>
                    </a:cubicBezTo>
                    <a:cubicBezTo>
                      <a:pt x="729" y="3207"/>
                      <a:pt x="0" y="2499"/>
                      <a:pt x="0" y="1604"/>
                    </a:cubicBezTo>
                    <a:cubicBezTo>
                      <a:pt x="0" y="708"/>
                      <a:pt x="729" y="0"/>
                      <a:pt x="1625" y="0"/>
                    </a:cubicBezTo>
                    <a:cubicBezTo>
                      <a:pt x="2499" y="0"/>
                      <a:pt x="3228" y="708"/>
                      <a:pt x="3228" y="1604"/>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7"/>
              <p:cNvSpPr/>
              <p:nvPr/>
            </p:nvSpPr>
            <p:spPr>
              <a:xfrm>
                <a:off x="4851850" y="257875"/>
                <a:ext cx="25" cy="132775"/>
              </a:xfrm>
              <a:custGeom>
                <a:avLst/>
                <a:gdLst/>
                <a:ahLst/>
                <a:cxnLst/>
                <a:rect l="l" t="t" r="r" b="b"/>
                <a:pathLst>
                  <a:path w="1" h="5311" fill="none" extrusionOk="0">
                    <a:moveTo>
                      <a:pt x="0" y="5311"/>
                    </a:moveTo>
                    <a:lnTo>
                      <a:pt x="0" y="0"/>
                    </a:lnTo>
                  </a:path>
                </a:pathLst>
              </a:custGeom>
              <a:noFill/>
              <a:ln w="13025" cap="rnd" cmpd="sng">
                <a:solidFill>
                  <a:srgbClr val="325A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7"/>
            <p:cNvGrpSpPr/>
            <p:nvPr/>
          </p:nvGrpSpPr>
          <p:grpSpPr>
            <a:xfrm rot="10800000">
              <a:off x="6071625" y="4898800"/>
              <a:ext cx="508175" cy="1310475"/>
              <a:chOff x="2767175" y="261000"/>
              <a:chExt cx="508175" cy="1310475"/>
            </a:xfrm>
          </p:grpSpPr>
          <p:sp>
            <p:nvSpPr>
              <p:cNvPr id="204" name="Google Shape;204;p7"/>
              <p:cNvSpPr/>
              <p:nvPr/>
            </p:nvSpPr>
            <p:spPr>
              <a:xfrm>
                <a:off x="2767175" y="586400"/>
                <a:ext cx="100500" cy="43225"/>
              </a:xfrm>
              <a:custGeom>
                <a:avLst/>
                <a:gdLst/>
                <a:ahLst/>
                <a:cxnLst/>
                <a:rect l="l" t="t" r="r" b="b"/>
                <a:pathLst>
                  <a:path w="4020" h="1729" extrusionOk="0">
                    <a:moveTo>
                      <a:pt x="375" y="0"/>
                    </a:moveTo>
                    <a:cubicBezTo>
                      <a:pt x="167" y="0"/>
                      <a:pt x="0" y="146"/>
                      <a:pt x="0" y="354"/>
                    </a:cubicBezTo>
                    <a:lnTo>
                      <a:pt x="0" y="1354"/>
                    </a:lnTo>
                    <a:cubicBezTo>
                      <a:pt x="0" y="1562"/>
                      <a:pt x="167" y="1729"/>
                      <a:pt x="375" y="1729"/>
                    </a:cubicBezTo>
                    <a:lnTo>
                      <a:pt x="3645" y="1729"/>
                    </a:lnTo>
                    <a:cubicBezTo>
                      <a:pt x="3853" y="1729"/>
                      <a:pt x="4020" y="1562"/>
                      <a:pt x="4020" y="1354"/>
                    </a:cubicBezTo>
                    <a:lnTo>
                      <a:pt x="4020" y="354"/>
                    </a:lnTo>
                    <a:cubicBezTo>
                      <a:pt x="4020" y="146"/>
                      <a:pt x="3853" y="0"/>
                      <a:pt x="3645" y="0"/>
                    </a:cubicBezTo>
                    <a:close/>
                  </a:path>
                </a:pathLst>
              </a:custGeom>
              <a:solidFill>
                <a:srgbClr val="D73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7"/>
              <p:cNvSpPr/>
              <p:nvPr/>
            </p:nvSpPr>
            <p:spPr>
              <a:xfrm>
                <a:off x="2817675" y="261000"/>
                <a:ext cx="437375" cy="1277175"/>
              </a:xfrm>
              <a:custGeom>
                <a:avLst/>
                <a:gdLst/>
                <a:ahLst/>
                <a:cxnLst/>
                <a:rect l="l" t="t" r="r" b="b"/>
                <a:pathLst>
                  <a:path w="17495" h="51087" fill="none" extrusionOk="0">
                    <a:moveTo>
                      <a:pt x="0" y="0"/>
                    </a:moveTo>
                    <a:lnTo>
                      <a:pt x="0" y="20160"/>
                    </a:lnTo>
                    <a:cubicBezTo>
                      <a:pt x="0" y="21888"/>
                      <a:pt x="1187" y="23304"/>
                      <a:pt x="2645" y="23304"/>
                    </a:cubicBezTo>
                    <a:cubicBezTo>
                      <a:pt x="4124" y="23304"/>
                      <a:pt x="5311" y="24700"/>
                      <a:pt x="5311" y="26428"/>
                    </a:cubicBezTo>
                    <a:lnTo>
                      <a:pt x="5311" y="47858"/>
                    </a:lnTo>
                    <a:cubicBezTo>
                      <a:pt x="5311" y="49587"/>
                      <a:pt x="6706" y="50982"/>
                      <a:pt x="8435" y="51003"/>
                    </a:cubicBezTo>
                    <a:lnTo>
                      <a:pt x="14370" y="51065"/>
                    </a:lnTo>
                    <a:cubicBezTo>
                      <a:pt x="16099" y="51086"/>
                      <a:pt x="17494" y="49691"/>
                      <a:pt x="17494" y="47962"/>
                    </a:cubicBezTo>
                    <a:lnTo>
                      <a:pt x="17494" y="43110"/>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7"/>
              <p:cNvSpPr/>
              <p:nvPr/>
            </p:nvSpPr>
            <p:spPr>
              <a:xfrm>
                <a:off x="3234700" y="1313750"/>
                <a:ext cx="40650" cy="41150"/>
              </a:xfrm>
              <a:custGeom>
                <a:avLst/>
                <a:gdLst/>
                <a:ahLst/>
                <a:cxnLst/>
                <a:rect l="l" t="t" r="r" b="b"/>
                <a:pathLst>
                  <a:path w="1626" h="1646" extrusionOk="0">
                    <a:moveTo>
                      <a:pt x="1625" y="812"/>
                    </a:moveTo>
                    <a:cubicBezTo>
                      <a:pt x="1625" y="1270"/>
                      <a:pt x="1271" y="1645"/>
                      <a:pt x="813" y="1645"/>
                    </a:cubicBezTo>
                    <a:cubicBezTo>
                      <a:pt x="355" y="1645"/>
                      <a:pt x="1" y="1270"/>
                      <a:pt x="1" y="812"/>
                    </a:cubicBezTo>
                    <a:cubicBezTo>
                      <a:pt x="1" y="375"/>
                      <a:pt x="355" y="0"/>
                      <a:pt x="813" y="0"/>
                    </a:cubicBezTo>
                    <a:cubicBezTo>
                      <a:pt x="1271" y="0"/>
                      <a:pt x="1625" y="375"/>
                      <a:pt x="1625" y="812"/>
                    </a:cubicBezTo>
                    <a:close/>
                  </a:path>
                </a:pathLst>
              </a:custGeom>
              <a:solidFill>
                <a:srgbClr val="EDEEF0"/>
              </a:solid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7"/>
              <p:cNvSpPr/>
              <p:nvPr/>
            </p:nvSpPr>
            <p:spPr>
              <a:xfrm>
                <a:off x="3070175" y="1505350"/>
                <a:ext cx="65625" cy="66125"/>
              </a:xfrm>
              <a:custGeom>
                <a:avLst/>
                <a:gdLst/>
                <a:ahLst/>
                <a:cxnLst/>
                <a:rect l="l" t="t" r="r" b="b"/>
                <a:pathLst>
                  <a:path w="2625" h="2645" extrusionOk="0">
                    <a:moveTo>
                      <a:pt x="1313" y="0"/>
                    </a:moveTo>
                    <a:cubicBezTo>
                      <a:pt x="584" y="0"/>
                      <a:pt x="1" y="604"/>
                      <a:pt x="1" y="1312"/>
                    </a:cubicBezTo>
                    <a:cubicBezTo>
                      <a:pt x="1" y="2041"/>
                      <a:pt x="584" y="2645"/>
                      <a:pt x="1313" y="2645"/>
                    </a:cubicBezTo>
                    <a:cubicBezTo>
                      <a:pt x="2042" y="2645"/>
                      <a:pt x="2625" y="2041"/>
                      <a:pt x="2625" y="1312"/>
                    </a:cubicBezTo>
                    <a:cubicBezTo>
                      <a:pt x="2625" y="604"/>
                      <a:pt x="2042" y="0"/>
                      <a:pt x="13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7"/>
              <p:cNvSpPr/>
              <p:nvPr/>
            </p:nvSpPr>
            <p:spPr>
              <a:xfrm>
                <a:off x="2792675" y="721775"/>
                <a:ext cx="49500" cy="49475"/>
              </a:xfrm>
              <a:custGeom>
                <a:avLst/>
                <a:gdLst/>
                <a:ahLst/>
                <a:cxnLst/>
                <a:rect l="l" t="t" r="r" b="b"/>
                <a:pathLst>
                  <a:path w="1980" h="1979" extrusionOk="0">
                    <a:moveTo>
                      <a:pt x="1000" y="0"/>
                    </a:moveTo>
                    <a:cubicBezTo>
                      <a:pt x="438" y="0"/>
                      <a:pt x="1" y="437"/>
                      <a:pt x="1" y="979"/>
                    </a:cubicBezTo>
                    <a:cubicBezTo>
                      <a:pt x="1" y="1520"/>
                      <a:pt x="438" y="1979"/>
                      <a:pt x="1000" y="1979"/>
                    </a:cubicBezTo>
                    <a:cubicBezTo>
                      <a:pt x="1542" y="1979"/>
                      <a:pt x="1979" y="1520"/>
                      <a:pt x="1979" y="979"/>
                    </a:cubicBezTo>
                    <a:cubicBezTo>
                      <a:pt x="1979" y="437"/>
                      <a:pt x="1542" y="0"/>
                      <a:pt x="10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09"/>
        <p:cNvGrpSpPr/>
        <p:nvPr/>
      </p:nvGrpSpPr>
      <p:grpSpPr>
        <a:xfrm>
          <a:off x="0" y="0"/>
          <a:ext cx="0" cy="0"/>
          <a:chOff x="0" y="0"/>
          <a:chExt cx="0" cy="0"/>
        </a:xfrm>
      </p:grpSpPr>
      <p:grpSp>
        <p:nvGrpSpPr>
          <p:cNvPr id="210" name="Google Shape;210;p8"/>
          <p:cNvGrpSpPr/>
          <p:nvPr/>
        </p:nvGrpSpPr>
        <p:grpSpPr>
          <a:xfrm>
            <a:off x="0" y="1575"/>
            <a:ext cx="9172575" cy="5114468"/>
            <a:chOff x="0" y="1575"/>
            <a:chExt cx="9172575" cy="5114468"/>
          </a:xfrm>
        </p:grpSpPr>
        <p:grpSp>
          <p:nvGrpSpPr>
            <p:cNvPr id="211" name="Google Shape;211;p8"/>
            <p:cNvGrpSpPr/>
            <p:nvPr/>
          </p:nvGrpSpPr>
          <p:grpSpPr>
            <a:xfrm>
              <a:off x="0" y="1575"/>
              <a:ext cx="3442154" cy="2733425"/>
              <a:chOff x="0" y="1575"/>
              <a:chExt cx="3442154" cy="2733425"/>
            </a:xfrm>
          </p:grpSpPr>
          <p:grpSp>
            <p:nvGrpSpPr>
              <p:cNvPr id="212" name="Google Shape;212;p8"/>
              <p:cNvGrpSpPr/>
              <p:nvPr/>
            </p:nvGrpSpPr>
            <p:grpSpPr>
              <a:xfrm>
                <a:off x="117150" y="4700"/>
                <a:ext cx="1668700" cy="631550"/>
                <a:chOff x="320125" y="261000"/>
                <a:chExt cx="1668700" cy="631550"/>
              </a:xfrm>
            </p:grpSpPr>
            <p:sp>
              <p:nvSpPr>
                <p:cNvPr id="213" name="Google Shape;213;p8"/>
                <p:cNvSpPr/>
                <p:nvPr/>
              </p:nvSpPr>
              <p:spPr>
                <a:xfrm>
                  <a:off x="375825" y="612425"/>
                  <a:ext cx="1553650" cy="268675"/>
                </a:xfrm>
                <a:custGeom>
                  <a:avLst/>
                  <a:gdLst/>
                  <a:ahLst/>
                  <a:cxnLst/>
                  <a:rect l="l" t="t" r="r" b="b"/>
                  <a:pathLst>
                    <a:path w="62146" h="10747" fill="none" extrusionOk="0">
                      <a:moveTo>
                        <a:pt x="1" y="3541"/>
                      </a:moveTo>
                      <a:cubicBezTo>
                        <a:pt x="209" y="4874"/>
                        <a:pt x="313" y="6207"/>
                        <a:pt x="272" y="7540"/>
                      </a:cubicBezTo>
                      <a:cubicBezTo>
                        <a:pt x="168" y="9247"/>
                        <a:pt x="1521" y="10705"/>
                        <a:pt x="3229" y="10747"/>
                      </a:cubicBezTo>
                      <a:lnTo>
                        <a:pt x="25367" y="10414"/>
                      </a:lnTo>
                      <a:cubicBezTo>
                        <a:pt x="27075" y="10414"/>
                        <a:pt x="28491" y="8997"/>
                        <a:pt x="28491" y="7290"/>
                      </a:cubicBezTo>
                      <a:lnTo>
                        <a:pt x="28491" y="3125"/>
                      </a:lnTo>
                      <a:cubicBezTo>
                        <a:pt x="28491" y="1396"/>
                        <a:pt x="29886" y="1"/>
                        <a:pt x="31615" y="1"/>
                      </a:cubicBezTo>
                      <a:cubicBezTo>
                        <a:pt x="31615" y="1"/>
                        <a:pt x="50879" y="1"/>
                        <a:pt x="62145" y="1"/>
                      </a:cubicBez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8"/>
                <p:cNvSpPr/>
                <p:nvPr/>
              </p:nvSpPr>
              <p:spPr>
                <a:xfrm>
                  <a:off x="1029250" y="820175"/>
                  <a:ext cx="71875" cy="72375"/>
                </a:xfrm>
                <a:custGeom>
                  <a:avLst/>
                  <a:gdLst/>
                  <a:ahLst/>
                  <a:cxnLst/>
                  <a:rect l="l" t="t" r="r" b="b"/>
                  <a:pathLst>
                    <a:path w="2875" h="2895" extrusionOk="0">
                      <a:moveTo>
                        <a:pt x="1437" y="0"/>
                      </a:moveTo>
                      <a:cubicBezTo>
                        <a:pt x="646" y="0"/>
                        <a:pt x="0" y="646"/>
                        <a:pt x="0" y="1437"/>
                      </a:cubicBezTo>
                      <a:cubicBezTo>
                        <a:pt x="0" y="2249"/>
                        <a:pt x="646" y="2895"/>
                        <a:pt x="1437" y="2895"/>
                      </a:cubicBezTo>
                      <a:cubicBezTo>
                        <a:pt x="2229" y="2895"/>
                        <a:pt x="2874" y="2249"/>
                        <a:pt x="2874" y="1437"/>
                      </a:cubicBezTo>
                      <a:cubicBezTo>
                        <a:pt x="2874" y="646"/>
                        <a:pt x="2229" y="0"/>
                        <a:pt x="1437" y="0"/>
                      </a:cubicBezTo>
                      <a:close/>
                    </a:path>
                  </a:pathLst>
                </a:custGeom>
                <a:solidFill>
                  <a:srgbClr val="D73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8"/>
                <p:cNvSpPr/>
                <p:nvPr/>
              </p:nvSpPr>
              <p:spPr>
                <a:xfrm>
                  <a:off x="1929450" y="585875"/>
                  <a:ext cx="59375" cy="59375"/>
                </a:xfrm>
                <a:custGeom>
                  <a:avLst/>
                  <a:gdLst/>
                  <a:ahLst/>
                  <a:cxnLst/>
                  <a:rect l="l" t="t" r="r" b="b"/>
                  <a:pathLst>
                    <a:path w="2375" h="2375" fill="none" extrusionOk="0">
                      <a:moveTo>
                        <a:pt x="2375" y="1188"/>
                      </a:moveTo>
                      <a:cubicBezTo>
                        <a:pt x="2375" y="1854"/>
                        <a:pt x="1833" y="2375"/>
                        <a:pt x="1187" y="2375"/>
                      </a:cubicBezTo>
                      <a:cubicBezTo>
                        <a:pt x="542" y="2375"/>
                        <a:pt x="0" y="1854"/>
                        <a:pt x="0" y="1188"/>
                      </a:cubicBezTo>
                      <a:cubicBezTo>
                        <a:pt x="0" y="542"/>
                        <a:pt x="542" y="1"/>
                        <a:pt x="1187" y="1"/>
                      </a:cubicBezTo>
                      <a:cubicBezTo>
                        <a:pt x="1833" y="1"/>
                        <a:pt x="2375" y="542"/>
                        <a:pt x="2375" y="1188"/>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8"/>
                <p:cNvSpPr/>
                <p:nvPr/>
              </p:nvSpPr>
              <p:spPr>
                <a:xfrm>
                  <a:off x="320125" y="589525"/>
                  <a:ext cx="111450" cy="111450"/>
                </a:xfrm>
                <a:custGeom>
                  <a:avLst/>
                  <a:gdLst/>
                  <a:ahLst/>
                  <a:cxnLst/>
                  <a:rect l="l" t="t" r="r" b="b"/>
                  <a:pathLst>
                    <a:path w="4458" h="4458" fill="none" extrusionOk="0">
                      <a:moveTo>
                        <a:pt x="4457" y="2229"/>
                      </a:moveTo>
                      <a:cubicBezTo>
                        <a:pt x="4457" y="3457"/>
                        <a:pt x="3458" y="4457"/>
                        <a:pt x="2229" y="4457"/>
                      </a:cubicBezTo>
                      <a:cubicBezTo>
                        <a:pt x="1000" y="4457"/>
                        <a:pt x="1" y="3457"/>
                        <a:pt x="1" y="2229"/>
                      </a:cubicBezTo>
                      <a:cubicBezTo>
                        <a:pt x="1" y="1000"/>
                        <a:pt x="1000" y="0"/>
                        <a:pt x="2229" y="0"/>
                      </a:cubicBezTo>
                      <a:cubicBezTo>
                        <a:pt x="3458" y="0"/>
                        <a:pt x="4457" y="1000"/>
                        <a:pt x="4457" y="2229"/>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8"/>
                <p:cNvSpPr/>
                <p:nvPr/>
              </p:nvSpPr>
              <p:spPr>
                <a:xfrm>
                  <a:off x="375825" y="261000"/>
                  <a:ext cx="25" cy="328550"/>
                </a:xfrm>
                <a:custGeom>
                  <a:avLst/>
                  <a:gdLst/>
                  <a:ahLst/>
                  <a:cxnLst/>
                  <a:rect l="l" t="t" r="r" b="b"/>
                  <a:pathLst>
                    <a:path w="1" h="13142" fill="none" extrusionOk="0">
                      <a:moveTo>
                        <a:pt x="1" y="13141"/>
                      </a:moveTo>
                      <a:lnTo>
                        <a:pt x="1" y="0"/>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8" name="Google Shape;218;p8"/>
              <p:cNvGrpSpPr/>
              <p:nvPr/>
            </p:nvGrpSpPr>
            <p:grpSpPr>
              <a:xfrm>
                <a:off x="1820829" y="1575"/>
                <a:ext cx="1621325" cy="528475"/>
                <a:chOff x="3260225" y="257875"/>
                <a:chExt cx="1621325" cy="528475"/>
              </a:xfrm>
            </p:grpSpPr>
            <p:sp>
              <p:nvSpPr>
                <p:cNvPr id="219" name="Google Shape;219;p8"/>
                <p:cNvSpPr/>
                <p:nvPr/>
              </p:nvSpPr>
              <p:spPr>
                <a:xfrm>
                  <a:off x="3296675" y="746225"/>
                  <a:ext cx="484225" cy="25"/>
                </a:xfrm>
                <a:custGeom>
                  <a:avLst/>
                  <a:gdLst/>
                  <a:ahLst/>
                  <a:cxnLst/>
                  <a:rect l="l" t="t" r="r" b="b"/>
                  <a:pathLst>
                    <a:path w="19369" h="1" fill="none" extrusionOk="0">
                      <a:moveTo>
                        <a:pt x="19368" y="1"/>
                      </a:moveTo>
                      <a:lnTo>
                        <a:pt x="0" y="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8"/>
                <p:cNvSpPr/>
                <p:nvPr/>
              </p:nvSpPr>
              <p:spPr>
                <a:xfrm>
                  <a:off x="3861575" y="459875"/>
                  <a:ext cx="990300" cy="286375"/>
                </a:xfrm>
                <a:custGeom>
                  <a:avLst/>
                  <a:gdLst/>
                  <a:ahLst/>
                  <a:cxnLst/>
                  <a:rect l="l" t="t" r="r" b="b"/>
                  <a:pathLst>
                    <a:path w="39612" h="11455" fill="none" extrusionOk="0">
                      <a:moveTo>
                        <a:pt x="0" y="11455"/>
                      </a:moveTo>
                      <a:lnTo>
                        <a:pt x="36487" y="11455"/>
                      </a:lnTo>
                      <a:cubicBezTo>
                        <a:pt x="38195" y="11455"/>
                        <a:pt x="39611" y="10060"/>
                        <a:pt x="39611" y="8331"/>
                      </a:cubicBezTo>
                      <a:lnTo>
                        <a:pt x="39611" y="1"/>
                      </a:lnTo>
                    </a:path>
                  </a:pathLst>
                </a:custGeom>
                <a:noFill/>
                <a:ln w="13025" cap="rnd" cmpd="sng">
                  <a:solidFill>
                    <a:srgbClr val="325A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8"/>
                <p:cNvSpPr/>
                <p:nvPr/>
              </p:nvSpPr>
              <p:spPr>
                <a:xfrm>
                  <a:off x="3260225" y="728000"/>
                  <a:ext cx="36475" cy="36475"/>
                </a:xfrm>
                <a:custGeom>
                  <a:avLst/>
                  <a:gdLst/>
                  <a:ahLst/>
                  <a:cxnLst/>
                  <a:rect l="l" t="t" r="r" b="b"/>
                  <a:pathLst>
                    <a:path w="1459" h="1459" extrusionOk="0">
                      <a:moveTo>
                        <a:pt x="729" y="1"/>
                      </a:moveTo>
                      <a:cubicBezTo>
                        <a:pt x="334" y="1"/>
                        <a:pt x="0" y="334"/>
                        <a:pt x="0" y="730"/>
                      </a:cubicBezTo>
                      <a:cubicBezTo>
                        <a:pt x="0" y="1126"/>
                        <a:pt x="334" y="1459"/>
                        <a:pt x="729" y="1459"/>
                      </a:cubicBezTo>
                      <a:cubicBezTo>
                        <a:pt x="1146" y="1459"/>
                        <a:pt x="1458" y="1126"/>
                        <a:pt x="1458" y="730"/>
                      </a:cubicBezTo>
                      <a:cubicBezTo>
                        <a:pt x="1458" y="334"/>
                        <a:pt x="1146" y="1"/>
                        <a:pt x="7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8"/>
                <p:cNvSpPr/>
                <p:nvPr/>
              </p:nvSpPr>
              <p:spPr>
                <a:xfrm>
                  <a:off x="4822150" y="400000"/>
                  <a:ext cx="59400" cy="59375"/>
                </a:xfrm>
                <a:custGeom>
                  <a:avLst/>
                  <a:gdLst/>
                  <a:ahLst/>
                  <a:cxnLst/>
                  <a:rect l="l" t="t" r="r" b="b"/>
                  <a:pathLst>
                    <a:path w="2376" h="2375" fill="none" extrusionOk="0">
                      <a:moveTo>
                        <a:pt x="2375" y="1188"/>
                      </a:moveTo>
                      <a:cubicBezTo>
                        <a:pt x="2375" y="1854"/>
                        <a:pt x="1834" y="2375"/>
                        <a:pt x="1188" y="2375"/>
                      </a:cubicBezTo>
                      <a:cubicBezTo>
                        <a:pt x="522" y="2375"/>
                        <a:pt x="1" y="1854"/>
                        <a:pt x="1" y="1188"/>
                      </a:cubicBezTo>
                      <a:cubicBezTo>
                        <a:pt x="1" y="542"/>
                        <a:pt x="522" y="1"/>
                        <a:pt x="1188" y="1"/>
                      </a:cubicBezTo>
                      <a:cubicBezTo>
                        <a:pt x="1834" y="1"/>
                        <a:pt x="2375" y="542"/>
                        <a:pt x="2375" y="1188"/>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8"/>
                <p:cNvSpPr/>
                <p:nvPr/>
              </p:nvSpPr>
              <p:spPr>
                <a:xfrm>
                  <a:off x="4390550" y="724375"/>
                  <a:ext cx="102575" cy="44275"/>
                </a:xfrm>
                <a:custGeom>
                  <a:avLst/>
                  <a:gdLst/>
                  <a:ahLst/>
                  <a:cxnLst/>
                  <a:rect l="l" t="t" r="r" b="b"/>
                  <a:pathLst>
                    <a:path w="4103" h="1771" extrusionOk="0">
                      <a:moveTo>
                        <a:pt x="375" y="0"/>
                      </a:moveTo>
                      <a:cubicBezTo>
                        <a:pt x="167" y="0"/>
                        <a:pt x="0" y="167"/>
                        <a:pt x="0" y="375"/>
                      </a:cubicBezTo>
                      <a:lnTo>
                        <a:pt x="0" y="1375"/>
                      </a:lnTo>
                      <a:cubicBezTo>
                        <a:pt x="0" y="1583"/>
                        <a:pt x="167" y="1770"/>
                        <a:pt x="375" y="1770"/>
                      </a:cubicBezTo>
                      <a:lnTo>
                        <a:pt x="3728" y="1770"/>
                      </a:lnTo>
                      <a:cubicBezTo>
                        <a:pt x="3936" y="1770"/>
                        <a:pt x="4103" y="1583"/>
                        <a:pt x="4103" y="1375"/>
                      </a:cubicBezTo>
                      <a:lnTo>
                        <a:pt x="4103" y="375"/>
                      </a:lnTo>
                      <a:cubicBezTo>
                        <a:pt x="4103" y="167"/>
                        <a:pt x="3936" y="0"/>
                        <a:pt x="37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8"/>
                <p:cNvSpPr/>
                <p:nvPr/>
              </p:nvSpPr>
              <p:spPr>
                <a:xfrm>
                  <a:off x="3780875" y="706150"/>
                  <a:ext cx="80725" cy="80200"/>
                </a:xfrm>
                <a:custGeom>
                  <a:avLst/>
                  <a:gdLst/>
                  <a:ahLst/>
                  <a:cxnLst/>
                  <a:rect l="l" t="t" r="r" b="b"/>
                  <a:pathLst>
                    <a:path w="3229" h="3208" fill="none" extrusionOk="0">
                      <a:moveTo>
                        <a:pt x="3228" y="1604"/>
                      </a:moveTo>
                      <a:cubicBezTo>
                        <a:pt x="3228" y="2499"/>
                        <a:pt x="2499" y="3207"/>
                        <a:pt x="1625" y="3207"/>
                      </a:cubicBezTo>
                      <a:cubicBezTo>
                        <a:pt x="729" y="3207"/>
                        <a:pt x="0" y="2499"/>
                        <a:pt x="0" y="1604"/>
                      </a:cubicBezTo>
                      <a:cubicBezTo>
                        <a:pt x="0" y="708"/>
                        <a:pt x="729" y="0"/>
                        <a:pt x="1625" y="0"/>
                      </a:cubicBezTo>
                      <a:cubicBezTo>
                        <a:pt x="2499" y="0"/>
                        <a:pt x="3228" y="708"/>
                        <a:pt x="3228" y="1604"/>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8"/>
                <p:cNvSpPr/>
                <p:nvPr/>
              </p:nvSpPr>
              <p:spPr>
                <a:xfrm>
                  <a:off x="4851850" y="257875"/>
                  <a:ext cx="25" cy="132775"/>
                </a:xfrm>
                <a:custGeom>
                  <a:avLst/>
                  <a:gdLst/>
                  <a:ahLst/>
                  <a:cxnLst/>
                  <a:rect l="l" t="t" r="r" b="b"/>
                  <a:pathLst>
                    <a:path w="1" h="5311" fill="none" extrusionOk="0">
                      <a:moveTo>
                        <a:pt x="0" y="5311"/>
                      </a:moveTo>
                      <a:lnTo>
                        <a:pt x="0" y="0"/>
                      </a:lnTo>
                    </a:path>
                  </a:pathLst>
                </a:custGeom>
                <a:noFill/>
                <a:ln w="13025" cap="rnd" cmpd="sng">
                  <a:solidFill>
                    <a:srgbClr val="325A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6" name="Google Shape;226;p8"/>
              <p:cNvGrpSpPr/>
              <p:nvPr/>
            </p:nvGrpSpPr>
            <p:grpSpPr>
              <a:xfrm>
                <a:off x="0" y="1106375"/>
                <a:ext cx="518600" cy="1291750"/>
                <a:chOff x="202975" y="1362675"/>
                <a:chExt cx="518600" cy="1291750"/>
              </a:xfrm>
            </p:grpSpPr>
            <p:sp>
              <p:nvSpPr>
                <p:cNvPr id="227" name="Google Shape;227;p8"/>
                <p:cNvSpPr/>
                <p:nvPr/>
              </p:nvSpPr>
              <p:spPr>
                <a:xfrm>
                  <a:off x="202975" y="1362675"/>
                  <a:ext cx="518600" cy="1291750"/>
                </a:xfrm>
                <a:custGeom>
                  <a:avLst/>
                  <a:gdLst/>
                  <a:ahLst/>
                  <a:cxnLst/>
                  <a:rect l="l" t="t" r="r" b="b"/>
                  <a:pathLst>
                    <a:path w="20744" h="51670" fill="none" extrusionOk="0">
                      <a:moveTo>
                        <a:pt x="1" y="1"/>
                      </a:moveTo>
                      <a:lnTo>
                        <a:pt x="13100" y="1"/>
                      </a:lnTo>
                      <a:cubicBezTo>
                        <a:pt x="14829" y="1"/>
                        <a:pt x="16224" y="1396"/>
                        <a:pt x="16224" y="3125"/>
                      </a:cubicBezTo>
                      <a:lnTo>
                        <a:pt x="16224" y="13933"/>
                      </a:lnTo>
                      <a:cubicBezTo>
                        <a:pt x="16224" y="15662"/>
                        <a:pt x="14829" y="17057"/>
                        <a:pt x="13100" y="17057"/>
                      </a:cubicBezTo>
                      <a:lnTo>
                        <a:pt x="7373" y="17057"/>
                      </a:lnTo>
                      <a:cubicBezTo>
                        <a:pt x="5645" y="17057"/>
                        <a:pt x="4249" y="18452"/>
                        <a:pt x="4249" y="20181"/>
                      </a:cubicBezTo>
                      <a:lnTo>
                        <a:pt x="4249" y="48546"/>
                      </a:lnTo>
                      <a:cubicBezTo>
                        <a:pt x="4249" y="50274"/>
                        <a:pt x="5645" y="51670"/>
                        <a:pt x="7373" y="51670"/>
                      </a:cubicBezTo>
                      <a:lnTo>
                        <a:pt x="20743" y="51670"/>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8"/>
                <p:cNvSpPr/>
                <p:nvPr/>
              </p:nvSpPr>
              <p:spPr>
                <a:xfrm>
                  <a:off x="272225" y="1984850"/>
                  <a:ext cx="74475" cy="75000"/>
                </a:xfrm>
                <a:custGeom>
                  <a:avLst/>
                  <a:gdLst/>
                  <a:ahLst/>
                  <a:cxnLst/>
                  <a:rect l="l" t="t" r="r" b="b"/>
                  <a:pathLst>
                    <a:path w="2979" h="3000" extrusionOk="0">
                      <a:moveTo>
                        <a:pt x="1500" y="1"/>
                      </a:moveTo>
                      <a:cubicBezTo>
                        <a:pt x="667" y="1"/>
                        <a:pt x="1" y="667"/>
                        <a:pt x="1" y="1500"/>
                      </a:cubicBezTo>
                      <a:cubicBezTo>
                        <a:pt x="1" y="2333"/>
                        <a:pt x="667" y="3000"/>
                        <a:pt x="1500" y="3000"/>
                      </a:cubicBezTo>
                      <a:cubicBezTo>
                        <a:pt x="2312" y="3000"/>
                        <a:pt x="2979" y="2333"/>
                        <a:pt x="2979" y="1500"/>
                      </a:cubicBezTo>
                      <a:cubicBezTo>
                        <a:pt x="2979" y="667"/>
                        <a:pt x="2312" y="1"/>
                        <a:pt x="15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8"/>
                <p:cNvSpPr/>
                <p:nvPr/>
              </p:nvSpPr>
              <p:spPr>
                <a:xfrm>
                  <a:off x="587225" y="1566250"/>
                  <a:ext cx="43225" cy="100000"/>
                </a:xfrm>
                <a:custGeom>
                  <a:avLst/>
                  <a:gdLst/>
                  <a:ahLst/>
                  <a:cxnLst/>
                  <a:rect l="l" t="t" r="r" b="b"/>
                  <a:pathLst>
                    <a:path w="1729" h="4000" extrusionOk="0">
                      <a:moveTo>
                        <a:pt x="375" y="1"/>
                      </a:moveTo>
                      <a:cubicBezTo>
                        <a:pt x="167" y="1"/>
                        <a:pt x="0" y="167"/>
                        <a:pt x="0" y="376"/>
                      </a:cubicBezTo>
                      <a:lnTo>
                        <a:pt x="0" y="3645"/>
                      </a:lnTo>
                      <a:cubicBezTo>
                        <a:pt x="0" y="3833"/>
                        <a:pt x="167" y="3999"/>
                        <a:pt x="375" y="3999"/>
                      </a:cubicBezTo>
                      <a:lnTo>
                        <a:pt x="1354" y="3999"/>
                      </a:lnTo>
                      <a:cubicBezTo>
                        <a:pt x="1562" y="3999"/>
                        <a:pt x="1729" y="3833"/>
                        <a:pt x="1729" y="3645"/>
                      </a:cubicBezTo>
                      <a:lnTo>
                        <a:pt x="1729" y="376"/>
                      </a:lnTo>
                      <a:cubicBezTo>
                        <a:pt x="1729" y="167"/>
                        <a:pt x="1562" y="1"/>
                        <a:pt x="13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0" name="Google Shape;230;p8"/>
              <p:cNvGrpSpPr/>
              <p:nvPr/>
            </p:nvGrpSpPr>
            <p:grpSpPr>
              <a:xfrm>
                <a:off x="240550" y="1842050"/>
                <a:ext cx="328550" cy="892950"/>
                <a:chOff x="443525" y="2098350"/>
                <a:chExt cx="328550" cy="892950"/>
              </a:xfrm>
            </p:grpSpPr>
            <p:sp>
              <p:nvSpPr>
                <p:cNvPr id="231" name="Google Shape;231;p8"/>
                <p:cNvSpPr/>
                <p:nvPr/>
              </p:nvSpPr>
              <p:spPr>
                <a:xfrm>
                  <a:off x="462275" y="2123875"/>
                  <a:ext cx="259300" cy="842425"/>
                </a:xfrm>
                <a:custGeom>
                  <a:avLst/>
                  <a:gdLst/>
                  <a:ahLst/>
                  <a:cxnLst/>
                  <a:rect l="l" t="t" r="r" b="b"/>
                  <a:pathLst>
                    <a:path w="10372" h="33697" fill="none" extrusionOk="0">
                      <a:moveTo>
                        <a:pt x="10371" y="0"/>
                      </a:moveTo>
                      <a:lnTo>
                        <a:pt x="3124" y="0"/>
                      </a:lnTo>
                      <a:cubicBezTo>
                        <a:pt x="1395" y="0"/>
                        <a:pt x="0" y="1396"/>
                        <a:pt x="0" y="3124"/>
                      </a:cubicBezTo>
                      <a:lnTo>
                        <a:pt x="0" y="30573"/>
                      </a:lnTo>
                      <a:cubicBezTo>
                        <a:pt x="0" y="32280"/>
                        <a:pt x="1395" y="33696"/>
                        <a:pt x="3124" y="33696"/>
                      </a:cubicBezTo>
                      <a:lnTo>
                        <a:pt x="8789" y="33696"/>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8"/>
                <p:cNvSpPr/>
                <p:nvPr/>
              </p:nvSpPr>
              <p:spPr>
                <a:xfrm>
                  <a:off x="721550" y="2098350"/>
                  <a:ext cx="50525" cy="50525"/>
                </a:xfrm>
                <a:custGeom>
                  <a:avLst/>
                  <a:gdLst/>
                  <a:ahLst/>
                  <a:cxnLst/>
                  <a:rect l="l" t="t" r="r" b="b"/>
                  <a:pathLst>
                    <a:path w="2021" h="2021" fill="none" extrusionOk="0">
                      <a:moveTo>
                        <a:pt x="2020" y="1021"/>
                      </a:moveTo>
                      <a:cubicBezTo>
                        <a:pt x="2020" y="1583"/>
                        <a:pt x="1562" y="2021"/>
                        <a:pt x="1021" y="2021"/>
                      </a:cubicBezTo>
                      <a:cubicBezTo>
                        <a:pt x="458" y="2021"/>
                        <a:pt x="0" y="1583"/>
                        <a:pt x="0" y="1021"/>
                      </a:cubicBezTo>
                      <a:cubicBezTo>
                        <a:pt x="0" y="459"/>
                        <a:pt x="458" y="1"/>
                        <a:pt x="1021" y="1"/>
                      </a:cubicBezTo>
                      <a:cubicBezTo>
                        <a:pt x="1562" y="1"/>
                        <a:pt x="2020" y="459"/>
                        <a:pt x="2020" y="1021"/>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8"/>
                <p:cNvSpPr/>
                <p:nvPr/>
              </p:nvSpPr>
              <p:spPr>
                <a:xfrm>
                  <a:off x="685100" y="2940750"/>
                  <a:ext cx="50525" cy="50550"/>
                </a:xfrm>
                <a:custGeom>
                  <a:avLst/>
                  <a:gdLst/>
                  <a:ahLst/>
                  <a:cxnLst/>
                  <a:rect l="l" t="t" r="r" b="b"/>
                  <a:pathLst>
                    <a:path w="2021" h="2022" fill="none" extrusionOk="0">
                      <a:moveTo>
                        <a:pt x="2021" y="1001"/>
                      </a:moveTo>
                      <a:cubicBezTo>
                        <a:pt x="2021" y="1563"/>
                        <a:pt x="1562" y="2021"/>
                        <a:pt x="1021" y="2021"/>
                      </a:cubicBezTo>
                      <a:cubicBezTo>
                        <a:pt x="459" y="2021"/>
                        <a:pt x="1" y="1563"/>
                        <a:pt x="1" y="1001"/>
                      </a:cubicBezTo>
                      <a:cubicBezTo>
                        <a:pt x="1" y="459"/>
                        <a:pt x="459" y="1"/>
                        <a:pt x="1021" y="1"/>
                      </a:cubicBezTo>
                      <a:cubicBezTo>
                        <a:pt x="1562" y="1"/>
                        <a:pt x="2021" y="459"/>
                        <a:pt x="2021" y="1001"/>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8"/>
                <p:cNvSpPr/>
                <p:nvPr/>
              </p:nvSpPr>
              <p:spPr>
                <a:xfrm>
                  <a:off x="443525" y="2370125"/>
                  <a:ext cx="37500" cy="38050"/>
                </a:xfrm>
                <a:custGeom>
                  <a:avLst/>
                  <a:gdLst/>
                  <a:ahLst/>
                  <a:cxnLst/>
                  <a:rect l="l" t="t" r="r" b="b"/>
                  <a:pathLst>
                    <a:path w="1500" h="1522" extrusionOk="0">
                      <a:moveTo>
                        <a:pt x="750" y="1"/>
                      </a:moveTo>
                      <a:cubicBezTo>
                        <a:pt x="334" y="1"/>
                        <a:pt x="0" y="355"/>
                        <a:pt x="0" y="771"/>
                      </a:cubicBezTo>
                      <a:cubicBezTo>
                        <a:pt x="0" y="1167"/>
                        <a:pt x="334" y="1521"/>
                        <a:pt x="750" y="1521"/>
                      </a:cubicBezTo>
                      <a:cubicBezTo>
                        <a:pt x="1167" y="1521"/>
                        <a:pt x="1500" y="1167"/>
                        <a:pt x="1500" y="771"/>
                      </a:cubicBezTo>
                      <a:cubicBezTo>
                        <a:pt x="1500" y="355"/>
                        <a:pt x="1167" y="1"/>
                        <a:pt x="7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8"/>
                <p:cNvSpPr/>
                <p:nvPr/>
              </p:nvSpPr>
              <p:spPr>
                <a:xfrm>
                  <a:off x="443525" y="2635675"/>
                  <a:ext cx="37500" cy="37500"/>
                </a:xfrm>
                <a:custGeom>
                  <a:avLst/>
                  <a:gdLst/>
                  <a:ahLst/>
                  <a:cxnLst/>
                  <a:rect l="l" t="t" r="r" b="b"/>
                  <a:pathLst>
                    <a:path w="1500" h="1500" extrusionOk="0">
                      <a:moveTo>
                        <a:pt x="750" y="0"/>
                      </a:moveTo>
                      <a:cubicBezTo>
                        <a:pt x="334" y="0"/>
                        <a:pt x="0" y="333"/>
                        <a:pt x="0" y="750"/>
                      </a:cubicBezTo>
                      <a:cubicBezTo>
                        <a:pt x="0" y="1166"/>
                        <a:pt x="334" y="1499"/>
                        <a:pt x="750" y="1499"/>
                      </a:cubicBezTo>
                      <a:cubicBezTo>
                        <a:pt x="1167" y="1499"/>
                        <a:pt x="1500" y="1166"/>
                        <a:pt x="1500" y="750"/>
                      </a:cubicBezTo>
                      <a:cubicBezTo>
                        <a:pt x="1500" y="333"/>
                        <a:pt x="1167" y="0"/>
                        <a:pt x="7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36" name="Google Shape;236;p8"/>
            <p:cNvGrpSpPr/>
            <p:nvPr/>
          </p:nvGrpSpPr>
          <p:grpSpPr>
            <a:xfrm>
              <a:off x="6489600" y="3322775"/>
              <a:ext cx="2682975" cy="1793268"/>
              <a:chOff x="6489600" y="3322775"/>
              <a:chExt cx="2682975" cy="1793268"/>
            </a:xfrm>
          </p:grpSpPr>
          <p:grpSp>
            <p:nvGrpSpPr>
              <p:cNvPr id="237" name="Google Shape;237;p8"/>
              <p:cNvGrpSpPr/>
              <p:nvPr/>
            </p:nvGrpSpPr>
            <p:grpSpPr>
              <a:xfrm>
                <a:off x="6489600" y="4816946"/>
                <a:ext cx="615425" cy="212204"/>
                <a:chOff x="5029400" y="4363421"/>
                <a:chExt cx="615425" cy="212204"/>
              </a:xfrm>
            </p:grpSpPr>
            <p:sp>
              <p:nvSpPr>
                <p:cNvPr id="238" name="Google Shape;238;p8"/>
                <p:cNvSpPr/>
                <p:nvPr/>
              </p:nvSpPr>
              <p:spPr>
                <a:xfrm>
                  <a:off x="5048150" y="4412125"/>
                  <a:ext cx="567000" cy="141125"/>
                </a:xfrm>
                <a:custGeom>
                  <a:avLst/>
                  <a:gdLst/>
                  <a:ahLst/>
                  <a:cxnLst/>
                  <a:rect l="l" t="t" r="r" b="b"/>
                  <a:pathLst>
                    <a:path w="22680" h="5645" fill="none" extrusionOk="0">
                      <a:moveTo>
                        <a:pt x="22680" y="5644"/>
                      </a:moveTo>
                      <a:lnTo>
                        <a:pt x="3124" y="5644"/>
                      </a:lnTo>
                      <a:cubicBezTo>
                        <a:pt x="1396" y="5644"/>
                        <a:pt x="0" y="4374"/>
                        <a:pt x="0" y="2812"/>
                      </a:cubicBezTo>
                      <a:lnTo>
                        <a:pt x="0" y="0"/>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8"/>
                <p:cNvSpPr/>
                <p:nvPr/>
              </p:nvSpPr>
              <p:spPr>
                <a:xfrm>
                  <a:off x="5596375" y="4527175"/>
                  <a:ext cx="48450" cy="48450"/>
                </a:xfrm>
                <a:custGeom>
                  <a:avLst/>
                  <a:gdLst/>
                  <a:ahLst/>
                  <a:cxnLst/>
                  <a:rect l="l" t="t" r="r" b="b"/>
                  <a:pathLst>
                    <a:path w="1938" h="1938" extrusionOk="0">
                      <a:moveTo>
                        <a:pt x="980" y="1"/>
                      </a:moveTo>
                      <a:cubicBezTo>
                        <a:pt x="438" y="1"/>
                        <a:pt x="1" y="438"/>
                        <a:pt x="1" y="980"/>
                      </a:cubicBezTo>
                      <a:cubicBezTo>
                        <a:pt x="1" y="1500"/>
                        <a:pt x="438" y="1938"/>
                        <a:pt x="980" y="1938"/>
                      </a:cubicBezTo>
                      <a:cubicBezTo>
                        <a:pt x="1500" y="1938"/>
                        <a:pt x="1938" y="1500"/>
                        <a:pt x="1938" y="980"/>
                      </a:cubicBezTo>
                      <a:cubicBezTo>
                        <a:pt x="1938" y="438"/>
                        <a:pt x="1500" y="1"/>
                        <a:pt x="980"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8"/>
                <p:cNvSpPr/>
                <p:nvPr/>
              </p:nvSpPr>
              <p:spPr>
                <a:xfrm>
                  <a:off x="5029400" y="4363421"/>
                  <a:ext cx="48450" cy="48425"/>
                </a:xfrm>
                <a:custGeom>
                  <a:avLst/>
                  <a:gdLst/>
                  <a:ahLst/>
                  <a:cxnLst/>
                  <a:rect l="l" t="t" r="r" b="b"/>
                  <a:pathLst>
                    <a:path w="1938" h="1937" fill="none" extrusionOk="0">
                      <a:moveTo>
                        <a:pt x="1937" y="979"/>
                      </a:moveTo>
                      <a:cubicBezTo>
                        <a:pt x="1937" y="1500"/>
                        <a:pt x="1500" y="1937"/>
                        <a:pt x="979" y="1937"/>
                      </a:cubicBezTo>
                      <a:cubicBezTo>
                        <a:pt x="438" y="1937"/>
                        <a:pt x="1" y="1500"/>
                        <a:pt x="1" y="979"/>
                      </a:cubicBezTo>
                      <a:cubicBezTo>
                        <a:pt x="1" y="437"/>
                        <a:pt x="438" y="0"/>
                        <a:pt x="979" y="0"/>
                      </a:cubicBezTo>
                      <a:cubicBezTo>
                        <a:pt x="1500" y="0"/>
                        <a:pt x="1937" y="437"/>
                        <a:pt x="1937" y="979"/>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1" name="Google Shape;241;p8"/>
              <p:cNvGrpSpPr/>
              <p:nvPr/>
            </p:nvGrpSpPr>
            <p:grpSpPr>
              <a:xfrm>
                <a:off x="8663788" y="3322775"/>
                <a:ext cx="508788" cy="1226150"/>
                <a:chOff x="7556013" y="2945450"/>
                <a:chExt cx="508788" cy="1226150"/>
              </a:xfrm>
            </p:grpSpPr>
            <p:sp>
              <p:nvSpPr>
                <p:cNvPr id="242" name="Google Shape;242;p8"/>
                <p:cNvSpPr/>
                <p:nvPr/>
              </p:nvSpPr>
              <p:spPr>
                <a:xfrm>
                  <a:off x="7685750" y="2964200"/>
                  <a:ext cx="379050" cy="1207400"/>
                </a:xfrm>
                <a:custGeom>
                  <a:avLst/>
                  <a:gdLst/>
                  <a:ahLst/>
                  <a:cxnLst/>
                  <a:rect l="l" t="t" r="r" b="b"/>
                  <a:pathLst>
                    <a:path w="15162" h="48296" fill="none" extrusionOk="0">
                      <a:moveTo>
                        <a:pt x="15161" y="48296"/>
                      </a:moveTo>
                      <a:lnTo>
                        <a:pt x="3124" y="48296"/>
                      </a:lnTo>
                      <a:cubicBezTo>
                        <a:pt x="1396" y="48296"/>
                        <a:pt x="0" y="46900"/>
                        <a:pt x="0" y="45172"/>
                      </a:cubicBezTo>
                      <a:lnTo>
                        <a:pt x="0" y="35467"/>
                      </a:lnTo>
                      <a:cubicBezTo>
                        <a:pt x="0" y="33739"/>
                        <a:pt x="1396" y="32343"/>
                        <a:pt x="3124" y="32343"/>
                      </a:cubicBezTo>
                      <a:lnTo>
                        <a:pt x="8060" y="32343"/>
                      </a:lnTo>
                      <a:cubicBezTo>
                        <a:pt x="9788" y="32343"/>
                        <a:pt x="11184" y="30948"/>
                        <a:pt x="11184" y="29219"/>
                      </a:cubicBezTo>
                      <a:lnTo>
                        <a:pt x="11184" y="3124"/>
                      </a:lnTo>
                      <a:cubicBezTo>
                        <a:pt x="11184" y="1396"/>
                        <a:pt x="9788" y="1"/>
                        <a:pt x="8060" y="1"/>
                      </a:cubicBezTo>
                      <a:lnTo>
                        <a:pt x="3895"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8"/>
                <p:cNvSpPr/>
                <p:nvPr/>
              </p:nvSpPr>
              <p:spPr>
                <a:xfrm>
                  <a:off x="7936700" y="3328125"/>
                  <a:ext cx="51050" cy="119275"/>
                </a:xfrm>
                <a:custGeom>
                  <a:avLst/>
                  <a:gdLst/>
                  <a:ahLst/>
                  <a:cxnLst/>
                  <a:rect l="l" t="t" r="r" b="b"/>
                  <a:pathLst>
                    <a:path w="2042" h="4771" extrusionOk="0">
                      <a:moveTo>
                        <a:pt x="438" y="1"/>
                      </a:moveTo>
                      <a:cubicBezTo>
                        <a:pt x="188" y="1"/>
                        <a:pt x="0" y="209"/>
                        <a:pt x="0" y="438"/>
                      </a:cubicBezTo>
                      <a:lnTo>
                        <a:pt x="0" y="4333"/>
                      </a:lnTo>
                      <a:cubicBezTo>
                        <a:pt x="0" y="4562"/>
                        <a:pt x="188" y="4770"/>
                        <a:pt x="438" y="4770"/>
                      </a:cubicBezTo>
                      <a:lnTo>
                        <a:pt x="1604" y="4770"/>
                      </a:lnTo>
                      <a:cubicBezTo>
                        <a:pt x="1833" y="4770"/>
                        <a:pt x="2041" y="4562"/>
                        <a:pt x="2041" y="4333"/>
                      </a:cubicBezTo>
                      <a:lnTo>
                        <a:pt x="2041" y="438"/>
                      </a:lnTo>
                      <a:cubicBezTo>
                        <a:pt x="2041" y="209"/>
                        <a:pt x="1833" y="1"/>
                        <a:pt x="16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8"/>
                <p:cNvSpPr/>
                <p:nvPr/>
              </p:nvSpPr>
              <p:spPr>
                <a:xfrm>
                  <a:off x="7865375" y="2948575"/>
                  <a:ext cx="70825" cy="30750"/>
                </a:xfrm>
                <a:custGeom>
                  <a:avLst/>
                  <a:gdLst/>
                  <a:ahLst/>
                  <a:cxnLst/>
                  <a:rect l="l" t="t" r="r" b="b"/>
                  <a:pathLst>
                    <a:path w="2833" h="1230" extrusionOk="0">
                      <a:moveTo>
                        <a:pt x="250" y="1"/>
                      </a:moveTo>
                      <a:cubicBezTo>
                        <a:pt x="125" y="1"/>
                        <a:pt x="0" y="126"/>
                        <a:pt x="0" y="272"/>
                      </a:cubicBezTo>
                      <a:lnTo>
                        <a:pt x="0" y="959"/>
                      </a:lnTo>
                      <a:cubicBezTo>
                        <a:pt x="0" y="1105"/>
                        <a:pt x="125" y="1230"/>
                        <a:pt x="250" y="1230"/>
                      </a:cubicBezTo>
                      <a:lnTo>
                        <a:pt x="2583" y="1230"/>
                      </a:lnTo>
                      <a:cubicBezTo>
                        <a:pt x="2728" y="1230"/>
                        <a:pt x="2832" y="1105"/>
                        <a:pt x="2832" y="959"/>
                      </a:cubicBezTo>
                      <a:lnTo>
                        <a:pt x="2832" y="272"/>
                      </a:lnTo>
                      <a:cubicBezTo>
                        <a:pt x="2832" y="126"/>
                        <a:pt x="2728" y="1"/>
                        <a:pt x="25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8"/>
                <p:cNvSpPr/>
                <p:nvPr/>
              </p:nvSpPr>
              <p:spPr>
                <a:xfrm>
                  <a:off x="7556013" y="2945450"/>
                  <a:ext cx="37525" cy="37000"/>
                </a:xfrm>
                <a:custGeom>
                  <a:avLst/>
                  <a:gdLst/>
                  <a:ahLst/>
                  <a:cxnLst/>
                  <a:rect l="l" t="t" r="r" b="b"/>
                  <a:pathLst>
                    <a:path w="1501" h="1480" extrusionOk="0">
                      <a:moveTo>
                        <a:pt x="751" y="1"/>
                      </a:moveTo>
                      <a:cubicBezTo>
                        <a:pt x="355" y="1"/>
                        <a:pt x="1" y="334"/>
                        <a:pt x="1" y="751"/>
                      </a:cubicBezTo>
                      <a:cubicBezTo>
                        <a:pt x="1" y="1146"/>
                        <a:pt x="355" y="1480"/>
                        <a:pt x="751" y="1480"/>
                      </a:cubicBezTo>
                      <a:cubicBezTo>
                        <a:pt x="1167" y="1480"/>
                        <a:pt x="1500" y="1146"/>
                        <a:pt x="1500" y="751"/>
                      </a:cubicBezTo>
                      <a:cubicBezTo>
                        <a:pt x="1500" y="334"/>
                        <a:pt x="1167" y="1"/>
                        <a:pt x="7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8"/>
                <p:cNvSpPr/>
                <p:nvPr/>
              </p:nvSpPr>
              <p:spPr>
                <a:xfrm>
                  <a:off x="7579525" y="2964200"/>
                  <a:ext cx="166125" cy="25"/>
                </a:xfrm>
                <a:custGeom>
                  <a:avLst/>
                  <a:gdLst/>
                  <a:ahLst/>
                  <a:cxnLst/>
                  <a:rect l="l" t="t" r="r" b="b"/>
                  <a:pathLst>
                    <a:path w="6645" h="1" fill="none" extrusionOk="0">
                      <a:moveTo>
                        <a:pt x="6644" y="1"/>
                      </a:moveTo>
                      <a:lnTo>
                        <a:pt x="1"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 name="Google Shape;247;p8"/>
              <p:cNvGrpSpPr/>
              <p:nvPr/>
            </p:nvGrpSpPr>
            <p:grpSpPr>
              <a:xfrm>
                <a:off x="8581100" y="3322775"/>
                <a:ext cx="309275" cy="544100"/>
                <a:chOff x="7473325" y="2945450"/>
                <a:chExt cx="309275" cy="544100"/>
              </a:xfrm>
            </p:grpSpPr>
            <p:sp>
              <p:nvSpPr>
                <p:cNvPr id="248" name="Google Shape;248;p8"/>
                <p:cNvSpPr/>
                <p:nvPr/>
              </p:nvSpPr>
              <p:spPr>
                <a:xfrm>
                  <a:off x="7521750" y="2982425"/>
                  <a:ext cx="242625" cy="477450"/>
                </a:xfrm>
                <a:custGeom>
                  <a:avLst/>
                  <a:gdLst/>
                  <a:ahLst/>
                  <a:cxnLst/>
                  <a:rect l="l" t="t" r="r" b="b"/>
                  <a:pathLst>
                    <a:path w="9705" h="19098" fill="none" extrusionOk="0">
                      <a:moveTo>
                        <a:pt x="0" y="19098"/>
                      </a:moveTo>
                      <a:lnTo>
                        <a:pt x="6581" y="19098"/>
                      </a:lnTo>
                      <a:cubicBezTo>
                        <a:pt x="8289" y="19098"/>
                        <a:pt x="9705" y="17703"/>
                        <a:pt x="9705" y="15974"/>
                      </a:cubicBezTo>
                      <a:lnTo>
                        <a:pt x="9705" y="1"/>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8"/>
                <p:cNvSpPr/>
                <p:nvPr/>
              </p:nvSpPr>
              <p:spPr>
                <a:xfrm>
                  <a:off x="7745625" y="2945450"/>
                  <a:ext cx="36975" cy="37000"/>
                </a:xfrm>
                <a:custGeom>
                  <a:avLst/>
                  <a:gdLst/>
                  <a:ahLst/>
                  <a:cxnLst/>
                  <a:rect l="l" t="t" r="r" b="b"/>
                  <a:pathLst>
                    <a:path w="1479" h="1480" fill="none" extrusionOk="0">
                      <a:moveTo>
                        <a:pt x="1479" y="751"/>
                      </a:moveTo>
                      <a:cubicBezTo>
                        <a:pt x="1479" y="1146"/>
                        <a:pt x="1146" y="1480"/>
                        <a:pt x="750" y="1480"/>
                      </a:cubicBezTo>
                      <a:cubicBezTo>
                        <a:pt x="333" y="1480"/>
                        <a:pt x="0" y="1146"/>
                        <a:pt x="0" y="751"/>
                      </a:cubicBezTo>
                      <a:cubicBezTo>
                        <a:pt x="0" y="334"/>
                        <a:pt x="333" y="1"/>
                        <a:pt x="750" y="1"/>
                      </a:cubicBezTo>
                      <a:cubicBezTo>
                        <a:pt x="1146" y="1"/>
                        <a:pt x="1479" y="334"/>
                        <a:pt x="1479" y="751"/>
                      </a:cubicBezTo>
                      <a:close/>
                    </a:path>
                  </a:pathLst>
                </a:custGeom>
                <a:noFill/>
                <a:ln w="13025" cap="flat" cmpd="sng">
                  <a:solidFill>
                    <a:schemeClr val="accent4"/>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8"/>
                <p:cNvSpPr/>
                <p:nvPr/>
              </p:nvSpPr>
              <p:spPr>
                <a:xfrm>
                  <a:off x="7473325" y="3430175"/>
                  <a:ext cx="59375" cy="59375"/>
                </a:xfrm>
                <a:custGeom>
                  <a:avLst/>
                  <a:gdLst/>
                  <a:ahLst/>
                  <a:cxnLst/>
                  <a:rect l="l" t="t" r="r" b="b"/>
                  <a:pathLst>
                    <a:path w="2375" h="2375" extrusionOk="0">
                      <a:moveTo>
                        <a:pt x="1187" y="1"/>
                      </a:moveTo>
                      <a:cubicBezTo>
                        <a:pt x="521" y="1"/>
                        <a:pt x="0" y="542"/>
                        <a:pt x="0" y="1188"/>
                      </a:cubicBezTo>
                      <a:cubicBezTo>
                        <a:pt x="0" y="1854"/>
                        <a:pt x="521" y="2375"/>
                        <a:pt x="1187" y="2375"/>
                      </a:cubicBezTo>
                      <a:cubicBezTo>
                        <a:pt x="1833" y="2375"/>
                        <a:pt x="2374" y="1854"/>
                        <a:pt x="2374" y="1188"/>
                      </a:cubicBezTo>
                      <a:cubicBezTo>
                        <a:pt x="2374" y="542"/>
                        <a:pt x="1833" y="1"/>
                        <a:pt x="118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1" name="Google Shape;251;p8"/>
              <p:cNvGrpSpPr/>
              <p:nvPr/>
            </p:nvGrpSpPr>
            <p:grpSpPr>
              <a:xfrm>
                <a:off x="7979107" y="4715118"/>
                <a:ext cx="1001750" cy="400925"/>
                <a:chOff x="5136125" y="3433825"/>
                <a:chExt cx="1001750" cy="400925"/>
              </a:xfrm>
            </p:grpSpPr>
            <p:sp>
              <p:nvSpPr>
                <p:cNvPr id="252" name="Google Shape;252;p8"/>
                <p:cNvSpPr/>
                <p:nvPr/>
              </p:nvSpPr>
              <p:spPr>
                <a:xfrm>
                  <a:off x="5162175" y="3485900"/>
                  <a:ext cx="949675" cy="315000"/>
                </a:xfrm>
                <a:custGeom>
                  <a:avLst/>
                  <a:gdLst/>
                  <a:ahLst/>
                  <a:cxnLst/>
                  <a:rect l="l" t="t" r="r" b="b"/>
                  <a:pathLst>
                    <a:path w="37987" h="12600" fill="none" extrusionOk="0">
                      <a:moveTo>
                        <a:pt x="37987" y="0"/>
                      </a:moveTo>
                      <a:lnTo>
                        <a:pt x="37987" y="9476"/>
                      </a:lnTo>
                      <a:cubicBezTo>
                        <a:pt x="37987" y="11204"/>
                        <a:pt x="36591" y="12600"/>
                        <a:pt x="34863" y="12600"/>
                      </a:cubicBezTo>
                      <a:lnTo>
                        <a:pt x="0" y="12600"/>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8"/>
                <p:cNvSpPr/>
                <p:nvPr/>
              </p:nvSpPr>
              <p:spPr>
                <a:xfrm>
                  <a:off x="6086325" y="3433825"/>
                  <a:ext cx="51550" cy="52100"/>
                </a:xfrm>
                <a:custGeom>
                  <a:avLst/>
                  <a:gdLst/>
                  <a:ahLst/>
                  <a:cxnLst/>
                  <a:rect l="l" t="t" r="r" b="b"/>
                  <a:pathLst>
                    <a:path w="2062" h="2084" fill="none" extrusionOk="0">
                      <a:moveTo>
                        <a:pt x="2062" y="1042"/>
                      </a:moveTo>
                      <a:cubicBezTo>
                        <a:pt x="2062" y="1625"/>
                        <a:pt x="1604" y="2083"/>
                        <a:pt x="1021" y="2083"/>
                      </a:cubicBezTo>
                      <a:cubicBezTo>
                        <a:pt x="458" y="2083"/>
                        <a:pt x="0" y="1625"/>
                        <a:pt x="0" y="1042"/>
                      </a:cubicBezTo>
                      <a:cubicBezTo>
                        <a:pt x="0" y="480"/>
                        <a:pt x="458" y="1"/>
                        <a:pt x="1021" y="1"/>
                      </a:cubicBezTo>
                      <a:cubicBezTo>
                        <a:pt x="1604" y="1"/>
                        <a:pt x="2062" y="480"/>
                        <a:pt x="2062" y="1042"/>
                      </a:cubicBezTo>
                      <a:close/>
                    </a:path>
                  </a:pathLst>
                </a:custGeom>
                <a:noFill/>
                <a:ln w="13025" cap="flat" cmpd="sng">
                  <a:solidFill>
                    <a:schemeClr val="accent1"/>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8"/>
                <p:cNvSpPr/>
                <p:nvPr/>
              </p:nvSpPr>
              <p:spPr>
                <a:xfrm>
                  <a:off x="5136125" y="3775375"/>
                  <a:ext cx="52100" cy="51575"/>
                </a:xfrm>
                <a:custGeom>
                  <a:avLst/>
                  <a:gdLst/>
                  <a:ahLst/>
                  <a:cxnLst/>
                  <a:rect l="l" t="t" r="r" b="b"/>
                  <a:pathLst>
                    <a:path w="2084" h="2063" extrusionOk="0">
                      <a:moveTo>
                        <a:pt x="1042" y="0"/>
                      </a:moveTo>
                      <a:cubicBezTo>
                        <a:pt x="480" y="0"/>
                        <a:pt x="1" y="458"/>
                        <a:pt x="1" y="1021"/>
                      </a:cubicBezTo>
                      <a:cubicBezTo>
                        <a:pt x="1" y="1604"/>
                        <a:pt x="480" y="2062"/>
                        <a:pt x="1042" y="2062"/>
                      </a:cubicBezTo>
                      <a:cubicBezTo>
                        <a:pt x="1604" y="2062"/>
                        <a:pt x="2083" y="1604"/>
                        <a:pt x="2083" y="1021"/>
                      </a:cubicBezTo>
                      <a:cubicBezTo>
                        <a:pt x="2083" y="458"/>
                        <a:pt x="1604" y="0"/>
                        <a:pt x="10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8"/>
                <p:cNvSpPr/>
                <p:nvPr/>
              </p:nvSpPr>
              <p:spPr>
                <a:xfrm>
                  <a:off x="5907725" y="3767050"/>
                  <a:ext cx="67725" cy="67700"/>
                </a:xfrm>
                <a:custGeom>
                  <a:avLst/>
                  <a:gdLst/>
                  <a:ahLst/>
                  <a:cxnLst/>
                  <a:rect l="l" t="t" r="r" b="b"/>
                  <a:pathLst>
                    <a:path w="2709" h="2708" extrusionOk="0">
                      <a:moveTo>
                        <a:pt x="1355" y="0"/>
                      </a:moveTo>
                      <a:cubicBezTo>
                        <a:pt x="626" y="0"/>
                        <a:pt x="1" y="604"/>
                        <a:pt x="1" y="1354"/>
                      </a:cubicBezTo>
                      <a:cubicBezTo>
                        <a:pt x="1" y="2104"/>
                        <a:pt x="626" y="2707"/>
                        <a:pt x="1355" y="2707"/>
                      </a:cubicBezTo>
                      <a:cubicBezTo>
                        <a:pt x="2104" y="2707"/>
                        <a:pt x="2708" y="2104"/>
                        <a:pt x="2708" y="1354"/>
                      </a:cubicBezTo>
                      <a:cubicBezTo>
                        <a:pt x="2708" y="604"/>
                        <a:pt x="2104" y="0"/>
                        <a:pt x="1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256" name="Google Shape;256;p8"/>
          <p:cNvSpPr txBox="1">
            <a:spLocks noGrp="1"/>
          </p:cNvSpPr>
          <p:nvPr>
            <p:ph type="title"/>
          </p:nvPr>
        </p:nvSpPr>
        <p:spPr>
          <a:xfrm>
            <a:off x="2507400" y="1632750"/>
            <a:ext cx="4129200" cy="18780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5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80"/>
        <p:cNvGrpSpPr/>
        <p:nvPr/>
      </p:nvGrpSpPr>
      <p:grpSpPr>
        <a:xfrm>
          <a:off x="0" y="0"/>
          <a:ext cx="0" cy="0"/>
          <a:chOff x="0" y="0"/>
          <a:chExt cx="0" cy="0"/>
        </a:xfrm>
      </p:grpSpPr>
      <p:sp>
        <p:nvSpPr>
          <p:cNvPr id="381" name="Google Shape;381;p10"/>
          <p:cNvSpPr>
            <a:spLocks noGrp="1"/>
          </p:cNvSpPr>
          <p:nvPr>
            <p:ph type="pic" idx="2"/>
          </p:nvPr>
        </p:nvSpPr>
        <p:spPr>
          <a:xfrm>
            <a:off x="0" y="0"/>
            <a:ext cx="9144000" cy="5143500"/>
          </a:xfrm>
          <a:prstGeom prst="rect">
            <a:avLst/>
          </a:prstGeom>
          <a:noFill/>
          <a:ln>
            <a:noFill/>
          </a:ln>
        </p:spPr>
      </p:sp>
      <p:sp>
        <p:nvSpPr>
          <p:cNvPr id="382" name="Google Shape;382;p10"/>
          <p:cNvSpPr txBox="1">
            <a:spLocks noGrp="1"/>
          </p:cNvSpPr>
          <p:nvPr>
            <p:ph type="title"/>
          </p:nvPr>
        </p:nvSpPr>
        <p:spPr>
          <a:xfrm>
            <a:off x="1857000" y="3752225"/>
            <a:ext cx="5430000" cy="851700"/>
          </a:xfrm>
          <a:prstGeom prst="rect">
            <a:avLst/>
          </a:prstGeom>
          <a:solidFill>
            <a:schemeClr val="lt1"/>
          </a:solidFill>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83"/>
        <p:cNvGrpSpPr/>
        <p:nvPr/>
      </p:nvGrpSpPr>
      <p:grpSpPr>
        <a:xfrm>
          <a:off x="0" y="0"/>
          <a:ext cx="0" cy="0"/>
          <a:chOff x="0" y="0"/>
          <a:chExt cx="0" cy="0"/>
        </a:xfrm>
      </p:grpSpPr>
      <p:grpSp>
        <p:nvGrpSpPr>
          <p:cNvPr id="384" name="Google Shape;384;p11"/>
          <p:cNvGrpSpPr/>
          <p:nvPr/>
        </p:nvGrpSpPr>
        <p:grpSpPr>
          <a:xfrm>
            <a:off x="-13107" y="-373450"/>
            <a:ext cx="9157107" cy="6739825"/>
            <a:chOff x="-13107" y="-373450"/>
            <a:chExt cx="9157107" cy="6739825"/>
          </a:xfrm>
        </p:grpSpPr>
        <p:grpSp>
          <p:nvGrpSpPr>
            <p:cNvPr id="385" name="Google Shape;385;p11"/>
            <p:cNvGrpSpPr/>
            <p:nvPr/>
          </p:nvGrpSpPr>
          <p:grpSpPr>
            <a:xfrm>
              <a:off x="4575843" y="-373450"/>
              <a:ext cx="4568157" cy="1956750"/>
              <a:chOff x="4575843" y="-373450"/>
              <a:chExt cx="4568157" cy="1956750"/>
            </a:xfrm>
          </p:grpSpPr>
          <p:grpSp>
            <p:nvGrpSpPr>
              <p:cNvPr id="386" name="Google Shape;386;p11"/>
              <p:cNvGrpSpPr/>
              <p:nvPr/>
            </p:nvGrpSpPr>
            <p:grpSpPr>
              <a:xfrm rot="10800000" flipH="1">
                <a:off x="8639975" y="66650"/>
                <a:ext cx="504025" cy="1226150"/>
                <a:chOff x="7560775" y="2945450"/>
                <a:chExt cx="504025" cy="1226150"/>
              </a:xfrm>
            </p:grpSpPr>
            <p:sp>
              <p:nvSpPr>
                <p:cNvPr id="387" name="Google Shape;387;p11"/>
                <p:cNvSpPr/>
                <p:nvPr/>
              </p:nvSpPr>
              <p:spPr>
                <a:xfrm>
                  <a:off x="7685750" y="2964200"/>
                  <a:ext cx="379050" cy="1207400"/>
                </a:xfrm>
                <a:custGeom>
                  <a:avLst/>
                  <a:gdLst/>
                  <a:ahLst/>
                  <a:cxnLst/>
                  <a:rect l="l" t="t" r="r" b="b"/>
                  <a:pathLst>
                    <a:path w="15162" h="48296" fill="none" extrusionOk="0">
                      <a:moveTo>
                        <a:pt x="15161" y="48296"/>
                      </a:moveTo>
                      <a:lnTo>
                        <a:pt x="3124" y="48296"/>
                      </a:lnTo>
                      <a:cubicBezTo>
                        <a:pt x="1396" y="48296"/>
                        <a:pt x="0" y="46900"/>
                        <a:pt x="0" y="45172"/>
                      </a:cubicBezTo>
                      <a:lnTo>
                        <a:pt x="0" y="35467"/>
                      </a:lnTo>
                      <a:cubicBezTo>
                        <a:pt x="0" y="33739"/>
                        <a:pt x="1396" y="32343"/>
                        <a:pt x="3124" y="32343"/>
                      </a:cubicBezTo>
                      <a:lnTo>
                        <a:pt x="8060" y="32343"/>
                      </a:lnTo>
                      <a:cubicBezTo>
                        <a:pt x="9788" y="32343"/>
                        <a:pt x="11184" y="30948"/>
                        <a:pt x="11184" y="29219"/>
                      </a:cubicBezTo>
                      <a:lnTo>
                        <a:pt x="11184" y="3124"/>
                      </a:lnTo>
                      <a:cubicBezTo>
                        <a:pt x="11184" y="1396"/>
                        <a:pt x="9788" y="1"/>
                        <a:pt x="8060" y="1"/>
                      </a:cubicBezTo>
                      <a:lnTo>
                        <a:pt x="3895"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1"/>
                <p:cNvSpPr/>
                <p:nvPr/>
              </p:nvSpPr>
              <p:spPr>
                <a:xfrm>
                  <a:off x="7936700" y="3328125"/>
                  <a:ext cx="51050" cy="119275"/>
                </a:xfrm>
                <a:custGeom>
                  <a:avLst/>
                  <a:gdLst/>
                  <a:ahLst/>
                  <a:cxnLst/>
                  <a:rect l="l" t="t" r="r" b="b"/>
                  <a:pathLst>
                    <a:path w="2042" h="4771" extrusionOk="0">
                      <a:moveTo>
                        <a:pt x="438" y="1"/>
                      </a:moveTo>
                      <a:cubicBezTo>
                        <a:pt x="188" y="1"/>
                        <a:pt x="0" y="209"/>
                        <a:pt x="0" y="438"/>
                      </a:cubicBezTo>
                      <a:lnTo>
                        <a:pt x="0" y="4333"/>
                      </a:lnTo>
                      <a:cubicBezTo>
                        <a:pt x="0" y="4562"/>
                        <a:pt x="188" y="4770"/>
                        <a:pt x="438" y="4770"/>
                      </a:cubicBezTo>
                      <a:lnTo>
                        <a:pt x="1604" y="4770"/>
                      </a:lnTo>
                      <a:cubicBezTo>
                        <a:pt x="1833" y="4770"/>
                        <a:pt x="2041" y="4562"/>
                        <a:pt x="2041" y="4333"/>
                      </a:cubicBezTo>
                      <a:lnTo>
                        <a:pt x="2041" y="438"/>
                      </a:lnTo>
                      <a:cubicBezTo>
                        <a:pt x="2041" y="209"/>
                        <a:pt x="1833" y="1"/>
                        <a:pt x="16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1"/>
                <p:cNvSpPr/>
                <p:nvPr/>
              </p:nvSpPr>
              <p:spPr>
                <a:xfrm>
                  <a:off x="7865375" y="2948575"/>
                  <a:ext cx="70825" cy="30750"/>
                </a:xfrm>
                <a:custGeom>
                  <a:avLst/>
                  <a:gdLst/>
                  <a:ahLst/>
                  <a:cxnLst/>
                  <a:rect l="l" t="t" r="r" b="b"/>
                  <a:pathLst>
                    <a:path w="2833" h="1230" extrusionOk="0">
                      <a:moveTo>
                        <a:pt x="250" y="1"/>
                      </a:moveTo>
                      <a:cubicBezTo>
                        <a:pt x="125" y="1"/>
                        <a:pt x="0" y="126"/>
                        <a:pt x="0" y="272"/>
                      </a:cubicBezTo>
                      <a:lnTo>
                        <a:pt x="0" y="959"/>
                      </a:lnTo>
                      <a:cubicBezTo>
                        <a:pt x="0" y="1105"/>
                        <a:pt x="125" y="1230"/>
                        <a:pt x="250" y="1230"/>
                      </a:cubicBezTo>
                      <a:lnTo>
                        <a:pt x="2583" y="1230"/>
                      </a:lnTo>
                      <a:cubicBezTo>
                        <a:pt x="2728" y="1230"/>
                        <a:pt x="2832" y="1105"/>
                        <a:pt x="2832" y="959"/>
                      </a:cubicBezTo>
                      <a:lnTo>
                        <a:pt x="2832" y="272"/>
                      </a:lnTo>
                      <a:cubicBezTo>
                        <a:pt x="2832" y="126"/>
                        <a:pt x="2728" y="1"/>
                        <a:pt x="25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1"/>
                <p:cNvSpPr/>
                <p:nvPr/>
              </p:nvSpPr>
              <p:spPr>
                <a:xfrm>
                  <a:off x="7560775" y="2945450"/>
                  <a:ext cx="37525" cy="37000"/>
                </a:xfrm>
                <a:custGeom>
                  <a:avLst/>
                  <a:gdLst/>
                  <a:ahLst/>
                  <a:cxnLst/>
                  <a:rect l="l" t="t" r="r" b="b"/>
                  <a:pathLst>
                    <a:path w="1501" h="1480" extrusionOk="0">
                      <a:moveTo>
                        <a:pt x="751" y="1"/>
                      </a:moveTo>
                      <a:cubicBezTo>
                        <a:pt x="355" y="1"/>
                        <a:pt x="1" y="334"/>
                        <a:pt x="1" y="751"/>
                      </a:cubicBezTo>
                      <a:cubicBezTo>
                        <a:pt x="1" y="1146"/>
                        <a:pt x="355" y="1480"/>
                        <a:pt x="751" y="1480"/>
                      </a:cubicBezTo>
                      <a:cubicBezTo>
                        <a:pt x="1167" y="1480"/>
                        <a:pt x="1500" y="1146"/>
                        <a:pt x="1500" y="751"/>
                      </a:cubicBezTo>
                      <a:cubicBezTo>
                        <a:pt x="1500" y="334"/>
                        <a:pt x="1167" y="1"/>
                        <a:pt x="7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1"/>
                <p:cNvSpPr/>
                <p:nvPr/>
              </p:nvSpPr>
              <p:spPr>
                <a:xfrm>
                  <a:off x="7579525" y="2964200"/>
                  <a:ext cx="166125" cy="25"/>
                </a:xfrm>
                <a:custGeom>
                  <a:avLst/>
                  <a:gdLst/>
                  <a:ahLst/>
                  <a:cxnLst/>
                  <a:rect l="l" t="t" r="r" b="b"/>
                  <a:pathLst>
                    <a:path w="6645" h="1" fill="none" extrusionOk="0">
                      <a:moveTo>
                        <a:pt x="6644" y="1"/>
                      </a:moveTo>
                      <a:lnTo>
                        <a:pt x="1"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2" name="Google Shape;392;p11"/>
              <p:cNvGrpSpPr/>
              <p:nvPr/>
            </p:nvGrpSpPr>
            <p:grpSpPr>
              <a:xfrm rot="10800000" flipH="1">
                <a:off x="7247250" y="285825"/>
                <a:ext cx="1336525" cy="456650"/>
                <a:chOff x="6168050" y="3495775"/>
                <a:chExt cx="1336525" cy="456650"/>
              </a:xfrm>
            </p:grpSpPr>
            <p:sp>
              <p:nvSpPr>
                <p:cNvPr id="393" name="Google Shape;393;p11"/>
                <p:cNvSpPr/>
                <p:nvPr/>
              </p:nvSpPr>
              <p:spPr>
                <a:xfrm>
                  <a:off x="6168050" y="3527550"/>
                  <a:ext cx="1315700" cy="391550"/>
                </a:xfrm>
                <a:custGeom>
                  <a:avLst/>
                  <a:gdLst/>
                  <a:ahLst/>
                  <a:cxnLst/>
                  <a:rect l="l" t="t" r="r" b="b"/>
                  <a:pathLst>
                    <a:path w="52628" h="15662" fill="none" extrusionOk="0">
                      <a:moveTo>
                        <a:pt x="52628" y="10205"/>
                      </a:moveTo>
                      <a:lnTo>
                        <a:pt x="52628" y="3124"/>
                      </a:lnTo>
                      <a:cubicBezTo>
                        <a:pt x="52628" y="1396"/>
                        <a:pt x="51212" y="0"/>
                        <a:pt x="49504" y="0"/>
                      </a:cubicBezTo>
                      <a:lnTo>
                        <a:pt x="42381" y="0"/>
                      </a:lnTo>
                      <a:cubicBezTo>
                        <a:pt x="40653" y="0"/>
                        <a:pt x="39258" y="1396"/>
                        <a:pt x="39258" y="3124"/>
                      </a:cubicBezTo>
                      <a:lnTo>
                        <a:pt x="39258" y="12537"/>
                      </a:lnTo>
                      <a:cubicBezTo>
                        <a:pt x="39258" y="14266"/>
                        <a:pt x="37841" y="15661"/>
                        <a:pt x="36134" y="15661"/>
                      </a:cubicBezTo>
                      <a:lnTo>
                        <a:pt x="1" y="15661"/>
                      </a:ln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1"/>
                <p:cNvSpPr/>
                <p:nvPr/>
              </p:nvSpPr>
              <p:spPr>
                <a:xfrm>
                  <a:off x="7462900" y="3787350"/>
                  <a:ext cx="41675" cy="41675"/>
                </a:xfrm>
                <a:custGeom>
                  <a:avLst/>
                  <a:gdLst/>
                  <a:ahLst/>
                  <a:cxnLst/>
                  <a:rect l="l" t="t" r="r" b="b"/>
                  <a:pathLst>
                    <a:path w="1667" h="1667" fill="none" extrusionOk="0">
                      <a:moveTo>
                        <a:pt x="1667" y="833"/>
                      </a:moveTo>
                      <a:cubicBezTo>
                        <a:pt x="1667" y="1312"/>
                        <a:pt x="1292" y="1666"/>
                        <a:pt x="834" y="1666"/>
                      </a:cubicBezTo>
                      <a:cubicBezTo>
                        <a:pt x="376" y="1666"/>
                        <a:pt x="1" y="1312"/>
                        <a:pt x="1" y="833"/>
                      </a:cubicBezTo>
                      <a:cubicBezTo>
                        <a:pt x="1" y="375"/>
                        <a:pt x="376" y="0"/>
                        <a:pt x="834" y="0"/>
                      </a:cubicBezTo>
                      <a:cubicBezTo>
                        <a:pt x="1292" y="0"/>
                        <a:pt x="1667" y="375"/>
                        <a:pt x="1667" y="833"/>
                      </a:cubicBezTo>
                      <a:close/>
                    </a:path>
                  </a:pathLst>
                </a:custGeom>
                <a:noFill/>
                <a:ln w="1197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1"/>
                <p:cNvSpPr/>
                <p:nvPr/>
              </p:nvSpPr>
              <p:spPr>
                <a:xfrm>
                  <a:off x="7274425" y="3495775"/>
                  <a:ext cx="63550" cy="63550"/>
                </a:xfrm>
                <a:custGeom>
                  <a:avLst/>
                  <a:gdLst/>
                  <a:ahLst/>
                  <a:cxnLst/>
                  <a:rect l="l" t="t" r="r" b="b"/>
                  <a:pathLst>
                    <a:path w="2542" h="2542" extrusionOk="0">
                      <a:moveTo>
                        <a:pt x="1271" y="1"/>
                      </a:moveTo>
                      <a:cubicBezTo>
                        <a:pt x="563" y="1"/>
                        <a:pt x="1" y="563"/>
                        <a:pt x="1" y="1271"/>
                      </a:cubicBezTo>
                      <a:cubicBezTo>
                        <a:pt x="1" y="1958"/>
                        <a:pt x="563" y="2542"/>
                        <a:pt x="1271" y="2542"/>
                      </a:cubicBezTo>
                      <a:cubicBezTo>
                        <a:pt x="1958" y="2542"/>
                        <a:pt x="2542" y="1958"/>
                        <a:pt x="2542" y="1271"/>
                      </a:cubicBezTo>
                      <a:cubicBezTo>
                        <a:pt x="2542" y="563"/>
                        <a:pt x="1958" y="1"/>
                        <a:pt x="12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1"/>
                <p:cNvSpPr/>
                <p:nvPr/>
              </p:nvSpPr>
              <p:spPr>
                <a:xfrm>
                  <a:off x="6714225" y="3872200"/>
                  <a:ext cx="80200" cy="80225"/>
                </a:xfrm>
                <a:custGeom>
                  <a:avLst/>
                  <a:gdLst/>
                  <a:ahLst/>
                  <a:cxnLst/>
                  <a:rect l="l" t="t" r="r" b="b"/>
                  <a:pathLst>
                    <a:path w="3208" h="3209" extrusionOk="0">
                      <a:moveTo>
                        <a:pt x="1604" y="1"/>
                      </a:moveTo>
                      <a:cubicBezTo>
                        <a:pt x="729" y="1"/>
                        <a:pt x="0" y="730"/>
                        <a:pt x="0" y="1605"/>
                      </a:cubicBezTo>
                      <a:cubicBezTo>
                        <a:pt x="0" y="2479"/>
                        <a:pt x="729" y="3208"/>
                        <a:pt x="1604" y="3208"/>
                      </a:cubicBezTo>
                      <a:cubicBezTo>
                        <a:pt x="2499" y="3208"/>
                        <a:pt x="3207" y="2479"/>
                        <a:pt x="3207" y="1605"/>
                      </a:cubicBezTo>
                      <a:cubicBezTo>
                        <a:pt x="3207" y="730"/>
                        <a:pt x="2499" y="1"/>
                        <a:pt x="16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7" name="Google Shape;397;p11"/>
              <p:cNvGrpSpPr/>
              <p:nvPr/>
            </p:nvGrpSpPr>
            <p:grpSpPr>
              <a:xfrm rot="10800000" flipH="1">
                <a:off x="6108600" y="-373450"/>
                <a:ext cx="615425" cy="838775"/>
                <a:chOff x="5029400" y="3925325"/>
                <a:chExt cx="615425" cy="838775"/>
              </a:xfrm>
            </p:grpSpPr>
            <p:sp>
              <p:nvSpPr>
                <p:cNvPr id="398" name="Google Shape;398;p11"/>
                <p:cNvSpPr/>
                <p:nvPr/>
              </p:nvSpPr>
              <p:spPr>
                <a:xfrm>
                  <a:off x="5048150" y="4412125"/>
                  <a:ext cx="567000" cy="141125"/>
                </a:xfrm>
                <a:custGeom>
                  <a:avLst/>
                  <a:gdLst/>
                  <a:ahLst/>
                  <a:cxnLst/>
                  <a:rect l="l" t="t" r="r" b="b"/>
                  <a:pathLst>
                    <a:path w="22680" h="5645" fill="none" extrusionOk="0">
                      <a:moveTo>
                        <a:pt x="22680" y="5644"/>
                      </a:moveTo>
                      <a:lnTo>
                        <a:pt x="3124" y="5644"/>
                      </a:lnTo>
                      <a:cubicBezTo>
                        <a:pt x="1396" y="5644"/>
                        <a:pt x="0" y="4374"/>
                        <a:pt x="0" y="2812"/>
                      </a:cubicBezTo>
                      <a:lnTo>
                        <a:pt x="0" y="0"/>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1"/>
                <p:cNvSpPr/>
                <p:nvPr/>
              </p:nvSpPr>
              <p:spPr>
                <a:xfrm>
                  <a:off x="5496425" y="3925325"/>
                  <a:ext cx="124450" cy="838775"/>
                </a:xfrm>
                <a:custGeom>
                  <a:avLst/>
                  <a:gdLst/>
                  <a:ahLst/>
                  <a:cxnLst/>
                  <a:rect l="l" t="t" r="r" b="b"/>
                  <a:pathLst>
                    <a:path w="4978" h="33551" fill="none" extrusionOk="0">
                      <a:moveTo>
                        <a:pt x="4978" y="33551"/>
                      </a:moveTo>
                      <a:lnTo>
                        <a:pt x="4978" y="21659"/>
                      </a:lnTo>
                      <a:cubicBezTo>
                        <a:pt x="4978" y="19931"/>
                        <a:pt x="3853" y="18535"/>
                        <a:pt x="2479" y="18535"/>
                      </a:cubicBezTo>
                      <a:cubicBezTo>
                        <a:pt x="1104" y="18535"/>
                        <a:pt x="0" y="17119"/>
                        <a:pt x="0" y="15411"/>
                      </a:cubicBezTo>
                      <a:lnTo>
                        <a:pt x="0" y="0"/>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1"/>
                <p:cNvSpPr/>
                <p:nvPr/>
              </p:nvSpPr>
              <p:spPr>
                <a:xfrm>
                  <a:off x="5596375" y="4527175"/>
                  <a:ext cx="48450" cy="48450"/>
                </a:xfrm>
                <a:custGeom>
                  <a:avLst/>
                  <a:gdLst/>
                  <a:ahLst/>
                  <a:cxnLst/>
                  <a:rect l="l" t="t" r="r" b="b"/>
                  <a:pathLst>
                    <a:path w="1938" h="1938" extrusionOk="0">
                      <a:moveTo>
                        <a:pt x="980" y="1"/>
                      </a:moveTo>
                      <a:cubicBezTo>
                        <a:pt x="438" y="1"/>
                        <a:pt x="1" y="438"/>
                        <a:pt x="1" y="980"/>
                      </a:cubicBezTo>
                      <a:cubicBezTo>
                        <a:pt x="1" y="1500"/>
                        <a:pt x="438" y="1938"/>
                        <a:pt x="980" y="1938"/>
                      </a:cubicBezTo>
                      <a:cubicBezTo>
                        <a:pt x="1500" y="1938"/>
                        <a:pt x="1938" y="1500"/>
                        <a:pt x="1938" y="980"/>
                      </a:cubicBezTo>
                      <a:cubicBezTo>
                        <a:pt x="1938" y="438"/>
                        <a:pt x="1500" y="1"/>
                        <a:pt x="9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1"/>
                <p:cNvSpPr/>
                <p:nvPr/>
              </p:nvSpPr>
              <p:spPr>
                <a:xfrm>
                  <a:off x="5029400" y="4363421"/>
                  <a:ext cx="48450" cy="48425"/>
                </a:xfrm>
                <a:custGeom>
                  <a:avLst/>
                  <a:gdLst/>
                  <a:ahLst/>
                  <a:cxnLst/>
                  <a:rect l="l" t="t" r="r" b="b"/>
                  <a:pathLst>
                    <a:path w="1938" h="1937" fill="none" extrusionOk="0">
                      <a:moveTo>
                        <a:pt x="1937" y="979"/>
                      </a:moveTo>
                      <a:cubicBezTo>
                        <a:pt x="1937" y="1500"/>
                        <a:pt x="1500" y="1937"/>
                        <a:pt x="979" y="1937"/>
                      </a:cubicBezTo>
                      <a:cubicBezTo>
                        <a:pt x="438" y="1937"/>
                        <a:pt x="1" y="1500"/>
                        <a:pt x="1" y="979"/>
                      </a:cubicBezTo>
                      <a:cubicBezTo>
                        <a:pt x="1" y="437"/>
                        <a:pt x="438" y="0"/>
                        <a:pt x="979" y="0"/>
                      </a:cubicBezTo>
                      <a:cubicBezTo>
                        <a:pt x="1500" y="0"/>
                        <a:pt x="1937" y="437"/>
                        <a:pt x="1937" y="979"/>
                      </a:cubicBezTo>
                      <a:close/>
                    </a:path>
                  </a:pathLst>
                </a:custGeom>
                <a:noFill/>
                <a:ln w="13025" cap="flat" cmpd="sng">
                  <a:solidFill>
                    <a:schemeClr val="accent1"/>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2" name="Google Shape;402;p11"/>
              <p:cNvGrpSpPr/>
              <p:nvPr/>
            </p:nvGrpSpPr>
            <p:grpSpPr>
              <a:xfrm rot="10800000" flipH="1">
                <a:off x="4575843" y="74300"/>
                <a:ext cx="1039421" cy="515475"/>
                <a:chOff x="3310225" y="3800875"/>
                <a:chExt cx="1039421" cy="515475"/>
              </a:xfrm>
            </p:grpSpPr>
            <p:sp>
              <p:nvSpPr>
                <p:cNvPr id="403" name="Google Shape;403;p11"/>
                <p:cNvSpPr/>
                <p:nvPr/>
              </p:nvSpPr>
              <p:spPr>
                <a:xfrm>
                  <a:off x="3334181" y="3852425"/>
                  <a:ext cx="1015465" cy="441025"/>
                </a:xfrm>
                <a:custGeom>
                  <a:avLst/>
                  <a:gdLst/>
                  <a:ahLst/>
                  <a:cxnLst/>
                  <a:rect l="l" t="t" r="r" b="b"/>
                  <a:pathLst>
                    <a:path w="48275" h="17641" fill="none" extrusionOk="0">
                      <a:moveTo>
                        <a:pt x="48275" y="17640"/>
                      </a:moveTo>
                      <a:lnTo>
                        <a:pt x="2604" y="17640"/>
                      </a:lnTo>
                      <a:cubicBezTo>
                        <a:pt x="1167" y="17640"/>
                        <a:pt x="1" y="16474"/>
                        <a:pt x="1" y="15037"/>
                      </a:cubicBezTo>
                      <a:lnTo>
                        <a:pt x="1" y="1"/>
                      </a:ln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1"/>
                <p:cNvSpPr/>
                <p:nvPr/>
              </p:nvSpPr>
              <p:spPr>
                <a:xfrm>
                  <a:off x="3856900" y="4270500"/>
                  <a:ext cx="107275" cy="45850"/>
                </a:xfrm>
                <a:custGeom>
                  <a:avLst/>
                  <a:gdLst/>
                  <a:ahLst/>
                  <a:cxnLst/>
                  <a:rect l="l" t="t" r="r" b="b"/>
                  <a:pathLst>
                    <a:path w="4291" h="1834" extrusionOk="0">
                      <a:moveTo>
                        <a:pt x="417" y="1"/>
                      </a:moveTo>
                      <a:cubicBezTo>
                        <a:pt x="188" y="1"/>
                        <a:pt x="1" y="167"/>
                        <a:pt x="22" y="396"/>
                      </a:cubicBezTo>
                      <a:lnTo>
                        <a:pt x="22" y="1438"/>
                      </a:lnTo>
                      <a:cubicBezTo>
                        <a:pt x="22" y="1646"/>
                        <a:pt x="188" y="1833"/>
                        <a:pt x="417" y="1833"/>
                      </a:cubicBezTo>
                      <a:lnTo>
                        <a:pt x="3895" y="1833"/>
                      </a:lnTo>
                      <a:cubicBezTo>
                        <a:pt x="4103" y="1833"/>
                        <a:pt x="4291" y="1646"/>
                        <a:pt x="4291" y="1438"/>
                      </a:cubicBezTo>
                      <a:lnTo>
                        <a:pt x="4291" y="396"/>
                      </a:lnTo>
                      <a:cubicBezTo>
                        <a:pt x="4291" y="167"/>
                        <a:pt x="4103" y="1"/>
                        <a:pt x="3895"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1"/>
                <p:cNvSpPr/>
                <p:nvPr/>
              </p:nvSpPr>
              <p:spPr>
                <a:xfrm>
                  <a:off x="3310225" y="3800875"/>
                  <a:ext cx="48450" cy="48450"/>
                </a:xfrm>
                <a:custGeom>
                  <a:avLst/>
                  <a:gdLst/>
                  <a:ahLst/>
                  <a:cxnLst/>
                  <a:rect l="l" t="t" r="r" b="b"/>
                  <a:pathLst>
                    <a:path w="1938" h="1938" fill="none" extrusionOk="0">
                      <a:moveTo>
                        <a:pt x="1937" y="980"/>
                      </a:moveTo>
                      <a:cubicBezTo>
                        <a:pt x="1937" y="1521"/>
                        <a:pt x="1500" y="1938"/>
                        <a:pt x="959" y="1938"/>
                      </a:cubicBezTo>
                      <a:cubicBezTo>
                        <a:pt x="417" y="1938"/>
                        <a:pt x="1" y="1521"/>
                        <a:pt x="1" y="980"/>
                      </a:cubicBezTo>
                      <a:cubicBezTo>
                        <a:pt x="1" y="438"/>
                        <a:pt x="417" y="1"/>
                        <a:pt x="959" y="1"/>
                      </a:cubicBezTo>
                      <a:cubicBezTo>
                        <a:pt x="1500" y="1"/>
                        <a:pt x="1937" y="438"/>
                        <a:pt x="1937" y="980"/>
                      </a:cubicBezTo>
                      <a:close/>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6" name="Google Shape;406;p11"/>
              <p:cNvGrpSpPr/>
              <p:nvPr/>
            </p:nvGrpSpPr>
            <p:grpSpPr>
              <a:xfrm rot="10800000" flipH="1">
                <a:off x="5620225" y="-373450"/>
                <a:ext cx="1300100" cy="889800"/>
                <a:chOff x="4541025" y="3874300"/>
                <a:chExt cx="1300100" cy="889800"/>
              </a:xfrm>
            </p:grpSpPr>
            <p:sp>
              <p:nvSpPr>
                <p:cNvPr id="407" name="Google Shape;407;p11"/>
                <p:cNvSpPr/>
                <p:nvPr/>
              </p:nvSpPr>
              <p:spPr>
                <a:xfrm>
                  <a:off x="4592575" y="4337675"/>
                  <a:ext cx="25" cy="426425"/>
                </a:xfrm>
                <a:custGeom>
                  <a:avLst/>
                  <a:gdLst/>
                  <a:ahLst/>
                  <a:cxnLst/>
                  <a:rect l="l" t="t" r="r" b="b"/>
                  <a:pathLst>
                    <a:path w="1" h="17057" fill="none" extrusionOk="0">
                      <a:moveTo>
                        <a:pt x="1" y="0"/>
                      </a:moveTo>
                      <a:lnTo>
                        <a:pt x="1" y="17057"/>
                      </a:lnTo>
                    </a:path>
                  </a:pathLst>
                </a:custGeom>
                <a:noFill/>
                <a:ln w="145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1"/>
                <p:cNvSpPr/>
                <p:nvPr/>
              </p:nvSpPr>
              <p:spPr>
                <a:xfrm>
                  <a:off x="4586850" y="3898250"/>
                  <a:ext cx="1230825" cy="349375"/>
                </a:xfrm>
                <a:custGeom>
                  <a:avLst/>
                  <a:gdLst/>
                  <a:ahLst/>
                  <a:cxnLst/>
                  <a:rect l="l" t="t" r="r" b="b"/>
                  <a:pathLst>
                    <a:path w="49233" h="13975" fill="none" extrusionOk="0">
                      <a:moveTo>
                        <a:pt x="49233" y="0"/>
                      </a:moveTo>
                      <a:lnTo>
                        <a:pt x="18973" y="0"/>
                      </a:lnTo>
                      <a:cubicBezTo>
                        <a:pt x="17244" y="0"/>
                        <a:pt x="15849" y="1396"/>
                        <a:pt x="15849" y="3124"/>
                      </a:cubicBezTo>
                      <a:lnTo>
                        <a:pt x="15849" y="4165"/>
                      </a:lnTo>
                      <a:cubicBezTo>
                        <a:pt x="15849" y="5894"/>
                        <a:pt x="14454" y="7289"/>
                        <a:pt x="12725" y="7289"/>
                      </a:cubicBezTo>
                      <a:lnTo>
                        <a:pt x="3124" y="7289"/>
                      </a:lnTo>
                      <a:cubicBezTo>
                        <a:pt x="1396" y="7289"/>
                        <a:pt x="1" y="8685"/>
                        <a:pt x="1" y="10413"/>
                      </a:cubicBezTo>
                      <a:lnTo>
                        <a:pt x="1" y="13974"/>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1"/>
                <p:cNvSpPr/>
                <p:nvPr/>
              </p:nvSpPr>
              <p:spPr>
                <a:xfrm>
                  <a:off x="5442800" y="3875825"/>
                  <a:ext cx="106750" cy="45875"/>
                </a:xfrm>
                <a:custGeom>
                  <a:avLst/>
                  <a:gdLst/>
                  <a:ahLst/>
                  <a:cxnLst/>
                  <a:rect l="l" t="t" r="r" b="b"/>
                  <a:pathLst>
                    <a:path w="4270" h="1835" extrusionOk="0">
                      <a:moveTo>
                        <a:pt x="361" y="0"/>
                      </a:moveTo>
                      <a:cubicBezTo>
                        <a:pt x="150" y="0"/>
                        <a:pt x="0" y="180"/>
                        <a:pt x="0" y="397"/>
                      </a:cubicBezTo>
                      <a:lnTo>
                        <a:pt x="0" y="1439"/>
                      </a:lnTo>
                      <a:cubicBezTo>
                        <a:pt x="0" y="1668"/>
                        <a:pt x="188" y="1834"/>
                        <a:pt x="396" y="1834"/>
                      </a:cubicBezTo>
                      <a:lnTo>
                        <a:pt x="3874" y="1834"/>
                      </a:lnTo>
                      <a:cubicBezTo>
                        <a:pt x="4103" y="1834"/>
                        <a:pt x="4270" y="1647"/>
                        <a:pt x="4270" y="1439"/>
                      </a:cubicBezTo>
                      <a:lnTo>
                        <a:pt x="4270" y="397"/>
                      </a:lnTo>
                      <a:cubicBezTo>
                        <a:pt x="4270" y="168"/>
                        <a:pt x="4082" y="2"/>
                        <a:pt x="3874" y="2"/>
                      </a:cubicBezTo>
                      <a:lnTo>
                        <a:pt x="396" y="2"/>
                      </a:lnTo>
                      <a:cubicBezTo>
                        <a:pt x="384" y="1"/>
                        <a:pt x="373" y="0"/>
                        <a:pt x="3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1"/>
                <p:cNvSpPr/>
                <p:nvPr/>
              </p:nvSpPr>
              <p:spPr>
                <a:xfrm>
                  <a:off x="5792675" y="3874300"/>
                  <a:ext cx="48450" cy="48450"/>
                </a:xfrm>
                <a:custGeom>
                  <a:avLst/>
                  <a:gdLst/>
                  <a:ahLst/>
                  <a:cxnLst/>
                  <a:rect l="l" t="t" r="r" b="b"/>
                  <a:pathLst>
                    <a:path w="1938" h="1938" extrusionOk="0">
                      <a:moveTo>
                        <a:pt x="958" y="0"/>
                      </a:moveTo>
                      <a:cubicBezTo>
                        <a:pt x="438" y="0"/>
                        <a:pt x="0" y="438"/>
                        <a:pt x="0" y="979"/>
                      </a:cubicBezTo>
                      <a:cubicBezTo>
                        <a:pt x="0" y="1500"/>
                        <a:pt x="438" y="1937"/>
                        <a:pt x="958" y="1937"/>
                      </a:cubicBezTo>
                      <a:cubicBezTo>
                        <a:pt x="1500" y="1937"/>
                        <a:pt x="1937" y="1500"/>
                        <a:pt x="1937" y="979"/>
                      </a:cubicBezTo>
                      <a:cubicBezTo>
                        <a:pt x="1937" y="438"/>
                        <a:pt x="1500" y="0"/>
                        <a:pt x="9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1"/>
                <p:cNvSpPr/>
                <p:nvPr/>
              </p:nvSpPr>
              <p:spPr>
                <a:xfrm>
                  <a:off x="4541025" y="4247600"/>
                  <a:ext cx="91675" cy="91650"/>
                </a:xfrm>
                <a:custGeom>
                  <a:avLst/>
                  <a:gdLst/>
                  <a:ahLst/>
                  <a:cxnLst/>
                  <a:rect l="l" t="t" r="r" b="b"/>
                  <a:pathLst>
                    <a:path w="3667" h="3666" fill="none" extrusionOk="0">
                      <a:moveTo>
                        <a:pt x="3666" y="1833"/>
                      </a:moveTo>
                      <a:cubicBezTo>
                        <a:pt x="3666" y="2854"/>
                        <a:pt x="2833" y="3666"/>
                        <a:pt x="1834" y="3666"/>
                      </a:cubicBezTo>
                      <a:cubicBezTo>
                        <a:pt x="813" y="3666"/>
                        <a:pt x="1" y="2854"/>
                        <a:pt x="1" y="1833"/>
                      </a:cubicBezTo>
                      <a:cubicBezTo>
                        <a:pt x="1" y="813"/>
                        <a:pt x="813" y="0"/>
                        <a:pt x="1834" y="0"/>
                      </a:cubicBezTo>
                      <a:cubicBezTo>
                        <a:pt x="2833" y="0"/>
                        <a:pt x="3666" y="813"/>
                        <a:pt x="3666" y="1833"/>
                      </a:cubicBezTo>
                      <a:close/>
                    </a:path>
                  </a:pathLst>
                </a:custGeom>
                <a:noFill/>
                <a:ln w="13025" cap="flat" cmpd="sng">
                  <a:solidFill>
                    <a:schemeClr val="accen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2" name="Google Shape;412;p11"/>
              <p:cNvGrpSpPr/>
              <p:nvPr/>
            </p:nvGrpSpPr>
            <p:grpSpPr>
              <a:xfrm rot="10800000" flipH="1">
                <a:off x="7594000" y="133800"/>
                <a:ext cx="1550000" cy="198400"/>
                <a:chOff x="6514800" y="3906050"/>
                <a:chExt cx="1550000" cy="198400"/>
              </a:xfrm>
            </p:grpSpPr>
            <p:sp>
              <p:nvSpPr>
                <p:cNvPr id="413" name="Google Shape;413;p11"/>
                <p:cNvSpPr/>
                <p:nvPr/>
              </p:nvSpPr>
              <p:spPr>
                <a:xfrm>
                  <a:off x="6547600" y="3934700"/>
                  <a:ext cx="1517200" cy="145800"/>
                </a:xfrm>
                <a:custGeom>
                  <a:avLst/>
                  <a:gdLst/>
                  <a:ahLst/>
                  <a:cxnLst/>
                  <a:rect l="l" t="t" r="r" b="b"/>
                  <a:pathLst>
                    <a:path w="60688" h="5832" fill="none" extrusionOk="0">
                      <a:moveTo>
                        <a:pt x="60687" y="0"/>
                      </a:moveTo>
                      <a:lnTo>
                        <a:pt x="38196" y="0"/>
                      </a:lnTo>
                      <a:cubicBezTo>
                        <a:pt x="36467" y="0"/>
                        <a:pt x="35072" y="1312"/>
                        <a:pt x="35072" y="2916"/>
                      </a:cubicBezTo>
                      <a:cubicBezTo>
                        <a:pt x="35072" y="4519"/>
                        <a:pt x="33655" y="5831"/>
                        <a:pt x="31948" y="5831"/>
                      </a:cubicBezTo>
                      <a:lnTo>
                        <a:pt x="1" y="583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1"/>
                <p:cNvSpPr/>
                <p:nvPr/>
              </p:nvSpPr>
              <p:spPr>
                <a:xfrm>
                  <a:off x="6514800" y="4056000"/>
                  <a:ext cx="48450" cy="48450"/>
                </a:xfrm>
                <a:custGeom>
                  <a:avLst/>
                  <a:gdLst/>
                  <a:ahLst/>
                  <a:cxnLst/>
                  <a:rect l="l" t="t" r="r" b="b"/>
                  <a:pathLst>
                    <a:path w="1938" h="1938" extrusionOk="0">
                      <a:moveTo>
                        <a:pt x="959" y="0"/>
                      </a:moveTo>
                      <a:cubicBezTo>
                        <a:pt x="438" y="0"/>
                        <a:pt x="1" y="438"/>
                        <a:pt x="1" y="958"/>
                      </a:cubicBezTo>
                      <a:cubicBezTo>
                        <a:pt x="1" y="1500"/>
                        <a:pt x="438" y="1937"/>
                        <a:pt x="959" y="1937"/>
                      </a:cubicBezTo>
                      <a:cubicBezTo>
                        <a:pt x="1500" y="1937"/>
                        <a:pt x="1938" y="1500"/>
                        <a:pt x="1938" y="958"/>
                      </a:cubicBezTo>
                      <a:cubicBezTo>
                        <a:pt x="1938" y="438"/>
                        <a:pt x="1500" y="0"/>
                        <a:pt x="9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1"/>
                <p:cNvSpPr/>
                <p:nvPr/>
              </p:nvSpPr>
              <p:spPr>
                <a:xfrm>
                  <a:off x="7657625" y="3906050"/>
                  <a:ext cx="56250" cy="56775"/>
                </a:xfrm>
                <a:custGeom>
                  <a:avLst/>
                  <a:gdLst/>
                  <a:ahLst/>
                  <a:cxnLst/>
                  <a:rect l="l" t="t" r="r" b="b"/>
                  <a:pathLst>
                    <a:path w="2250" h="2271" extrusionOk="0">
                      <a:moveTo>
                        <a:pt x="1125" y="1"/>
                      </a:moveTo>
                      <a:cubicBezTo>
                        <a:pt x="500" y="1"/>
                        <a:pt x="1" y="521"/>
                        <a:pt x="1" y="1146"/>
                      </a:cubicBezTo>
                      <a:cubicBezTo>
                        <a:pt x="1" y="1771"/>
                        <a:pt x="500" y="2271"/>
                        <a:pt x="1125" y="2271"/>
                      </a:cubicBezTo>
                      <a:cubicBezTo>
                        <a:pt x="1750" y="2271"/>
                        <a:pt x="2250" y="1771"/>
                        <a:pt x="2250" y="1146"/>
                      </a:cubicBezTo>
                      <a:cubicBezTo>
                        <a:pt x="2250" y="521"/>
                        <a:pt x="1750" y="1"/>
                        <a:pt x="11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6" name="Google Shape;416;p11"/>
              <p:cNvGrpSpPr/>
              <p:nvPr/>
            </p:nvGrpSpPr>
            <p:grpSpPr>
              <a:xfrm rot="10800000" flipH="1">
                <a:off x="8552525" y="748700"/>
                <a:ext cx="309275" cy="834600"/>
                <a:chOff x="7473325" y="2654950"/>
                <a:chExt cx="309275" cy="834600"/>
              </a:xfrm>
            </p:grpSpPr>
            <p:sp>
              <p:nvSpPr>
                <p:cNvPr id="417" name="Google Shape;417;p11"/>
                <p:cNvSpPr/>
                <p:nvPr/>
              </p:nvSpPr>
              <p:spPr>
                <a:xfrm>
                  <a:off x="7521750" y="2982425"/>
                  <a:ext cx="242625" cy="477450"/>
                </a:xfrm>
                <a:custGeom>
                  <a:avLst/>
                  <a:gdLst/>
                  <a:ahLst/>
                  <a:cxnLst/>
                  <a:rect l="l" t="t" r="r" b="b"/>
                  <a:pathLst>
                    <a:path w="9705" h="19098" fill="none" extrusionOk="0">
                      <a:moveTo>
                        <a:pt x="0" y="19098"/>
                      </a:moveTo>
                      <a:lnTo>
                        <a:pt x="6581" y="19098"/>
                      </a:lnTo>
                      <a:cubicBezTo>
                        <a:pt x="8289" y="19098"/>
                        <a:pt x="9705" y="17703"/>
                        <a:pt x="9705" y="15974"/>
                      </a:cubicBezTo>
                      <a:lnTo>
                        <a:pt x="9705" y="1"/>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1"/>
                <p:cNvSpPr/>
                <p:nvPr/>
              </p:nvSpPr>
              <p:spPr>
                <a:xfrm>
                  <a:off x="7745625" y="2945450"/>
                  <a:ext cx="36975" cy="37000"/>
                </a:xfrm>
                <a:custGeom>
                  <a:avLst/>
                  <a:gdLst/>
                  <a:ahLst/>
                  <a:cxnLst/>
                  <a:rect l="l" t="t" r="r" b="b"/>
                  <a:pathLst>
                    <a:path w="1479" h="1480" fill="none" extrusionOk="0">
                      <a:moveTo>
                        <a:pt x="1479" y="751"/>
                      </a:moveTo>
                      <a:cubicBezTo>
                        <a:pt x="1479" y="1146"/>
                        <a:pt x="1146" y="1480"/>
                        <a:pt x="750" y="1480"/>
                      </a:cubicBezTo>
                      <a:cubicBezTo>
                        <a:pt x="333" y="1480"/>
                        <a:pt x="0" y="1146"/>
                        <a:pt x="0" y="751"/>
                      </a:cubicBezTo>
                      <a:cubicBezTo>
                        <a:pt x="0" y="334"/>
                        <a:pt x="333" y="1"/>
                        <a:pt x="750" y="1"/>
                      </a:cubicBezTo>
                      <a:cubicBezTo>
                        <a:pt x="1146" y="1"/>
                        <a:pt x="1479" y="334"/>
                        <a:pt x="1479" y="751"/>
                      </a:cubicBezTo>
                      <a:close/>
                    </a:path>
                  </a:pathLst>
                </a:custGeom>
                <a:noFill/>
                <a:ln w="13025" cap="flat" cmpd="sng">
                  <a:solidFill>
                    <a:schemeClr val="accent4"/>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1"/>
                <p:cNvSpPr/>
                <p:nvPr/>
              </p:nvSpPr>
              <p:spPr>
                <a:xfrm>
                  <a:off x="7473325" y="3430175"/>
                  <a:ext cx="59375" cy="59375"/>
                </a:xfrm>
                <a:custGeom>
                  <a:avLst/>
                  <a:gdLst/>
                  <a:ahLst/>
                  <a:cxnLst/>
                  <a:rect l="l" t="t" r="r" b="b"/>
                  <a:pathLst>
                    <a:path w="2375" h="2375" extrusionOk="0">
                      <a:moveTo>
                        <a:pt x="1187" y="1"/>
                      </a:moveTo>
                      <a:cubicBezTo>
                        <a:pt x="521" y="1"/>
                        <a:pt x="0" y="542"/>
                        <a:pt x="0" y="1188"/>
                      </a:cubicBezTo>
                      <a:cubicBezTo>
                        <a:pt x="0" y="1854"/>
                        <a:pt x="521" y="2375"/>
                        <a:pt x="1187" y="2375"/>
                      </a:cubicBezTo>
                      <a:cubicBezTo>
                        <a:pt x="1833" y="2375"/>
                        <a:pt x="2374" y="1854"/>
                        <a:pt x="2374" y="1188"/>
                      </a:cubicBezTo>
                      <a:cubicBezTo>
                        <a:pt x="2374" y="542"/>
                        <a:pt x="1833" y="1"/>
                        <a:pt x="118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1"/>
                <p:cNvSpPr/>
                <p:nvPr/>
              </p:nvSpPr>
              <p:spPr>
                <a:xfrm>
                  <a:off x="7522250" y="2654950"/>
                  <a:ext cx="35950" cy="35950"/>
                </a:xfrm>
                <a:custGeom>
                  <a:avLst/>
                  <a:gdLst/>
                  <a:ahLst/>
                  <a:cxnLst/>
                  <a:rect l="l" t="t" r="r" b="b"/>
                  <a:pathLst>
                    <a:path w="1438" h="1438" extrusionOk="0">
                      <a:moveTo>
                        <a:pt x="730" y="0"/>
                      </a:moveTo>
                      <a:cubicBezTo>
                        <a:pt x="334" y="0"/>
                        <a:pt x="1" y="312"/>
                        <a:pt x="1" y="708"/>
                      </a:cubicBezTo>
                      <a:cubicBezTo>
                        <a:pt x="1" y="1104"/>
                        <a:pt x="334" y="1437"/>
                        <a:pt x="730" y="1437"/>
                      </a:cubicBezTo>
                      <a:cubicBezTo>
                        <a:pt x="1125" y="1437"/>
                        <a:pt x="1438" y="1104"/>
                        <a:pt x="1438" y="708"/>
                      </a:cubicBezTo>
                      <a:cubicBezTo>
                        <a:pt x="1438" y="312"/>
                        <a:pt x="1125" y="0"/>
                        <a:pt x="73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1"/>
                <p:cNvSpPr/>
                <p:nvPr/>
              </p:nvSpPr>
              <p:spPr>
                <a:xfrm>
                  <a:off x="7552975" y="2672650"/>
                  <a:ext cx="211400" cy="272825"/>
                </a:xfrm>
                <a:custGeom>
                  <a:avLst/>
                  <a:gdLst/>
                  <a:ahLst/>
                  <a:cxnLst/>
                  <a:rect l="l" t="t" r="r" b="b"/>
                  <a:pathLst>
                    <a:path w="8456" h="10913" fill="none" extrusionOk="0">
                      <a:moveTo>
                        <a:pt x="8456" y="10913"/>
                      </a:moveTo>
                      <a:lnTo>
                        <a:pt x="8456" y="0"/>
                      </a:lnTo>
                      <a:lnTo>
                        <a:pt x="1" y="0"/>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22" name="Google Shape;422;p11"/>
            <p:cNvGrpSpPr/>
            <p:nvPr/>
          </p:nvGrpSpPr>
          <p:grpSpPr>
            <a:xfrm>
              <a:off x="-13107" y="3968250"/>
              <a:ext cx="3757025" cy="2398125"/>
              <a:chOff x="-13107" y="3968250"/>
              <a:chExt cx="3757025" cy="2398125"/>
            </a:xfrm>
          </p:grpSpPr>
          <p:grpSp>
            <p:nvGrpSpPr>
              <p:cNvPr id="423" name="Google Shape;423;p11"/>
              <p:cNvGrpSpPr/>
              <p:nvPr/>
            </p:nvGrpSpPr>
            <p:grpSpPr>
              <a:xfrm rot="10800000" flipH="1">
                <a:off x="1743043" y="4739850"/>
                <a:ext cx="942400" cy="1626525"/>
                <a:chOff x="1959125" y="256300"/>
                <a:chExt cx="942400" cy="1626525"/>
              </a:xfrm>
            </p:grpSpPr>
            <p:sp>
              <p:nvSpPr>
                <p:cNvPr id="424" name="Google Shape;424;p11"/>
                <p:cNvSpPr/>
                <p:nvPr/>
              </p:nvSpPr>
              <p:spPr>
                <a:xfrm>
                  <a:off x="1959125" y="256300"/>
                  <a:ext cx="25" cy="328050"/>
                </a:xfrm>
                <a:custGeom>
                  <a:avLst/>
                  <a:gdLst/>
                  <a:ahLst/>
                  <a:cxnLst/>
                  <a:rect l="l" t="t" r="r" b="b"/>
                  <a:pathLst>
                    <a:path w="1" h="13122" fill="none" extrusionOk="0">
                      <a:moveTo>
                        <a:pt x="0" y="13121"/>
                      </a:moveTo>
                      <a:lnTo>
                        <a:pt x="0" y="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1"/>
                <p:cNvSpPr/>
                <p:nvPr/>
              </p:nvSpPr>
              <p:spPr>
                <a:xfrm>
                  <a:off x="1959125" y="645225"/>
                  <a:ext cx="912200" cy="1210525"/>
                </a:xfrm>
                <a:custGeom>
                  <a:avLst/>
                  <a:gdLst/>
                  <a:ahLst/>
                  <a:cxnLst/>
                  <a:rect l="l" t="t" r="r" b="b"/>
                  <a:pathLst>
                    <a:path w="36488" h="48421" fill="none" extrusionOk="0">
                      <a:moveTo>
                        <a:pt x="0" y="1"/>
                      </a:moveTo>
                      <a:lnTo>
                        <a:pt x="0" y="9435"/>
                      </a:lnTo>
                      <a:cubicBezTo>
                        <a:pt x="0" y="11143"/>
                        <a:pt x="1396" y="12559"/>
                        <a:pt x="3124" y="12559"/>
                      </a:cubicBezTo>
                      <a:lnTo>
                        <a:pt x="21993" y="12496"/>
                      </a:lnTo>
                      <a:cubicBezTo>
                        <a:pt x="23721" y="12496"/>
                        <a:pt x="25116" y="13892"/>
                        <a:pt x="25116" y="15620"/>
                      </a:cubicBezTo>
                      <a:lnTo>
                        <a:pt x="25033" y="45297"/>
                      </a:lnTo>
                      <a:cubicBezTo>
                        <a:pt x="25033" y="47026"/>
                        <a:pt x="26428" y="48421"/>
                        <a:pt x="28157" y="48421"/>
                      </a:cubicBezTo>
                      <a:lnTo>
                        <a:pt x="36487" y="4842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1"/>
                <p:cNvSpPr/>
                <p:nvPr/>
              </p:nvSpPr>
              <p:spPr>
                <a:xfrm>
                  <a:off x="2549525" y="1722975"/>
                  <a:ext cx="71875" cy="71875"/>
                </a:xfrm>
                <a:custGeom>
                  <a:avLst/>
                  <a:gdLst/>
                  <a:ahLst/>
                  <a:cxnLst/>
                  <a:rect l="l" t="t" r="r" b="b"/>
                  <a:pathLst>
                    <a:path w="2875" h="2875" extrusionOk="0">
                      <a:moveTo>
                        <a:pt x="1438" y="0"/>
                      </a:moveTo>
                      <a:cubicBezTo>
                        <a:pt x="647" y="0"/>
                        <a:pt x="1" y="646"/>
                        <a:pt x="1" y="1437"/>
                      </a:cubicBezTo>
                      <a:cubicBezTo>
                        <a:pt x="1" y="2229"/>
                        <a:pt x="647" y="2874"/>
                        <a:pt x="1438" y="2874"/>
                      </a:cubicBezTo>
                      <a:cubicBezTo>
                        <a:pt x="2229" y="2874"/>
                        <a:pt x="2875" y="2229"/>
                        <a:pt x="2875" y="1437"/>
                      </a:cubicBezTo>
                      <a:cubicBezTo>
                        <a:pt x="2875" y="646"/>
                        <a:pt x="2229" y="0"/>
                        <a:pt x="14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1"/>
                <p:cNvSpPr/>
                <p:nvPr/>
              </p:nvSpPr>
              <p:spPr>
                <a:xfrm>
                  <a:off x="2558400" y="1181500"/>
                  <a:ext cx="54150" cy="54175"/>
                </a:xfrm>
                <a:custGeom>
                  <a:avLst/>
                  <a:gdLst/>
                  <a:ahLst/>
                  <a:cxnLst/>
                  <a:rect l="l" t="t" r="r" b="b"/>
                  <a:pathLst>
                    <a:path w="2166" h="2167" extrusionOk="0">
                      <a:moveTo>
                        <a:pt x="1083" y="0"/>
                      </a:moveTo>
                      <a:cubicBezTo>
                        <a:pt x="479" y="0"/>
                        <a:pt x="0" y="500"/>
                        <a:pt x="0" y="1083"/>
                      </a:cubicBezTo>
                      <a:cubicBezTo>
                        <a:pt x="0" y="1687"/>
                        <a:pt x="479" y="2166"/>
                        <a:pt x="1083" y="2166"/>
                      </a:cubicBezTo>
                      <a:cubicBezTo>
                        <a:pt x="1687" y="2166"/>
                        <a:pt x="2166" y="1687"/>
                        <a:pt x="2166" y="1083"/>
                      </a:cubicBezTo>
                      <a:cubicBezTo>
                        <a:pt x="2166" y="500"/>
                        <a:pt x="1687" y="0"/>
                        <a:pt x="10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1"/>
                <p:cNvSpPr/>
                <p:nvPr/>
              </p:nvSpPr>
              <p:spPr>
                <a:xfrm>
                  <a:off x="2847350" y="1828650"/>
                  <a:ext cx="54175" cy="54175"/>
                </a:xfrm>
                <a:custGeom>
                  <a:avLst/>
                  <a:gdLst/>
                  <a:ahLst/>
                  <a:cxnLst/>
                  <a:rect l="l" t="t" r="r" b="b"/>
                  <a:pathLst>
                    <a:path w="2167" h="2167" extrusionOk="0">
                      <a:moveTo>
                        <a:pt x="1083" y="1"/>
                      </a:moveTo>
                      <a:cubicBezTo>
                        <a:pt x="479" y="1"/>
                        <a:pt x="0" y="480"/>
                        <a:pt x="0" y="1084"/>
                      </a:cubicBezTo>
                      <a:cubicBezTo>
                        <a:pt x="0" y="1667"/>
                        <a:pt x="479" y="2167"/>
                        <a:pt x="1083" y="2167"/>
                      </a:cubicBezTo>
                      <a:cubicBezTo>
                        <a:pt x="1687" y="2167"/>
                        <a:pt x="2166" y="1667"/>
                        <a:pt x="2166" y="1084"/>
                      </a:cubicBezTo>
                      <a:cubicBezTo>
                        <a:pt x="2166" y="480"/>
                        <a:pt x="1687" y="1"/>
                        <a:pt x="1083" y="1"/>
                      </a:cubicBezTo>
                      <a:close/>
                    </a:path>
                  </a:pathLst>
                </a:custGeom>
                <a:solidFill>
                  <a:srgbClr val="FFFFFF"/>
                </a:solid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9" name="Google Shape;429;p11"/>
              <p:cNvGrpSpPr/>
              <p:nvPr/>
            </p:nvGrpSpPr>
            <p:grpSpPr>
              <a:xfrm rot="10800000" flipH="1">
                <a:off x="-13107" y="4975700"/>
                <a:ext cx="1721300" cy="369675"/>
                <a:chOff x="202975" y="1277300"/>
                <a:chExt cx="1721300" cy="369675"/>
              </a:xfrm>
            </p:grpSpPr>
            <p:sp>
              <p:nvSpPr>
                <p:cNvPr id="430" name="Google Shape;430;p11"/>
                <p:cNvSpPr/>
                <p:nvPr/>
              </p:nvSpPr>
              <p:spPr>
                <a:xfrm>
                  <a:off x="1767000" y="1293950"/>
                  <a:ext cx="144775" cy="163000"/>
                </a:xfrm>
                <a:custGeom>
                  <a:avLst/>
                  <a:gdLst/>
                  <a:ahLst/>
                  <a:cxnLst/>
                  <a:rect l="l" t="t" r="r" b="b"/>
                  <a:pathLst>
                    <a:path w="5791" h="6520" fill="none" extrusionOk="0">
                      <a:moveTo>
                        <a:pt x="1" y="6519"/>
                      </a:moveTo>
                      <a:lnTo>
                        <a:pt x="2895" y="6519"/>
                      </a:lnTo>
                      <a:cubicBezTo>
                        <a:pt x="4478" y="6519"/>
                        <a:pt x="5790" y="5124"/>
                        <a:pt x="5790" y="3395"/>
                      </a:cubicBezTo>
                      <a:lnTo>
                        <a:pt x="5790"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1"/>
                <p:cNvSpPr/>
                <p:nvPr/>
              </p:nvSpPr>
              <p:spPr>
                <a:xfrm>
                  <a:off x="202975" y="1458475"/>
                  <a:ext cx="1504175" cy="157775"/>
                </a:xfrm>
                <a:custGeom>
                  <a:avLst/>
                  <a:gdLst/>
                  <a:ahLst/>
                  <a:cxnLst/>
                  <a:rect l="l" t="t" r="r" b="b"/>
                  <a:pathLst>
                    <a:path w="60167" h="6311" fill="none" extrusionOk="0">
                      <a:moveTo>
                        <a:pt x="1" y="6311"/>
                      </a:moveTo>
                      <a:lnTo>
                        <a:pt x="24284" y="6311"/>
                      </a:lnTo>
                      <a:cubicBezTo>
                        <a:pt x="26012" y="6311"/>
                        <a:pt x="27408" y="4916"/>
                        <a:pt x="27408" y="3187"/>
                      </a:cubicBezTo>
                      <a:cubicBezTo>
                        <a:pt x="27408" y="1459"/>
                        <a:pt x="28803" y="63"/>
                        <a:pt x="30531" y="63"/>
                      </a:cubicBezTo>
                      <a:lnTo>
                        <a:pt x="60167"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1"/>
                <p:cNvSpPr/>
                <p:nvPr/>
              </p:nvSpPr>
              <p:spPr>
                <a:xfrm>
                  <a:off x="326375" y="1572500"/>
                  <a:ext cx="74475" cy="74475"/>
                </a:xfrm>
                <a:custGeom>
                  <a:avLst/>
                  <a:gdLst/>
                  <a:ahLst/>
                  <a:cxnLst/>
                  <a:rect l="l" t="t" r="r" b="b"/>
                  <a:pathLst>
                    <a:path w="2979" h="2979" extrusionOk="0">
                      <a:moveTo>
                        <a:pt x="1500" y="1"/>
                      </a:moveTo>
                      <a:cubicBezTo>
                        <a:pt x="667" y="1"/>
                        <a:pt x="0" y="667"/>
                        <a:pt x="0" y="1500"/>
                      </a:cubicBezTo>
                      <a:cubicBezTo>
                        <a:pt x="0" y="2312"/>
                        <a:pt x="667" y="2979"/>
                        <a:pt x="1500" y="2979"/>
                      </a:cubicBezTo>
                      <a:cubicBezTo>
                        <a:pt x="2312" y="2979"/>
                        <a:pt x="2979" y="2312"/>
                        <a:pt x="2979" y="1500"/>
                      </a:cubicBezTo>
                      <a:cubicBezTo>
                        <a:pt x="2979" y="667"/>
                        <a:pt x="2312" y="1"/>
                        <a:pt x="15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1"/>
                <p:cNvSpPr/>
                <p:nvPr/>
              </p:nvSpPr>
              <p:spPr>
                <a:xfrm>
                  <a:off x="1887800" y="1277300"/>
                  <a:ext cx="36475" cy="36475"/>
                </a:xfrm>
                <a:custGeom>
                  <a:avLst/>
                  <a:gdLst/>
                  <a:ahLst/>
                  <a:cxnLst/>
                  <a:rect l="l" t="t" r="r" b="b"/>
                  <a:pathLst>
                    <a:path w="1459" h="1459" extrusionOk="0">
                      <a:moveTo>
                        <a:pt x="729" y="0"/>
                      </a:moveTo>
                      <a:cubicBezTo>
                        <a:pt x="334" y="0"/>
                        <a:pt x="0" y="334"/>
                        <a:pt x="0" y="729"/>
                      </a:cubicBezTo>
                      <a:cubicBezTo>
                        <a:pt x="0" y="1125"/>
                        <a:pt x="334" y="1458"/>
                        <a:pt x="729" y="1458"/>
                      </a:cubicBezTo>
                      <a:cubicBezTo>
                        <a:pt x="1125" y="1458"/>
                        <a:pt x="1458" y="1125"/>
                        <a:pt x="1458" y="729"/>
                      </a:cubicBezTo>
                      <a:cubicBezTo>
                        <a:pt x="1458" y="334"/>
                        <a:pt x="1125" y="0"/>
                        <a:pt x="7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4" name="Google Shape;434;p11"/>
              <p:cNvGrpSpPr/>
              <p:nvPr/>
            </p:nvGrpSpPr>
            <p:grpSpPr>
              <a:xfrm rot="10800000" flipH="1">
                <a:off x="2255368" y="4863750"/>
                <a:ext cx="1488550" cy="324925"/>
                <a:chOff x="2471450" y="1434000"/>
                <a:chExt cx="1488550" cy="324925"/>
              </a:xfrm>
            </p:grpSpPr>
            <p:sp>
              <p:nvSpPr>
                <p:cNvPr id="435" name="Google Shape;435;p11"/>
                <p:cNvSpPr/>
                <p:nvPr/>
              </p:nvSpPr>
              <p:spPr>
                <a:xfrm>
                  <a:off x="2471450" y="1460050"/>
                  <a:ext cx="1452100" cy="298875"/>
                </a:xfrm>
                <a:custGeom>
                  <a:avLst/>
                  <a:gdLst/>
                  <a:ahLst/>
                  <a:cxnLst/>
                  <a:rect l="l" t="t" r="r" b="b"/>
                  <a:pathLst>
                    <a:path w="58084" h="11955" fill="none" extrusionOk="0">
                      <a:moveTo>
                        <a:pt x="0" y="11954"/>
                      </a:moveTo>
                      <a:lnTo>
                        <a:pt x="0" y="9872"/>
                      </a:lnTo>
                      <a:cubicBezTo>
                        <a:pt x="0" y="8726"/>
                        <a:pt x="1416" y="7789"/>
                        <a:pt x="3124" y="7789"/>
                      </a:cubicBezTo>
                      <a:lnTo>
                        <a:pt x="37987" y="7789"/>
                      </a:lnTo>
                      <a:cubicBezTo>
                        <a:pt x="39715" y="7789"/>
                        <a:pt x="41110" y="6394"/>
                        <a:pt x="41110" y="4665"/>
                      </a:cubicBezTo>
                      <a:lnTo>
                        <a:pt x="41110" y="3124"/>
                      </a:lnTo>
                      <a:cubicBezTo>
                        <a:pt x="41110" y="1396"/>
                        <a:pt x="42506" y="0"/>
                        <a:pt x="44234" y="0"/>
                      </a:cubicBezTo>
                      <a:lnTo>
                        <a:pt x="58083" y="0"/>
                      </a:ln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1"/>
                <p:cNvSpPr/>
                <p:nvPr/>
              </p:nvSpPr>
              <p:spPr>
                <a:xfrm>
                  <a:off x="2542250" y="1628200"/>
                  <a:ext cx="94250" cy="40650"/>
                </a:xfrm>
                <a:custGeom>
                  <a:avLst/>
                  <a:gdLst/>
                  <a:ahLst/>
                  <a:cxnLst/>
                  <a:rect l="l" t="t" r="r" b="b"/>
                  <a:pathLst>
                    <a:path w="3770" h="1626" extrusionOk="0">
                      <a:moveTo>
                        <a:pt x="354" y="1"/>
                      </a:moveTo>
                      <a:cubicBezTo>
                        <a:pt x="167" y="1"/>
                        <a:pt x="0" y="168"/>
                        <a:pt x="0" y="355"/>
                      </a:cubicBezTo>
                      <a:lnTo>
                        <a:pt x="0" y="1292"/>
                      </a:lnTo>
                      <a:cubicBezTo>
                        <a:pt x="0" y="1480"/>
                        <a:pt x="167" y="1625"/>
                        <a:pt x="354" y="1625"/>
                      </a:cubicBezTo>
                      <a:lnTo>
                        <a:pt x="3416" y="1625"/>
                      </a:lnTo>
                      <a:cubicBezTo>
                        <a:pt x="3603" y="1625"/>
                        <a:pt x="3770" y="1480"/>
                        <a:pt x="3770" y="1292"/>
                      </a:cubicBezTo>
                      <a:lnTo>
                        <a:pt x="3770" y="355"/>
                      </a:lnTo>
                      <a:cubicBezTo>
                        <a:pt x="3770" y="168"/>
                        <a:pt x="3603" y="1"/>
                        <a:pt x="34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1"/>
                <p:cNvSpPr/>
                <p:nvPr/>
              </p:nvSpPr>
              <p:spPr>
                <a:xfrm>
                  <a:off x="3372675" y="1622475"/>
                  <a:ext cx="52625" cy="52625"/>
                </a:xfrm>
                <a:custGeom>
                  <a:avLst/>
                  <a:gdLst/>
                  <a:ahLst/>
                  <a:cxnLst/>
                  <a:rect l="l" t="t" r="r" b="b"/>
                  <a:pathLst>
                    <a:path w="2105" h="2105" extrusionOk="0">
                      <a:moveTo>
                        <a:pt x="1042" y="1"/>
                      </a:moveTo>
                      <a:cubicBezTo>
                        <a:pt x="459" y="1"/>
                        <a:pt x="1" y="459"/>
                        <a:pt x="1" y="1042"/>
                      </a:cubicBezTo>
                      <a:cubicBezTo>
                        <a:pt x="1" y="1625"/>
                        <a:pt x="459" y="2104"/>
                        <a:pt x="1042" y="2104"/>
                      </a:cubicBezTo>
                      <a:cubicBezTo>
                        <a:pt x="1625" y="2104"/>
                        <a:pt x="2104" y="1625"/>
                        <a:pt x="2104" y="1042"/>
                      </a:cubicBezTo>
                      <a:cubicBezTo>
                        <a:pt x="2104" y="459"/>
                        <a:pt x="1625" y="1"/>
                        <a:pt x="10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1"/>
                <p:cNvSpPr/>
                <p:nvPr/>
              </p:nvSpPr>
              <p:spPr>
                <a:xfrm>
                  <a:off x="3907375" y="1434000"/>
                  <a:ext cx="52625" cy="53150"/>
                </a:xfrm>
                <a:custGeom>
                  <a:avLst/>
                  <a:gdLst/>
                  <a:ahLst/>
                  <a:cxnLst/>
                  <a:rect l="l" t="t" r="r" b="b"/>
                  <a:pathLst>
                    <a:path w="2105" h="2126" fill="none" extrusionOk="0">
                      <a:moveTo>
                        <a:pt x="2104" y="1063"/>
                      </a:moveTo>
                      <a:cubicBezTo>
                        <a:pt x="2104" y="1646"/>
                        <a:pt x="1646" y="2125"/>
                        <a:pt x="1063" y="2125"/>
                      </a:cubicBezTo>
                      <a:cubicBezTo>
                        <a:pt x="480" y="2125"/>
                        <a:pt x="1" y="1646"/>
                        <a:pt x="1" y="1063"/>
                      </a:cubicBezTo>
                      <a:cubicBezTo>
                        <a:pt x="1" y="480"/>
                        <a:pt x="480" y="1"/>
                        <a:pt x="1063" y="1"/>
                      </a:cubicBezTo>
                      <a:cubicBezTo>
                        <a:pt x="1646" y="1"/>
                        <a:pt x="2104" y="480"/>
                        <a:pt x="2104" y="1063"/>
                      </a:cubicBezTo>
                      <a:close/>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9" name="Google Shape;439;p11"/>
              <p:cNvGrpSpPr/>
              <p:nvPr/>
            </p:nvGrpSpPr>
            <p:grpSpPr>
              <a:xfrm rot="10800000" flipH="1">
                <a:off x="1170318" y="4815325"/>
                <a:ext cx="556075" cy="1443800"/>
                <a:chOff x="1386400" y="363550"/>
                <a:chExt cx="556075" cy="1443800"/>
              </a:xfrm>
            </p:grpSpPr>
            <p:sp>
              <p:nvSpPr>
                <p:cNvPr id="440" name="Google Shape;440;p11"/>
                <p:cNvSpPr/>
                <p:nvPr/>
              </p:nvSpPr>
              <p:spPr>
                <a:xfrm>
                  <a:off x="1574875" y="739475"/>
                  <a:ext cx="164550" cy="671125"/>
                </a:xfrm>
                <a:custGeom>
                  <a:avLst/>
                  <a:gdLst/>
                  <a:ahLst/>
                  <a:cxnLst/>
                  <a:rect l="l" t="t" r="r" b="b"/>
                  <a:pathLst>
                    <a:path w="6582" h="26845" fill="none" extrusionOk="0">
                      <a:moveTo>
                        <a:pt x="1" y="0"/>
                      </a:moveTo>
                      <a:lnTo>
                        <a:pt x="3458" y="0"/>
                      </a:lnTo>
                      <a:cubicBezTo>
                        <a:pt x="5187" y="0"/>
                        <a:pt x="6582" y="1395"/>
                        <a:pt x="6582" y="3124"/>
                      </a:cubicBezTo>
                      <a:lnTo>
                        <a:pt x="6582" y="26845"/>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1"/>
                <p:cNvSpPr/>
                <p:nvPr/>
              </p:nvSpPr>
              <p:spPr>
                <a:xfrm>
                  <a:off x="1595200" y="363550"/>
                  <a:ext cx="36450" cy="36475"/>
                </a:xfrm>
                <a:custGeom>
                  <a:avLst/>
                  <a:gdLst/>
                  <a:ahLst/>
                  <a:cxnLst/>
                  <a:rect l="l" t="t" r="r" b="b"/>
                  <a:pathLst>
                    <a:path w="1458" h="1459" extrusionOk="0">
                      <a:moveTo>
                        <a:pt x="729" y="1"/>
                      </a:moveTo>
                      <a:cubicBezTo>
                        <a:pt x="313" y="1"/>
                        <a:pt x="0" y="334"/>
                        <a:pt x="0" y="730"/>
                      </a:cubicBezTo>
                      <a:cubicBezTo>
                        <a:pt x="0" y="1125"/>
                        <a:pt x="313" y="1459"/>
                        <a:pt x="729" y="1459"/>
                      </a:cubicBezTo>
                      <a:cubicBezTo>
                        <a:pt x="1125" y="1459"/>
                        <a:pt x="1458" y="1125"/>
                        <a:pt x="1458" y="730"/>
                      </a:cubicBezTo>
                      <a:cubicBezTo>
                        <a:pt x="1458" y="334"/>
                        <a:pt x="1125" y="1"/>
                        <a:pt x="7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1"/>
                <p:cNvSpPr/>
                <p:nvPr/>
              </p:nvSpPr>
              <p:spPr>
                <a:xfrm>
                  <a:off x="1906025" y="1770875"/>
                  <a:ext cx="36450" cy="36475"/>
                </a:xfrm>
                <a:custGeom>
                  <a:avLst/>
                  <a:gdLst/>
                  <a:ahLst/>
                  <a:cxnLst/>
                  <a:rect l="l" t="t" r="r" b="b"/>
                  <a:pathLst>
                    <a:path w="1458" h="1459" extrusionOk="0">
                      <a:moveTo>
                        <a:pt x="729" y="0"/>
                      </a:moveTo>
                      <a:cubicBezTo>
                        <a:pt x="333" y="0"/>
                        <a:pt x="0" y="333"/>
                        <a:pt x="0" y="729"/>
                      </a:cubicBezTo>
                      <a:cubicBezTo>
                        <a:pt x="0" y="1146"/>
                        <a:pt x="333" y="1458"/>
                        <a:pt x="729" y="1458"/>
                      </a:cubicBezTo>
                      <a:cubicBezTo>
                        <a:pt x="1125" y="1458"/>
                        <a:pt x="1458" y="1146"/>
                        <a:pt x="1458" y="729"/>
                      </a:cubicBezTo>
                      <a:cubicBezTo>
                        <a:pt x="1458" y="333"/>
                        <a:pt x="1125" y="0"/>
                        <a:pt x="7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1"/>
                <p:cNvSpPr/>
                <p:nvPr/>
              </p:nvSpPr>
              <p:spPr>
                <a:xfrm>
                  <a:off x="1718075" y="1410575"/>
                  <a:ext cx="43225" cy="100000"/>
                </a:xfrm>
                <a:custGeom>
                  <a:avLst/>
                  <a:gdLst/>
                  <a:ahLst/>
                  <a:cxnLst/>
                  <a:rect l="l" t="t" r="r" b="b"/>
                  <a:pathLst>
                    <a:path w="1729" h="4000" fill="none" extrusionOk="0">
                      <a:moveTo>
                        <a:pt x="375" y="1"/>
                      </a:moveTo>
                      <a:lnTo>
                        <a:pt x="1375" y="1"/>
                      </a:lnTo>
                      <a:cubicBezTo>
                        <a:pt x="1562" y="1"/>
                        <a:pt x="1729" y="146"/>
                        <a:pt x="1729" y="355"/>
                      </a:cubicBezTo>
                      <a:lnTo>
                        <a:pt x="1729" y="3624"/>
                      </a:lnTo>
                      <a:cubicBezTo>
                        <a:pt x="1729" y="3833"/>
                        <a:pt x="1562" y="3999"/>
                        <a:pt x="1375" y="3999"/>
                      </a:cubicBezTo>
                      <a:lnTo>
                        <a:pt x="375" y="3999"/>
                      </a:lnTo>
                      <a:cubicBezTo>
                        <a:pt x="167" y="3999"/>
                        <a:pt x="0" y="3833"/>
                        <a:pt x="0" y="3624"/>
                      </a:cubicBezTo>
                      <a:lnTo>
                        <a:pt x="0" y="355"/>
                      </a:lnTo>
                      <a:cubicBezTo>
                        <a:pt x="0" y="146"/>
                        <a:pt x="167" y="1"/>
                        <a:pt x="375" y="1"/>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1"/>
                <p:cNvSpPr/>
                <p:nvPr/>
              </p:nvSpPr>
              <p:spPr>
                <a:xfrm>
                  <a:off x="1481175" y="699900"/>
                  <a:ext cx="93725" cy="93225"/>
                </a:xfrm>
                <a:custGeom>
                  <a:avLst/>
                  <a:gdLst/>
                  <a:ahLst/>
                  <a:cxnLst/>
                  <a:rect l="l" t="t" r="r" b="b"/>
                  <a:pathLst>
                    <a:path w="3749" h="3729" fill="none" extrusionOk="0">
                      <a:moveTo>
                        <a:pt x="3749" y="1854"/>
                      </a:moveTo>
                      <a:cubicBezTo>
                        <a:pt x="3749" y="2895"/>
                        <a:pt x="2916" y="3728"/>
                        <a:pt x="1875" y="3728"/>
                      </a:cubicBezTo>
                      <a:cubicBezTo>
                        <a:pt x="854" y="3728"/>
                        <a:pt x="0" y="2895"/>
                        <a:pt x="0" y="1854"/>
                      </a:cubicBezTo>
                      <a:cubicBezTo>
                        <a:pt x="0" y="833"/>
                        <a:pt x="854" y="0"/>
                        <a:pt x="1875" y="0"/>
                      </a:cubicBezTo>
                      <a:cubicBezTo>
                        <a:pt x="2916" y="0"/>
                        <a:pt x="3749" y="833"/>
                        <a:pt x="3749" y="1854"/>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1"/>
                <p:cNvSpPr/>
                <p:nvPr/>
              </p:nvSpPr>
              <p:spPr>
                <a:xfrm>
                  <a:off x="1386400" y="381775"/>
                  <a:ext cx="208300" cy="364475"/>
                </a:xfrm>
                <a:custGeom>
                  <a:avLst/>
                  <a:gdLst/>
                  <a:ahLst/>
                  <a:cxnLst/>
                  <a:rect l="l" t="t" r="r" b="b"/>
                  <a:pathLst>
                    <a:path w="8332" h="14579" fill="none" extrusionOk="0">
                      <a:moveTo>
                        <a:pt x="3812" y="14579"/>
                      </a:moveTo>
                      <a:lnTo>
                        <a:pt x="1896" y="14579"/>
                      </a:lnTo>
                      <a:cubicBezTo>
                        <a:pt x="855" y="14579"/>
                        <a:pt x="1" y="13184"/>
                        <a:pt x="1" y="11455"/>
                      </a:cubicBezTo>
                      <a:lnTo>
                        <a:pt x="1" y="3125"/>
                      </a:lnTo>
                      <a:cubicBezTo>
                        <a:pt x="1" y="1396"/>
                        <a:pt x="1396" y="1"/>
                        <a:pt x="3125" y="1"/>
                      </a:cubicBezTo>
                      <a:lnTo>
                        <a:pt x="8331" y="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1"/>
                <p:cNvSpPr/>
                <p:nvPr/>
              </p:nvSpPr>
              <p:spPr>
                <a:xfrm>
                  <a:off x="1739925" y="1510550"/>
                  <a:ext cx="166125" cy="275450"/>
                </a:xfrm>
                <a:custGeom>
                  <a:avLst/>
                  <a:gdLst/>
                  <a:ahLst/>
                  <a:cxnLst/>
                  <a:rect l="l" t="t" r="r" b="b"/>
                  <a:pathLst>
                    <a:path w="6645" h="11018" fill="none" extrusionOk="0">
                      <a:moveTo>
                        <a:pt x="1" y="0"/>
                      </a:moveTo>
                      <a:lnTo>
                        <a:pt x="1" y="7893"/>
                      </a:lnTo>
                      <a:cubicBezTo>
                        <a:pt x="1" y="9622"/>
                        <a:pt x="1396" y="11017"/>
                        <a:pt x="3125" y="11017"/>
                      </a:cubicBezTo>
                      <a:lnTo>
                        <a:pt x="6644" y="11017"/>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7" name="Google Shape;447;p11"/>
              <p:cNvGrpSpPr/>
              <p:nvPr/>
            </p:nvGrpSpPr>
            <p:grpSpPr>
              <a:xfrm rot="10800000" flipH="1">
                <a:off x="-13107" y="3968250"/>
                <a:ext cx="518600" cy="1291750"/>
                <a:chOff x="202975" y="1362675"/>
                <a:chExt cx="518600" cy="1291750"/>
              </a:xfrm>
            </p:grpSpPr>
            <p:sp>
              <p:nvSpPr>
                <p:cNvPr id="448" name="Google Shape;448;p11"/>
                <p:cNvSpPr/>
                <p:nvPr/>
              </p:nvSpPr>
              <p:spPr>
                <a:xfrm>
                  <a:off x="202975" y="1362675"/>
                  <a:ext cx="518600" cy="1291750"/>
                </a:xfrm>
                <a:custGeom>
                  <a:avLst/>
                  <a:gdLst/>
                  <a:ahLst/>
                  <a:cxnLst/>
                  <a:rect l="l" t="t" r="r" b="b"/>
                  <a:pathLst>
                    <a:path w="20744" h="51670" fill="none" extrusionOk="0">
                      <a:moveTo>
                        <a:pt x="1" y="1"/>
                      </a:moveTo>
                      <a:lnTo>
                        <a:pt x="13100" y="1"/>
                      </a:lnTo>
                      <a:cubicBezTo>
                        <a:pt x="14829" y="1"/>
                        <a:pt x="16224" y="1396"/>
                        <a:pt x="16224" y="3125"/>
                      </a:cubicBezTo>
                      <a:lnTo>
                        <a:pt x="16224" y="13933"/>
                      </a:lnTo>
                      <a:cubicBezTo>
                        <a:pt x="16224" y="15662"/>
                        <a:pt x="14829" y="17057"/>
                        <a:pt x="13100" y="17057"/>
                      </a:cubicBezTo>
                      <a:lnTo>
                        <a:pt x="7373" y="17057"/>
                      </a:lnTo>
                      <a:cubicBezTo>
                        <a:pt x="5645" y="17057"/>
                        <a:pt x="4249" y="18452"/>
                        <a:pt x="4249" y="20181"/>
                      </a:cubicBezTo>
                      <a:lnTo>
                        <a:pt x="4249" y="48546"/>
                      </a:lnTo>
                      <a:cubicBezTo>
                        <a:pt x="4249" y="50274"/>
                        <a:pt x="5645" y="51670"/>
                        <a:pt x="7373" y="51670"/>
                      </a:cubicBezTo>
                      <a:lnTo>
                        <a:pt x="20743" y="51670"/>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1"/>
                <p:cNvSpPr/>
                <p:nvPr/>
              </p:nvSpPr>
              <p:spPr>
                <a:xfrm>
                  <a:off x="272225" y="1984850"/>
                  <a:ext cx="74475" cy="75000"/>
                </a:xfrm>
                <a:custGeom>
                  <a:avLst/>
                  <a:gdLst/>
                  <a:ahLst/>
                  <a:cxnLst/>
                  <a:rect l="l" t="t" r="r" b="b"/>
                  <a:pathLst>
                    <a:path w="2979" h="3000" extrusionOk="0">
                      <a:moveTo>
                        <a:pt x="1500" y="1"/>
                      </a:moveTo>
                      <a:cubicBezTo>
                        <a:pt x="667" y="1"/>
                        <a:pt x="1" y="667"/>
                        <a:pt x="1" y="1500"/>
                      </a:cubicBezTo>
                      <a:cubicBezTo>
                        <a:pt x="1" y="2333"/>
                        <a:pt x="667" y="3000"/>
                        <a:pt x="1500" y="3000"/>
                      </a:cubicBezTo>
                      <a:cubicBezTo>
                        <a:pt x="2312" y="3000"/>
                        <a:pt x="2979" y="2333"/>
                        <a:pt x="2979" y="1500"/>
                      </a:cubicBezTo>
                      <a:cubicBezTo>
                        <a:pt x="2979" y="667"/>
                        <a:pt x="2312" y="1"/>
                        <a:pt x="15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1"/>
                <p:cNvSpPr/>
                <p:nvPr/>
              </p:nvSpPr>
              <p:spPr>
                <a:xfrm>
                  <a:off x="587225" y="1566250"/>
                  <a:ext cx="43225" cy="100000"/>
                </a:xfrm>
                <a:custGeom>
                  <a:avLst/>
                  <a:gdLst/>
                  <a:ahLst/>
                  <a:cxnLst/>
                  <a:rect l="l" t="t" r="r" b="b"/>
                  <a:pathLst>
                    <a:path w="1729" h="4000" extrusionOk="0">
                      <a:moveTo>
                        <a:pt x="375" y="1"/>
                      </a:moveTo>
                      <a:cubicBezTo>
                        <a:pt x="167" y="1"/>
                        <a:pt x="0" y="167"/>
                        <a:pt x="0" y="376"/>
                      </a:cubicBezTo>
                      <a:lnTo>
                        <a:pt x="0" y="3645"/>
                      </a:lnTo>
                      <a:cubicBezTo>
                        <a:pt x="0" y="3833"/>
                        <a:pt x="167" y="3999"/>
                        <a:pt x="375" y="3999"/>
                      </a:cubicBezTo>
                      <a:lnTo>
                        <a:pt x="1354" y="3999"/>
                      </a:lnTo>
                      <a:cubicBezTo>
                        <a:pt x="1562" y="3999"/>
                        <a:pt x="1729" y="3833"/>
                        <a:pt x="1729" y="3645"/>
                      </a:cubicBezTo>
                      <a:lnTo>
                        <a:pt x="1729" y="376"/>
                      </a:lnTo>
                      <a:cubicBezTo>
                        <a:pt x="1729" y="167"/>
                        <a:pt x="1562" y="1"/>
                        <a:pt x="13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11"/>
              <p:cNvGrpSpPr/>
              <p:nvPr/>
            </p:nvGrpSpPr>
            <p:grpSpPr>
              <a:xfrm rot="10800000" flipH="1">
                <a:off x="2551093" y="5051200"/>
                <a:ext cx="508175" cy="1310475"/>
                <a:chOff x="2767175" y="261000"/>
                <a:chExt cx="508175" cy="1310475"/>
              </a:xfrm>
            </p:grpSpPr>
            <p:sp>
              <p:nvSpPr>
                <p:cNvPr id="452" name="Google Shape;452;p11"/>
                <p:cNvSpPr/>
                <p:nvPr/>
              </p:nvSpPr>
              <p:spPr>
                <a:xfrm>
                  <a:off x="2767175" y="586400"/>
                  <a:ext cx="100500" cy="43225"/>
                </a:xfrm>
                <a:custGeom>
                  <a:avLst/>
                  <a:gdLst/>
                  <a:ahLst/>
                  <a:cxnLst/>
                  <a:rect l="l" t="t" r="r" b="b"/>
                  <a:pathLst>
                    <a:path w="4020" h="1729" extrusionOk="0">
                      <a:moveTo>
                        <a:pt x="375" y="0"/>
                      </a:moveTo>
                      <a:cubicBezTo>
                        <a:pt x="167" y="0"/>
                        <a:pt x="0" y="146"/>
                        <a:pt x="0" y="354"/>
                      </a:cubicBezTo>
                      <a:lnTo>
                        <a:pt x="0" y="1354"/>
                      </a:lnTo>
                      <a:cubicBezTo>
                        <a:pt x="0" y="1562"/>
                        <a:pt x="167" y="1729"/>
                        <a:pt x="375" y="1729"/>
                      </a:cubicBezTo>
                      <a:lnTo>
                        <a:pt x="3645" y="1729"/>
                      </a:lnTo>
                      <a:cubicBezTo>
                        <a:pt x="3853" y="1729"/>
                        <a:pt x="4020" y="1562"/>
                        <a:pt x="4020" y="1354"/>
                      </a:cubicBezTo>
                      <a:lnTo>
                        <a:pt x="4020" y="354"/>
                      </a:lnTo>
                      <a:cubicBezTo>
                        <a:pt x="4020" y="146"/>
                        <a:pt x="3853" y="0"/>
                        <a:pt x="3645" y="0"/>
                      </a:cubicBezTo>
                      <a:close/>
                    </a:path>
                  </a:pathLst>
                </a:custGeom>
                <a:solidFill>
                  <a:srgbClr val="D73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1"/>
                <p:cNvSpPr/>
                <p:nvPr/>
              </p:nvSpPr>
              <p:spPr>
                <a:xfrm>
                  <a:off x="2817675" y="261000"/>
                  <a:ext cx="437375" cy="1277175"/>
                </a:xfrm>
                <a:custGeom>
                  <a:avLst/>
                  <a:gdLst/>
                  <a:ahLst/>
                  <a:cxnLst/>
                  <a:rect l="l" t="t" r="r" b="b"/>
                  <a:pathLst>
                    <a:path w="17495" h="51087" fill="none" extrusionOk="0">
                      <a:moveTo>
                        <a:pt x="0" y="0"/>
                      </a:moveTo>
                      <a:lnTo>
                        <a:pt x="0" y="20160"/>
                      </a:lnTo>
                      <a:cubicBezTo>
                        <a:pt x="0" y="21888"/>
                        <a:pt x="1187" y="23304"/>
                        <a:pt x="2645" y="23304"/>
                      </a:cubicBezTo>
                      <a:cubicBezTo>
                        <a:pt x="4124" y="23304"/>
                        <a:pt x="5311" y="24700"/>
                        <a:pt x="5311" y="26428"/>
                      </a:cubicBezTo>
                      <a:lnTo>
                        <a:pt x="5311" y="47858"/>
                      </a:lnTo>
                      <a:cubicBezTo>
                        <a:pt x="5311" y="49587"/>
                        <a:pt x="6706" y="50982"/>
                        <a:pt x="8435" y="51003"/>
                      </a:cubicBezTo>
                      <a:lnTo>
                        <a:pt x="14370" y="51065"/>
                      </a:lnTo>
                      <a:cubicBezTo>
                        <a:pt x="16099" y="51086"/>
                        <a:pt x="17494" y="49691"/>
                        <a:pt x="17494" y="47962"/>
                      </a:cubicBezTo>
                      <a:lnTo>
                        <a:pt x="17494" y="43110"/>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1"/>
                <p:cNvSpPr/>
                <p:nvPr/>
              </p:nvSpPr>
              <p:spPr>
                <a:xfrm>
                  <a:off x="3234700" y="1313750"/>
                  <a:ext cx="40650" cy="41150"/>
                </a:xfrm>
                <a:custGeom>
                  <a:avLst/>
                  <a:gdLst/>
                  <a:ahLst/>
                  <a:cxnLst/>
                  <a:rect l="l" t="t" r="r" b="b"/>
                  <a:pathLst>
                    <a:path w="1626" h="1646" extrusionOk="0">
                      <a:moveTo>
                        <a:pt x="1625" y="812"/>
                      </a:moveTo>
                      <a:cubicBezTo>
                        <a:pt x="1625" y="1270"/>
                        <a:pt x="1271" y="1645"/>
                        <a:pt x="813" y="1645"/>
                      </a:cubicBezTo>
                      <a:cubicBezTo>
                        <a:pt x="355" y="1645"/>
                        <a:pt x="1" y="1270"/>
                        <a:pt x="1" y="812"/>
                      </a:cubicBezTo>
                      <a:cubicBezTo>
                        <a:pt x="1" y="375"/>
                        <a:pt x="355" y="0"/>
                        <a:pt x="813" y="0"/>
                      </a:cubicBezTo>
                      <a:cubicBezTo>
                        <a:pt x="1271" y="0"/>
                        <a:pt x="1625" y="375"/>
                        <a:pt x="1625" y="812"/>
                      </a:cubicBezTo>
                      <a:close/>
                    </a:path>
                  </a:pathLst>
                </a:custGeom>
                <a:solidFill>
                  <a:srgbClr val="EDEEF0"/>
                </a:solid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1"/>
                <p:cNvSpPr/>
                <p:nvPr/>
              </p:nvSpPr>
              <p:spPr>
                <a:xfrm>
                  <a:off x="3070175" y="1505350"/>
                  <a:ext cx="65625" cy="66125"/>
                </a:xfrm>
                <a:custGeom>
                  <a:avLst/>
                  <a:gdLst/>
                  <a:ahLst/>
                  <a:cxnLst/>
                  <a:rect l="l" t="t" r="r" b="b"/>
                  <a:pathLst>
                    <a:path w="2625" h="2645" extrusionOk="0">
                      <a:moveTo>
                        <a:pt x="1313" y="0"/>
                      </a:moveTo>
                      <a:cubicBezTo>
                        <a:pt x="584" y="0"/>
                        <a:pt x="1" y="604"/>
                        <a:pt x="1" y="1312"/>
                      </a:cubicBezTo>
                      <a:cubicBezTo>
                        <a:pt x="1" y="2041"/>
                        <a:pt x="584" y="2645"/>
                        <a:pt x="1313" y="2645"/>
                      </a:cubicBezTo>
                      <a:cubicBezTo>
                        <a:pt x="2042" y="2645"/>
                        <a:pt x="2625" y="2041"/>
                        <a:pt x="2625" y="1312"/>
                      </a:cubicBezTo>
                      <a:cubicBezTo>
                        <a:pt x="2625" y="604"/>
                        <a:pt x="2042" y="0"/>
                        <a:pt x="13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1"/>
                <p:cNvSpPr/>
                <p:nvPr/>
              </p:nvSpPr>
              <p:spPr>
                <a:xfrm>
                  <a:off x="2792675" y="721775"/>
                  <a:ext cx="49500" cy="49475"/>
                </a:xfrm>
                <a:custGeom>
                  <a:avLst/>
                  <a:gdLst/>
                  <a:ahLst/>
                  <a:cxnLst/>
                  <a:rect l="l" t="t" r="r" b="b"/>
                  <a:pathLst>
                    <a:path w="1980" h="1979" extrusionOk="0">
                      <a:moveTo>
                        <a:pt x="1000" y="0"/>
                      </a:moveTo>
                      <a:cubicBezTo>
                        <a:pt x="438" y="0"/>
                        <a:pt x="1" y="437"/>
                        <a:pt x="1" y="979"/>
                      </a:cubicBezTo>
                      <a:cubicBezTo>
                        <a:pt x="1" y="1520"/>
                        <a:pt x="438" y="1979"/>
                        <a:pt x="1000" y="1979"/>
                      </a:cubicBezTo>
                      <a:cubicBezTo>
                        <a:pt x="1542" y="1979"/>
                        <a:pt x="1979" y="1520"/>
                        <a:pt x="1979" y="979"/>
                      </a:cubicBezTo>
                      <a:cubicBezTo>
                        <a:pt x="1979" y="437"/>
                        <a:pt x="1542" y="0"/>
                        <a:pt x="10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457" name="Google Shape;457;p11"/>
          <p:cNvSpPr txBox="1">
            <a:spLocks noGrp="1"/>
          </p:cNvSpPr>
          <p:nvPr>
            <p:ph type="title" hasCustomPrompt="1"/>
          </p:nvPr>
        </p:nvSpPr>
        <p:spPr>
          <a:xfrm>
            <a:off x="2171325" y="1649338"/>
            <a:ext cx="4801500" cy="10107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55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58" name="Google Shape;458;p11"/>
          <p:cNvSpPr txBox="1">
            <a:spLocks noGrp="1"/>
          </p:cNvSpPr>
          <p:nvPr>
            <p:ph type="subTitle" idx="1"/>
          </p:nvPr>
        </p:nvSpPr>
        <p:spPr>
          <a:xfrm>
            <a:off x="2171325" y="2812563"/>
            <a:ext cx="4801500" cy="68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5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460"/>
        <p:cNvGrpSpPr/>
        <p:nvPr/>
      </p:nvGrpSpPr>
      <p:grpSpPr>
        <a:xfrm>
          <a:off x="0" y="0"/>
          <a:ext cx="0" cy="0"/>
          <a:chOff x="0" y="0"/>
          <a:chExt cx="0" cy="0"/>
        </a:xfrm>
      </p:grpSpPr>
      <p:grpSp>
        <p:nvGrpSpPr>
          <p:cNvPr id="461" name="Google Shape;461;p13"/>
          <p:cNvGrpSpPr/>
          <p:nvPr/>
        </p:nvGrpSpPr>
        <p:grpSpPr>
          <a:xfrm>
            <a:off x="215575" y="-867126"/>
            <a:ext cx="8928425" cy="6313351"/>
            <a:chOff x="215575" y="-867126"/>
            <a:chExt cx="8928425" cy="6313351"/>
          </a:xfrm>
        </p:grpSpPr>
        <p:grpSp>
          <p:nvGrpSpPr>
            <p:cNvPr id="462" name="Google Shape;462;p13"/>
            <p:cNvGrpSpPr/>
            <p:nvPr/>
          </p:nvGrpSpPr>
          <p:grpSpPr>
            <a:xfrm>
              <a:off x="215575" y="4330421"/>
              <a:ext cx="1300100" cy="1115804"/>
              <a:chOff x="215575" y="4330421"/>
              <a:chExt cx="1300100" cy="1115804"/>
            </a:xfrm>
          </p:grpSpPr>
          <p:grpSp>
            <p:nvGrpSpPr>
              <p:cNvPr id="463" name="Google Shape;463;p13"/>
              <p:cNvGrpSpPr/>
              <p:nvPr/>
            </p:nvGrpSpPr>
            <p:grpSpPr>
              <a:xfrm>
                <a:off x="703950" y="4330421"/>
                <a:ext cx="615425" cy="887204"/>
                <a:chOff x="627750" y="4254221"/>
                <a:chExt cx="615425" cy="887204"/>
              </a:xfrm>
            </p:grpSpPr>
            <p:grpSp>
              <p:nvGrpSpPr>
                <p:cNvPr id="464" name="Google Shape;464;p13"/>
                <p:cNvGrpSpPr/>
                <p:nvPr/>
              </p:nvGrpSpPr>
              <p:grpSpPr>
                <a:xfrm>
                  <a:off x="627750" y="4302650"/>
                  <a:ext cx="615425" cy="838775"/>
                  <a:chOff x="5029400" y="3925325"/>
                  <a:chExt cx="615425" cy="838775"/>
                </a:xfrm>
              </p:grpSpPr>
              <p:sp>
                <p:nvSpPr>
                  <p:cNvPr id="465" name="Google Shape;465;p13"/>
                  <p:cNvSpPr/>
                  <p:nvPr/>
                </p:nvSpPr>
                <p:spPr>
                  <a:xfrm>
                    <a:off x="5048150" y="4412125"/>
                    <a:ext cx="567000" cy="141125"/>
                  </a:xfrm>
                  <a:custGeom>
                    <a:avLst/>
                    <a:gdLst/>
                    <a:ahLst/>
                    <a:cxnLst/>
                    <a:rect l="l" t="t" r="r" b="b"/>
                    <a:pathLst>
                      <a:path w="22680" h="5645" fill="none" extrusionOk="0">
                        <a:moveTo>
                          <a:pt x="22680" y="5644"/>
                        </a:moveTo>
                        <a:lnTo>
                          <a:pt x="3124" y="5644"/>
                        </a:lnTo>
                        <a:cubicBezTo>
                          <a:pt x="1396" y="5644"/>
                          <a:pt x="0" y="4374"/>
                          <a:pt x="0" y="2812"/>
                        </a:cubicBezTo>
                        <a:lnTo>
                          <a:pt x="0" y="0"/>
                        </a:lnTo>
                      </a:path>
                    </a:pathLst>
                  </a:custGeom>
                  <a:noFill/>
                  <a:ln w="130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3"/>
                  <p:cNvSpPr/>
                  <p:nvPr/>
                </p:nvSpPr>
                <p:spPr>
                  <a:xfrm>
                    <a:off x="5496425" y="3925325"/>
                    <a:ext cx="124450" cy="838775"/>
                  </a:xfrm>
                  <a:custGeom>
                    <a:avLst/>
                    <a:gdLst/>
                    <a:ahLst/>
                    <a:cxnLst/>
                    <a:rect l="l" t="t" r="r" b="b"/>
                    <a:pathLst>
                      <a:path w="4978" h="33551" fill="none" extrusionOk="0">
                        <a:moveTo>
                          <a:pt x="4978" y="33551"/>
                        </a:moveTo>
                        <a:lnTo>
                          <a:pt x="4978" y="21659"/>
                        </a:lnTo>
                        <a:cubicBezTo>
                          <a:pt x="4978" y="19931"/>
                          <a:pt x="3853" y="18535"/>
                          <a:pt x="2479" y="18535"/>
                        </a:cubicBezTo>
                        <a:cubicBezTo>
                          <a:pt x="1104" y="18535"/>
                          <a:pt x="0" y="17119"/>
                          <a:pt x="0" y="15411"/>
                        </a:cubicBezTo>
                        <a:lnTo>
                          <a:pt x="0" y="0"/>
                        </a:lnTo>
                      </a:path>
                    </a:pathLst>
                  </a:custGeom>
                  <a:noFill/>
                  <a:ln w="130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3"/>
                  <p:cNvSpPr/>
                  <p:nvPr/>
                </p:nvSpPr>
                <p:spPr>
                  <a:xfrm>
                    <a:off x="5596375" y="4527175"/>
                    <a:ext cx="48450" cy="48450"/>
                  </a:xfrm>
                  <a:custGeom>
                    <a:avLst/>
                    <a:gdLst/>
                    <a:ahLst/>
                    <a:cxnLst/>
                    <a:rect l="l" t="t" r="r" b="b"/>
                    <a:pathLst>
                      <a:path w="1938" h="1938" extrusionOk="0">
                        <a:moveTo>
                          <a:pt x="980" y="1"/>
                        </a:moveTo>
                        <a:cubicBezTo>
                          <a:pt x="438" y="1"/>
                          <a:pt x="1" y="438"/>
                          <a:pt x="1" y="980"/>
                        </a:cubicBezTo>
                        <a:cubicBezTo>
                          <a:pt x="1" y="1500"/>
                          <a:pt x="438" y="1938"/>
                          <a:pt x="980" y="1938"/>
                        </a:cubicBezTo>
                        <a:cubicBezTo>
                          <a:pt x="1500" y="1938"/>
                          <a:pt x="1938" y="1500"/>
                          <a:pt x="1938" y="980"/>
                        </a:cubicBezTo>
                        <a:cubicBezTo>
                          <a:pt x="1938" y="438"/>
                          <a:pt x="1500" y="1"/>
                          <a:pt x="980"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3"/>
                  <p:cNvSpPr/>
                  <p:nvPr/>
                </p:nvSpPr>
                <p:spPr>
                  <a:xfrm>
                    <a:off x="5029400" y="4363421"/>
                    <a:ext cx="48450" cy="48425"/>
                  </a:xfrm>
                  <a:custGeom>
                    <a:avLst/>
                    <a:gdLst/>
                    <a:ahLst/>
                    <a:cxnLst/>
                    <a:rect l="l" t="t" r="r" b="b"/>
                    <a:pathLst>
                      <a:path w="1938" h="1937" fill="none" extrusionOk="0">
                        <a:moveTo>
                          <a:pt x="1937" y="979"/>
                        </a:moveTo>
                        <a:cubicBezTo>
                          <a:pt x="1937" y="1500"/>
                          <a:pt x="1500" y="1937"/>
                          <a:pt x="979" y="1937"/>
                        </a:cubicBezTo>
                        <a:cubicBezTo>
                          <a:pt x="438" y="1937"/>
                          <a:pt x="1" y="1500"/>
                          <a:pt x="1" y="979"/>
                        </a:cubicBezTo>
                        <a:cubicBezTo>
                          <a:pt x="1" y="437"/>
                          <a:pt x="438" y="0"/>
                          <a:pt x="979" y="0"/>
                        </a:cubicBezTo>
                        <a:cubicBezTo>
                          <a:pt x="1500" y="0"/>
                          <a:pt x="1937" y="437"/>
                          <a:pt x="1937" y="979"/>
                        </a:cubicBezTo>
                        <a:close/>
                      </a:path>
                    </a:pathLst>
                  </a:custGeom>
                  <a:noFill/>
                  <a:ln w="1302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9" name="Google Shape;469;p13"/>
                <p:cNvSpPr/>
                <p:nvPr/>
              </p:nvSpPr>
              <p:spPr>
                <a:xfrm>
                  <a:off x="1070000" y="4254221"/>
                  <a:ext cx="48450" cy="48425"/>
                </a:xfrm>
                <a:custGeom>
                  <a:avLst/>
                  <a:gdLst/>
                  <a:ahLst/>
                  <a:cxnLst/>
                  <a:rect l="l" t="t" r="r" b="b"/>
                  <a:pathLst>
                    <a:path w="1938" h="1937" fill="none" extrusionOk="0">
                      <a:moveTo>
                        <a:pt x="1937" y="979"/>
                      </a:moveTo>
                      <a:cubicBezTo>
                        <a:pt x="1937" y="1500"/>
                        <a:pt x="1500" y="1937"/>
                        <a:pt x="979" y="1937"/>
                      </a:cubicBezTo>
                      <a:cubicBezTo>
                        <a:pt x="438" y="1937"/>
                        <a:pt x="1" y="1500"/>
                        <a:pt x="1" y="979"/>
                      </a:cubicBezTo>
                      <a:cubicBezTo>
                        <a:pt x="1" y="437"/>
                        <a:pt x="438" y="0"/>
                        <a:pt x="979" y="0"/>
                      </a:cubicBezTo>
                      <a:cubicBezTo>
                        <a:pt x="1500" y="0"/>
                        <a:pt x="1937" y="437"/>
                        <a:pt x="1937" y="979"/>
                      </a:cubicBezTo>
                      <a:close/>
                    </a:path>
                  </a:pathLst>
                </a:custGeom>
                <a:noFill/>
                <a:ln w="1302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 name="Google Shape;470;p13"/>
              <p:cNvGrpSpPr/>
              <p:nvPr/>
            </p:nvGrpSpPr>
            <p:grpSpPr>
              <a:xfrm>
                <a:off x="215575" y="4556425"/>
                <a:ext cx="1300100" cy="889800"/>
                <a:chOff x="4541025" y="3874300"/>
                <a:chExt cx="1300100" cy="889800"/>
              </a:xfrm>
            </p:grpSpPr>
            <p:sp>
              <p:nvSpPr>
                <p:cNvPr id="471" name="Google Shape;471;p13"/>
                <p:cNvSpPr/>
                <p:nvPr/>
              </p:nvSpPr>
              <p:spPr>
                <a:xfrm>
                  <a:off x="4592575" y="4337675"/>
                  <a:ext cx="25" cy="426425"/>
                </a:xfrm>
                <a:custGeom>
                  <a:avLst/>
                  <a:gdLst/>
                  <a:ahLst/>
                  <a:cxnLst/>
                  <a:rect l="l" t="t" r="r" b="b"/>
                  <a:pathLst>
                    <a:path w="1" h="17057" fill="none" extrusionOk="0">
                      <a:moveTo>
                        <a:pt x="1" y="0"/>
                      </a:moveTo>
                      <a:lnTo>
                        <a:pt x="1" y="17057"/>
                      </a:lnTo>
                    </a:path>
                  </a:pathLst>
                </a:custGeom>
                <a:noFill/>
                <a:ln w="145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13"/>
                <p:cNvSpPr/>
                <p:nvPr/>
              </p:nvSpPr>
              <p:spPr>
                <a:xfrm>
                  <a:off x="4586850" y="3898250"/>
                  <a:ext cx="1230825" cy="349375"/>
                </a:xfrm>
                <a:custGeom>
                  <a:avLst/>
                  <a:gdLst/>
                  <a:ahLst/>
                  <a:cxnLst/>
                  <a:rect l="l" t="t" r="r" b="b"/>
                  <a:pathLst>
                    <a:path w="49233" h="13975" fill="none" extrusionOk="0">
                      <a:moveTo>
                        <a:pt x="49233" y="0"/>
                      </a:moveTo>
                      <a:lnTo>
                        <a:pt x="18973" y="0"/>
                      </a:lnTo>
                      <a:cubicBezTo>
                        <a:pt x="17244" y="0"/>
                        <a:pt x="15849" y="1396"/>
                        <a:pt x="15849" y="3124"/>
                      </a:cubicBezTo>
                      <a:lnTo>
                        <a:pt x="15849" y="4165"/>
                      </a:lnTo>
                      <a:cubicBezTo>
                        <a:pt x="15849" y="5894"/>
                        <a:pt x="14454" y="7289"/>
                        <a:pt x="12725" y="7289"/>
                      </a:cubicBezTo>
                      <a:lnTo>
                        <a:pt x="3124" y="7289"/>
                      </a:lnTo>
                      <a:cubicBezTo>
                        <a:pt x="1396" y="7289"/>
                        <a:pt x="1" y="8685"/>
                        <a:pt x="1" y="10413"/>
                      </a:cubicBezTo>
                      <a:lnTo>
                        <a:pt x="1" y="13974"/>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3"/>
                <p:cNvSpPr/>
                <p:nvPr/>
              </p:nvSpPr>
              <p:spPr>
                <a:xfrm>
                  <a:off x="5442800" y="3875825"/>
                  <a:ext cx="106750" cy="45875"/>
                </a:xfrm>
                <a:custGeom>
                  <a:avLst/>
                  <a:gdLst/>
                  <a:ahLst/>
                  <a:cxnLst/>
                  <a:rect l="l" t="t" r="r" b="b"/>
                  <a:pathLst>
                    <a:path w="4270" h="1835" extrusionOk="0">
                      <a:moveTo>
                        <a:pt x="361" y="0"/>
                      </a:moveTo>
                      <a:cubicBezTo>
                        <a:pt x="150" y="0"/>
                        <a:pt x="0" y="180"/>
                        <a:pt x="0" y="397"/>
                      </a:cubicBezTo>
                      <a:lnTo>
                        <a:pt x="0" y="1439"/>
                      </a:lnTo>
                      <a:cubicBezTo>
                        <a:pt x="0" y="1668"/>
                        <a:pt x="188" y="1834"/>
                        <a:pt x="396" y="1834"/>
                      </a:cubicBezTo>
                      <a:lnTo>
                        <a:pt x="3874" y="1834"/>
                      </a:lnTo>
                      <a:cubicBezTo>
                        <a:pt x="4103" y="1834"/>
                        <a:pt x="4270" y="1647"/>
                        <a:pt x="4270" y="1439"/>
                      </a:cubicBezTo>
                      <a:lnTo>
                        <a:pt x="4270" y="397"/>
                      </a:lnTo>
                      <a:cubicBezTo>
                        <a:pt x="4270" y="168"/>
                        <a:pt x="4082" y="2"/>
                        <a:pt x="3874" y="2"/>
                      </a:cubicBezTo>
                      <a:lnTo>
                        <a:pt x="396" y="2"/>
                      </a:lnTo>
                      <a:cubicBezTo>
                        <a:pt x="384" y="1"/>
                        <a:pt x="373" y="0"/>
                        <a:pt x="361"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3"/>
                <p:cNvSpPr/>
                <p:nvPr/>
              </p:nvSpPr>
              <p:spPr>
                <a:xfrm>
                  <a:off x="5792675" y="3874300"/>
                  <a:ext cx="48450" cy="48450"/>
                </a:xfrm>
                <a:custGeom>
                  <a:avLst/>
                  <a:gdLst/>
                  <a:ahLst/>
                  <a:cxnLst/>
                  <a:rect l="l" t="t" r="r" b="b"/>
                  <a:pathLst>
                    <a:path w="1938" h="1938" extrusionOk="0">
                      <a:moveTo>
                        <a:pt x="958" y="0"/>
                      </a:moveTo>
                      <a:cubicBezTo>
                        <a:pt x="438" y="0"/>
                        <a:pt x="0" y="438"/>
                        <a:pt x="0" y="979"/>
                      </a:cubicBezTo>
                      <a:cubicBezTo>
                        <a:pt x="0" y="1500"/>
                        <a:pt x="438" y="1937"/>
                        <a:pt x="958" y="1937"/>
                      </a:cubicBezTo>
                      <a:cubicBezTo>
                        <a:pt x="1500" y="1937"/>
                        <a:pt x="1937" y="1500"/>
                        <a:pt x="1937" y="979"/>
                      </a:cubicBezTo>
                      <a:cubicBezTo>
                        <a:pt x="1937" y="438"/>
                        <a:pt x="1500" y="0"/>
                        <a:pt x="958"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3"/>
                <p:cNvSpPr/>
                <p:nvPr/>
              </p:nvSpPr>
              <p:spPr>
                <a:xfrm>
                  <a:off x="4541025" y="4247600"/>
                  <a:ext cx="91675" cy="91650"/>
                </a:xfrm>
                <a:custGeom>
                  <a:avLst/>
                  <a:gdLst/>
                  <a:ahLst/>
                  <a:cxnLst/>
                  <a:rect l="l" t="t" r="r" b="b"/>
                  <a:pathLst>
                    <a:path w="3667" h="3666" fill="none" extrusionOk="0">
                      <a:moveTo>
                        <a:pt x="3666" y="1833"/>
                      </a:moveTo>
                      <a:cubicBezTo>
                        <a:pt x="3666" y="2854"/>
                        <a:pt x="2833" y="3666"/>
                        <a:pt x="1834" y="3666"/>
                      </a:cubicBezTo>
                      <a:cubicBezTo>
                        <a:pt x="813" y="3666"/>
                        <a:pt x="1" y="2854"/>
                        <a:pt x="1" y="1833"/>
                      </a:cubicBezTo>
                      <a:cubicBezTo>
                        <a:pt x="1" y="813"/>
                        <a:pt x="813" y="0"/>
                        <a:pt x="1834" y="0"/>
                      </a:cubicBezTo>
                      <a:cubicBezTo>
                        <a:pt x="2833" y="0"/>
                        <a:pt x="3666" y="813"/>
                        <a:pt x="3666" y="1833"/>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76" name="Google Shape;476;p13"/>
            <p:cNvGrpSpPr/>
            <p:nvPr/>
          </p:nvGrpSpPr>
          <p:grpSpPr>
            <a:xfrm flipH="1">
              <a:off x="7422700" y="46624"/>
              <a:ext cx="1721300" cy="369675"/>
              <a:chOff x="202975" y="1277300"/>
              <a:chExt cx="1721300" cy="369675"/>
            </a:xfrm>
          </p:grpSpPr>
          <p:sp>
            <p:nvSpPr>
              <p:cNvPr id="477" name="Google Shape;477;p13"/>
              <p:cNvSpPr/>
              <p:nvPr/>
            </p:nvSpPr>
            <p:spPr>
              <a:xfrm>
                <a:off x="1767000" y="1293950"/>
                <a:ext cx="144775" cy="163000"/>
              </a:xfrm>
              <a:custGeom>
                <a:avLst/>
                <a:gdLst/>
                <a:ahLst/>
                <a:cxnLst/>
                <a:rect l="l" t="t" r="r" b="b"/>
                <a:pathLst>
                  <a:path w="5791" h="6520" fill="none" extrusionOk="0">
                    <a:moveTo>
                      <a:pt x="1" y="6519"/>
                    </a:moveTo>
                    <a:lnTo>
                      <a:pt x="2895" y="6519"/>
                    </a:lnTo>
                    <a:cubicBezTo>
                      <a:pt x="4478" y="6519"/>
                      <a:pt x="5790" y="5124"/>
                      <a:pt x="5790" y="3395"/>
                    </a:cubicBezTo>
                    <a:lnTo>
                      <a:pt x="5790"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3"/>
              <p:cNvSpPr/>
              <p:nvPr/>
            </p:nvSpPr>
            <p:spPr>
              <a:xfrm>
                <a:off x="202975" y="1458475"/>
                <a:ext cx="1504175" cy="157775"/>
              </a:xfrm>
              <a:custGeom>
                <a:avLst/>
                <a:gdLst/>
                <a:ahLst/>
                <a:cxnLst/>
                <a:rect l="l" t="t" r="r" b="b"/>
                <a:pathLst>
                  <a:path w="60167" h="6311" fill="none" extrusionOk="0">
                    <a:moveTo>
                      <a:pt x="1" y="6311"/>
                    </a:moveTo>
                    <a:lnTo>
                      <a:pt x="24284" y="6311"/>
                    </a:lnTo>
                    <a:cubicBezTo>
                      <a:pt x="26012" y="6311"/>
                      <a:pt x="27408" y="4916"/>
                      <a:pt x="27408" y="3187"/>
                    </a:cubicBezTo>
                    <a:cubicBezTo>
                      <a:pt x="27408" y="1459"/>
                      <a:pt x="28803" y="63"/>
                      <a:pt x="30531" y="63"/>
                    </a:cubicBezTo>
                    <a:lnTo>
                      <a:pt x="60167"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3"/>
              <p:cNvSpPr/>
              <p:nvPr/>
            </p:nvSpPr>
            <p:spPr>
              <a:xfrm>
                <a:off x="326375" y="1572500"/>
                <a:ext cx="74475" cy="74475"/>
              </a:xfrm>
              <a:custGeom>
                <a:avLst/>
                <a:gdLst/>
                <a:ahLst/>
                <a:cxnLst/>
                <a:rect l="l" t="t" r="r" b="b"/>
                <a:pathLst>
                  <a:path w="2979" h="2979" extrusionOk="0">
                    <a:moveTo>
                      <a:pt x="1500" y="1"/>
                    </a:moveTo>
                    <a:cubicBezTo>
                      <a:pt x="667" y="1"/>
                      <a:pt x="0" y="667"/>
                      <a:pt x="0" y="1500"/>
                    </a:cubicBezTo>
                    <a:cubicBezTo>
                      <a:pt x="0" y="2312"/>
                      <a:pt x="667" y="2979"/>
                      <a:pt x="1500" y="2979"/>
                    </a:cubicBezTo>
                    <a:cubicBezTo>
                      <a:pt x="2312" y="2979"/>
                      <a:pt x="2979" y="2312"/>
                      <a:pt x="2979" y="1500"/>
                    </a:cubicBezTo>
                    <a:cubicBezTo>
                      <a:pt x="2979" y="667"/>
                      <a:pt x="2312" y="1"/>
                      <a:pt x="15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3"/>
              <p:cNvSpPr/>
              <p:nvPr/>
            </p:nvSpPr>
            <p:spPr>
              <a:xfrm>
                <a:off x="1887800" y="1277300"/>
                <a:ext cx="36475" cy="36475"/>
              </a:xfrm>
              <a:custGeom>
                <a:avLst/>
                <a:gdLst/>
                <a:ahLst/>
                <a:cxnLst/>
                <a:rect l="l" t="t" r="r" b="b"/>
                <a:pathLst>
                  <a:path w="1459" h="1459" extrusionOk="0">
                    <a:moveTo>
                      <a:pt x="729" y="0"/>
                    </a:moveTo>
                    <a:cubicBezTo>
                      <a:pt x="334" y="0"/>
                      <a:pt x="0" y="334"/>
                      <a:pt x="0" y="729"/>
                    </a:cubicBezTo>
                    <a:cubicBezTo>
                      <a:pt x="0" y="1125"/>
                      <a:pt x="334" y="1458"/>
                      <a:pt x="729" y="1458"/>
                    </a:cubicBezTo>
                    <a:cubicBezTo>
                      <a:pt x="1125" y="1458"/>
                      <a:pt x="1458" y="1125"/>
                      <a:pt x="1458" y="729"/>
                    </a:cubicBezTo>
                    <a:cubicBezTo>
                      <a:pt x="1458" y="334"/>
                      <a:pt x="1125" y="0"/>
                      <a:pt x="7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1" name="Google Shape;481;p13"/>
            <p:cNvGrpSpPr/>
            <p:nvPr/>
          </p:nvGrpSpPr>
          <p:grpSpPr>
            <a:xfrm flipH="1">
              <a:off x="8251125" y="-191704"/>
              <a:ext cx="647725" cy="2014925"/>
              <a:chOff x="905325" y="1001350"/>
              <a:chExt cx="647725" cy="2014925"/>
            </a:xfrm>
          </p:grpSpPr>
          <p:sp>
            <p:nvSpPr>
              <p:cNvPr id="482" name="Google Shape;482;p13"/>
              <p:cNvSpPr/>
              <p:nvPr/>
            </p:nvSpPr>
            <p:spPr>
              <a:xfrm>
                <a:off x="1353600" y="2453950"/>
                <a:ext cx="25" cy="511825"/>
              </a:xfrm>
              <a:custGeom>
                <a:avLst/>
                <a:gdLst/>
                <a:ahLst/>
                <a:cxnLst/>
                <a:rect l="l" t="t" r="r" b="b"/>
                <a:pathLst>
                  <a:path w="1" h="20473" fill="none" extrusionOk="0">
                    <a:moveTo>
                      <a:pt x="1" y="1"/>
                    </a:moveTo>
                    <a:lnTo>
                      <a:pt x="1" y="20473"/>
                    </a:lnTo>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3"/>
              <p:cNvSpPr/>
              <p:nvPr/>
            </p:nvSpPr>
            <p:spPr>
              <a:xfrm>
                <a:off x="1353600" y="2187375"/>
                <a:ext cx="25" cy="173400"/>
              </a:xfrm>
              <a:custGeom>
                <a:avLst/>
                <a:gdLst/>
                <a:ahLst/>
                <a:cxnLst/>
                <a:rect l="l" t="t" r="r" b="b"/>
                <a:pathLst>
                  <a:path w="1" h="6936" fill="none" extrusionOk="0">
                    <a:moveTo>
                      <a:pt x="1" y="1"/>
                    </a:moveTo>
                    <a:lnTo>
                      <a:pt x="1" y="6936"/>
                    </a:lnTo>
                  </a:path>
                </a:pathLst>
              </a:custGeom>
              <a:noFill/>
              <a:ln w="12500"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3"/>
              <p:cNvSpPr/>
              <p:nvPr/>
            </p:nvSpPr>
            <p:spPr>
              <a:xfrm>
                <a:off x="955325" y="1026350"/>
                <a:ext cx="398300" cy="1051200"/>
              </a:xfrm>
              <a:custGeom>
                <a:avLst/>
                <a:gdLst/>
                <a:ahLst/>
                <a:cxnLst/>
                <a:rect l="l" t="t" r="r" b="b"/>
                <a:pathLst>
                  <a:path w="15932" h="42048" fill="none" extrusionOk="0">
                    <a:moveTo>
                      <a:pt x="15932" y="42048"/>
                    </a:moveTo>
                    <a:lnTo>
                      <a:pt x="15932" y="3124"/>
                    </a:lnTo>
                    <a:cubicBezTo>
                      <a:pt x="15932" y="1416"/>
                      <a:pt x="14537" y="0"/>
                      <a:pt x="12808" y="0"/>
                    </a:cubicBezTo>
                    <a:lnTo>
                      <a:pt x="0" y="0"/>
                    </a:lnTo>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3"/>
              <p:cNvSpPr/>
              <p:nvPr/>
            </p:nvSpPr>
            <p:spPr>
              <a:xfrm>
                <a:off x="1328625" y="2965750"/>
                <a:ext cx="50525" cy="50525"/>
              </a:xfrm>
              <a:custGeom>
                <a:avLst/>
                <a:gdLst/>
                <a:ahLst/>
                <a:cxnLst/>
                <a:rect l="l" t="t" r="r" b="b"/>
                <a:pathLst>
                  <a:path w="2021" h="2021" extrusionOk="0">
                    <a:moveTo>
                      <a:pt x="1000" y="1"/>
                    </a:moveTo>
                    <a:cubicBezTo>
                      <a:pt x="458" y="1"/>
                      <a:pt x="0" y="459"/>
                      <a:pt x="0" y="1021"/>
                    </a:cubicBezTo>
                    <a:cubicBezTo>
                      <a:pt x="0" y="1583"/>
                      <a:pt x="458" y="2021"/>
                      <a:pt x="1000" y="2021"/>
                    </a:cubicBezTo>
                    <a:cubicBezTo>
                      <a:pt x="1562" y="2021"/>
                      <a:pt x="2020" y="1583"/>
                      <a:pt x="2020" y="1021"/>
                    </a:cubicBezTo>
                    <a:cubicBezTo>
                      <a:pt x="2020" y="459"/>
                      <a:pt x="1562" y="1"/>
                      <a:pt x="10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3"/>
              <p:cNvSpPr/>
              <p:nvPr/>
            </p:nvSpPr>
            <p:spPr>
              <a:xfrm>
                <a:off x="905325" y="1001350"/>
                <a:ext cx="50025" cy="50525"/>
              </a:xfrm>
              <a:custGeom>
                <a:avLst/>
                <a:gdLst/>
                <a:ahLst/>
                <a:cxnLst/>
                <a:rect l="l" t="t" r="r" b="b"/>
                <a:pathLst>
                  <a:path w="2001" h="2021" extrusionOk="0">
                    <a:moveTo>
                      <a:pt x="1000" y="1"/>
                    </a:moveTo>
                    <a:cubicBezTo>
                      <a:pt x="438" y="1"/>
                      <a:pt x="1" y="459"/>
                      <a:pt x="1" y="1000"/>
                    </a:cubicBezTo>
                    <a:cubicBezTo>
                      <a:pt x="1" y="1563"/>
                      <a:pt x="438" y="2021"/>
                      <a:pt x="1000" y="2021"/>
                    </a:cubicBezTo>
                    <a:cubicBezTo>
                      <a:pt x="1563" y="2021"/>
                      <a:pt x="2000" y="1563"/>
                      <a:pt x="2000" y="1000"/>
                    </a:cubicBezTo>
                    <a:cubicBezTo>
                      <a:pt x="2000" y="459"/>
                      <a:pt x="1563" y="1"/>
                      <a:pt x="10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13"/>
              <p:cNvSpPr/>
              <p:nvPr/>
            </p:nvSpPr>
            <p:spPr>
              <a:xfrm>
                <a:off x="1320800" y="1427750"/>
                <a:ext cx="65625" cy="65650"/>
              </a:xfrm>
              <a:custGeom>
                <a:avLst/>
                <a:gdLst/>
                <a:ahLst/>
                <a:cxnLst/>
                <a:rect l="l" t="t" r="r" b="b"/>
                <a:pathLst>
                  <a:path w="2625" h="2626" extrusionOk="0">
                    <a:moveTo>
                      <a:pt x="1313" y="1"/>
                    </a:moveTo>
                    <a:cubicBezTo>
                      <a:pt x="605" y="1"/>
                      <a:pt x="1" y="584"/>
                      <a:pt x="1" y="1313"/>
                    </a:cubicBezTo>
                    <a:cubicBezTo>
                      <a:pt x="1" y="2042"/>
                      <a:pt x="605" y="2625"/>
                      <a:pt x="1313" y="2625"/>
                    </a:cubicBezTo>
                    <a:cubicBezTo>
                      <a:pt x="2042" y="2625"/>
                      <a:pt x="2625" y="2042"/>
                      <a:pt x="2625" y="1313"/>
                    </a:cubicBezTo>
                    <a:cubicBezTo>
                      <a:pt x="2625" y="584"/>
                      <a:pt x="2042" y="1"/>
                      <a:pt x="13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3"/>
              <p:cNvSpPr/>
              <p:nvPr/>
            </p:nvSpPr>
            <p:spPr>
              <a:xfrm>
                <a:off x="1298950" y="2077525"/>
                <a:ext cx="109875" cy="109875"/>
              </a:xfrm>
              <a:custGeom>
                <a:avLst/>
                <a:gdLst/>
                <a:ahLst/>
                <a:cxnLst/>
                <a:rect l="l" t="t" r="r" b="b"/>
                <a:pathLst>
                  <a:path w="4395" h="4395" fill="none" extrusionOk="0">
                    <a:moveTo>
                      <a:pt x="4394" y="2208"/>
                    </a:moveTo>
                    <a:cubicBezTo>
                      <a:pt x="4394" y="3416"/>
                      <a:pt x="3416" y="4395"/>
                      <a:pt x="2187" y="4395"/>
                    </a:cubicBezTo>
                    <a:cubicBezTo>
                      <a:pt x="979" y="4395"/>
                      <a:pt x="0" y="3416"/>
                      <a:pt x="0" y="2208"/>
                    </a:cubicBezTo>
                    <a:cubicBezTo>
                      <a:pt x="0" y="979"/>
                      <a:pt x="979" y="1"/>
                      <a:pt x="2187" y="1"/>
                    </a:cubicBezTo>
                    <a:cubicBezTo>
                      <a:pt x="3416" y="1"/>
                      <a:pt x="4394" y="979"/>
                      <a:pt x="4394" y="2208"/>
                    </a:cubicBezTo>
                    <a:close/>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3"/>
              <p:cNvSpPr/>
              <p:nvPr/>
            </p:nvSpPr>
            <p:spPr>
              <a:xfrm>
                <a:off x="1278650" y="1245025"/>
                <a:ext cx="150475" cy="64575"/>
              </a:xfrm>
              <a:custGeom>
                <a:avLst/>
                <a:gdLst/>
                <a:ahLst/>
                <a:cxnLst/>
                <a:rect l="l" t="t" r="r" b="b"/>
                <a:pathLst>
                  <a:path w="6019" h="2583" extrusionOk="0">
                    <a:moveTo>
                      <a:pt x="541" y="0"/>
                    </a:moveTo>
                    <a:cubicBezTo>
                      <a:pt x="229" y="0"/>
                      <a:pt x="0" y="250"/>
                      <a:pt x="0" y="542"/>
                    </a:cubicBezTo>
                    <a:lnTo>
                      <a:pt x="0" y="2041"/>
                    </a:lnTo>
                    <a:cubicBezTo>
                      <a:pt x="0" y="2333"/>
                      <a:pt x="229" y="2582"/>
                      <a:pt x="541" y="2582"/>
                    </a:cubicBezTo>
                    <a:lnTo>
                      <a:pt x="5456" y="2582"/>
                    </a:lnTo>
                    <a:cubicBezTo>
                      <a:pt x="5769" y="2582"/>
                      <a:pt x="6019" y="2333"/>
                      <a:pt x="6019" y="2041"/>
                    </a:cubicBezTo>
                    <a:lnTo>
                      <a:pt x="6019" y="542"/>
                    </a:lnTo>
                    <a:cubicBezTo>
                      <a:pt x="6019" y="250"/>
                      <a:pt x="5769" y="0"/>
                      <a:pt x="54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3"/>
              <p:cNvSpPr/>
              <p:nvPr/>
            </p:nvSpPr>
            <p:spPr>
              <a:xfrm>
                <a:off x="1333825" y="2360750"/>
                <a:ext cx="40125" cy="93225"/>
              </a:xfrm>
              <a:custGeom>
                <a:avLst/>
                <a:gdLst/>
                <a:ahLst/>
                <a:cxnLst/>
                <a:rect l="l" t="t" r="r" b="b"/>
                <a:pathLst>
                  <a:path w="1605" h="3729" fill="none" extrusionOk="0">
                    <a:moveTo>
                      <a:pt x="334" y="1"/>
                    </a:moveTo>
                    <a:lnTo>
                      <a:pt x="1250" y="1"/>
                    </a:lnTo>
                    <a:cubicBezTo>
                      <a:pt x="1438" y="1"/>
                      <a:pt x="1604" y="147"/>
                      <a:pt x="1604" y="334"/>
                    </a:cubicBezTo>
                    <a:lnTo>
                      <a:pt x="1604" y="3375"/>
                    </a:lnTo>
                    <a:cubicBezTo>
                      <a:pt x="1604" y="3562"/>
                      <a:pt x="1438" y="3729"/>
                      <a:pt x="1250" y="3729"/>
                    </a:cubicBezTo>
                    <a:lnTo>
                      <a:pt x="334" y="3729"/>
                    </a:lnTo>
                    <a:cubicBezTo>
                      <a:pt x="146" y="3729"/>
                      <a:pt x="1" y="3562"/>
                      <a:pt x="1" y="3375"/>
                    </a:cubicBezTo>
                    <a:lnTo>
                      <a:pt x="1" y="334"/>
                    </a:lnTo>
                    <a:cubicBezTo>
                      <a:pt x="1" y="147"/>
                      <a:pt x="146" y="1"/>
                      <a:pt x="334" y="1"/>
                    </a:cubicBezTo>
                    <a:close/>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3"/>
              <p:cNvSpPr/>
              <p:nvPr/>
            </p:nvSpPr>
            <p:spPr>
              <a:xfrm>
                <a:off x="1408779" y="2134275"/>
                <a:ext cx="94250" cy="25"/>
              </a:xfrm>
              <a:custGeom>
                <a:avLst/>
                <a:gdLst/>
                <a:ahLst/>
                <a:cxnLst/>
                <a:rect l="l" t="t" r="r" b="b"/>
                <a:pathLst>
                  <a:path w="3770" h="1" fill="none" extrusionOk="0">
                    <a:moveTo>
                      <a:pt x="0" y="1"/>
                    </a:moveTo>
                    <a:lnTo>
                      <a:pt x="3770" y="1"/>
                    </a:ln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3"/>
              <p:cNvSpPr/>
              <p:nvPr/>
            </p:nvSpPr>
            <p:spPr>
              <a:xfrm>
                <a:off x="987600" y="1679750"/>
                <a:ext cx="311375" cy="453000"/>
              </a:xfrm>
              <a:custGeom>
                <a:avLst/>
                <a:gdLst/>
                <a:ahLst/>
                <a:cxnLst/>
                <a:rect l="l" t="t" r="r" b="b"/>
                <a:pathLst>
                  <a:path w="12455" h="18120" fill="none" extrusionOk="0">
                    <a:moveTo>
                      <a:pt x="0" y="15620"/>
                    </a:moveTo>
                    <a:lnTo>
                      <a:pt x="0" y="3208"/>
                    </a:lnTo>
                    <a:cubicBezTo>
                      <a:pt x="21" y="1438"/>
                      <a:pt x="1458" y="1"/>
                      <a:pt x="3228" y="1"/>
                    </a:cubicBezTo>
                    <a:lnTo>
                      <a:pt x="6915" y="1"/>
                    </a:lnTo>
                    <a:cubicBezTo>
                      <a:pt x="8685" y="1"/>
                      <a:pt x="10122" y="1438"/>
                      <a:pt x="10122" y="3208"/>
                    </a:cubicBezTo>
                    <a:lnTo>
                      <a:pt x="10122" y="14912"/>
                    </a:lnTo>
                    <a:cubicBezTo>
                      <a:pt x="10122" y="16682"/>
                      <a:pt x="10642" y="18119"/>
                      <a:pt x="11288" y="18119"/>
                    </a:cubicBezTo>
                    <a:lnTo>
                      <a:pt x="12454" y="18119"/>
                    </a:ln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13"/>
              <p:cNvSpPr/>
              <p:nvPr/>
            </p:nvSpPr>
            <p:spPr>
              <a:xfrm>
                <a:off x="1503025" y="2107200"/>
                <a:ext cx="50025" cy="50525"/>
              </a:xfrm>
              <a:custGeom>
                <a:avLst/>
                <a:gdLst/>
                <a:ahLst/>
                <a:cxnLst/>
                <a:rect l="l" t="t" r="r" b="b"/>
                <a:pathLst>
                  <a:path w="2001" h="2021" extrusionOk="0">
                    <a:moveTo>
                      <a:pt x="1001" y="1"/>
                    </a:moveTo>
                    <a:cubicBezTo>
                      <a:pt x="438" y="1"/>
                      <a:pt x="1" y="459"/>
                      <a:pt x="1" y="1021"/>
                    </a:cubicBezTo>
                    <a:cubicBezTo>
                      <a:pt x="1" y="1563"/>
                      <a:pt x="438" y="2021"/>
                      <a:pt x="1001" y="2021"/>
                    </a:cubicBezTo>
                    <a:cubicBezTo>
                      <a:pt x="1563" y="2021"/>
                      <a:pt x="2000" y="1563"/>
                      <a:pt x="2000" y="1021"/>
                    </a:cubicBezTo>
                    <a:cubicBezTo>
                      <a:pt x="2000" y="459"/>
                      <a:pt x="1563" y="1"/>
                      <a:pt x="10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3"/>
              <p:cNvSpPr/>
              <p:nvPr/>
            </p:nvSpPr>
            <p:spPr>
              <a:xfrm>
                <a:off x="1062050" y="1657900"/>
                <a:ext cx="101025" cy="43750"/>
              </a:xfrm>
              <a:custGeom>
                <a:avLst/>
                <a:gdLst/>
                <a:ahLst/>
                <a:cxnLst/>
                <a:rect l="l" t="t" r="r" b="b"/>
                <a:pathLst>
                  <a:path w="4041" h="1750" extrusionOk="0">
                    <a:moveTo>
                      <a:pt x="375" y="0"/>
                    </a:moveTo>
                    <a:cubicBezTo>
                      <a:pt x="167" y="0"/>
                      <a:pt x="0" y="167"/>
                      <a:pt x="0" y="375"/>
                    </a:cubicBezTo>
                    <a:lnTo>
                      <a:pt x="0" y="1375"/>
                    </a:lnTo>
                    <a:cubicBezTo>
                      <a:pt x="0" y="1583"/>
                      <a:pt x="167" y="1749"/>
                      <a:pt x="375" y="1749"/>
                    </a:cubicBezTo>
                    <a:lnTo>
                      <a:pt x="3666" y="1749"/>
                    </a:lnTo>
                    <a:cubicBezTo>
                      <a:pt x="3874" y="1749"/>
                      <a:pt x="4041" y="1583"/>
                      <a:pt x="4041" y="1375"/>
                    </a:cubicBezTo>
                    <a:lnTo>
                      <a:pt x="4041" y="375"/>
                    </a:lnTo>
                    <a:cubicBezTo>
                      <a:pt x="4041" y="167"/>
                      <a:pt x="3874" y="0"/>
                      <a:pt x="36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13"/>
              <p:cNvSpPr/>
              <p:nvPr/>
            </p:nvSpPr>
            <p:spPr>
              <a:xfrm>
                <a:off x="962600" y="2037950"/>
                <a:ext cx="50525" cy="50550"/>
              </a:xfrm>
              <a:custGeom>
                <a:avLst/>
                <a:gdLst/>
                <a:ahLst/>
                <a:cxnLst/>
                <a:rect l="l" t="t" r="r" b="b"/>
                <a:pathLst>
                  <a:path w="2021" h="2022" extrusionOk="0">
                    <a:moveTo>
                      <a:pt x="1000" y="1"/>
                    </a:moveTo>
                    <a:cubicBezTo>
                      <a:pt x="459" y="1"/>
                      <a:pt x="1" y="459"/>
                      <a:pt x="1" y="1021"/>
                    </a:cubicBezTo>
                    <a:cubicBezTo>
                      <a:pt x="1" y="1584"/>
                      <a:pt x="459" y="2021"/>
                      <a:pt x="1000" y="2021"/>
                    </a:cubicBezTo>
                    <a:cubicBezTo>
                      <a:pt x="1563" y="2021"/>
                      <a:pt x="2021" y="1584"/>
                      <a:pt x="2021" y="1021"/>
                    </a:cubicBezTo>
                    <a:cubicBezTo>
                      <a:pt x="2021" y="459"/>
                      <a:pt x="1563" y="1"/>
                      <a:pt x="10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6" name="Google Shape;496;p13"/>
            <p:cNvGrpSpPr/>
            <p:nvPr/>
          </p:nvGrpSpPr>
          <p:grpSpPr>
            <a:xfrm flipH="1">
              <a:off x="8625400" y="131999"/>
              <a:ext cx="518600" cy="1291750"/>
              <a:chOff x="202975" y="1362675"/>
              <a:chExt cx="518600" cy="1291750"/>
            </a:xfrm>
          </p:grpSpPr>
          <p:sp>
            <p:nvSpPr>
              <p:cNvPr id="497" name="Google Shape;497;p13"/>
              <p:cNvSpPr/>
              <p:nvPr/>
            </p:nvSpPr>
            <p:spPr>
              <a:xfrm>
                <a:off x="202975" y="1362675"/>
                <a:ext cx="518600" cy="1291750"/>
              </a:xfrm>
              <a:custGeom>
                <a:avLst/>
                <a:gdLst/>
                <a:ahLst/>
                <a:cxnLst/>
                <a:rect l="l" t="t" r="r" b="b"/>
                <a:pathLst>
                  <a:path w="20744" h="51670" fill="none" extrusionOk="0">
                    <a:moveTo>
                      <a:pt x="1" y="1"/>
                    </a:moveTo>
                    <a:lnTo>
                      <a:pt x="13100" y="1"/>
                    </a:lnTo>
                    <a:cubicBezTo>
                      <a:pt x="14829" y="1"/>
                      <a:pt x="16224" y="1396"/>
                      <a:pt x="16224" y="3125"/>
                    </a:cubicBezTo>
                    <a:lnTo>
                      <a:pt x="16224" y="13933"/>
                    </a:lnTo>
                    <a:cubicBezTo>
                      <a:pt x="16224" y="15662"/>
                      <a:pt x="14829" y="17057"/>
                      <a:pt x="13100" y="17057"/>
                    </a:cubicBezTo>
                    <a:lnTo>
                      <a:pt x="7373" y="17057"/>
                    </a:lnTo>
                    <a:cubicBezTo>
                      <a:pt x="5645" y="17057"/>
                      <a:pt x="4249" y="18452"/>
                      <a:pt x="4249" y="20181"/>
                    </a:cubicBezTo>
                    <a:lnTo>
                      <a:pt x="4249" y="48546"/>
                    </a:lnTo>
                    <a:cubicBezTo>
                      <a:pt x="4249" y="50274"/>
                      <a:pt x="5645" y="51670"/>
                      <a:pt x="7373" y="51670"/>
                    </a:cubicBezTo>
                    <a:lnTo>
                      <a:pt x="20743" y="51670"/>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13"/>
              <p:cNvSpPr/>
              <p:nvPr/>
            </p:nvSpPr>
            <p:spPr>
              <a:xfrm>
                <a:off x="272225" y="1984850"/>
                <a:ext cx="74475" cy="75000"/>
              </a:xfrm>
              <a:custGeom>
                <a:avLst/>
                <a:gdLst/>
                <a:ahLst/>
                <a:cxnLst/>
                <a:rect l="l" t="t" r="r" b="b"/>
                <a:pathLst>
                  <a:path w="2979" h="3000" extrusionOk="0">
                    <a:moveTo>
                      <a:pt x="1500" y="1"/>
                    </a:moveTo>
                    <a:cubicBezTo>
                      <a:pt x="667" y="1"/>
                      <a:pt x="1" y="667"/>
                      <a:pt x="1" y="1500"/>
                    </a:cubicBezTo>
                    <a:cubicBezTo>
                      <a:pt x="1" y="2333"/>
                      <a:pt x="667" y="3000"/>
                      <a:pt x="1500" y="3000"/>
                    </a:cubicBezTo>
                    <a:cubicBezTo>
                      <a:pt x="2312" y="3000"/>
                      <a:pt x="2979" y="2333"/>
                      <a:pt x="2979" y="1500"/>
                    </a:cubicBezTo>
                    <a:cubicBezTo>
                      <a:pt x="2979" y="667"/>
                      <a:pt x="2312" y="1"/>
                      <a:pt x="15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3"/>
              <p:cNvSpPr/>
              <p:nvPr/>
            </p:nvSpPr>
            <p:spPr>
              <a:xfrm>
                <a:off x="587225" y="1566250"/>
                <a:ext cx="43225" cy="100000"/>
              </a:xfrm>
              <a:custGeom>
                <a:avLst/>
                <a:gdLst/>
                <a:ahLst/>
                <a:cxnLst/>
                <a:rect l="l" t="t" r="r" b="b"/>
                <a:pathLst>
                  <a:path w="1729" h="4000" extrusionOk="0">
                    <a:moveTo>
                      <a:pt x="375" y="1"/>
                    </a:moveTo>
                    <a:cubicBezTo>
                      <a:pt x="167" y="1"/>
                      <a:pt x="0" y="167"/>
                      <a:pt x="0" y="376"/>
                    </a:cubicBezTo>
                    <a:lnTo>
                      <a:pt x="0" y="3645"/>
                    </a:lnTo>
                    <a:cubicBezTo>
                      <a:pt x="0" y="3833"/>
                      <a:pt x="167" y="3999"/>
                      <a:pt x="375" y="3999"/>
                    </a:cubicBezTo>
                    <a:lnTo>
                      <a:pt x="1354" y="3999"/>
                    </a:lnTo>
                    <a:cubicBezTo>
                      <a:pt x="1562" y="3999"/>
                      <a:pt x="1729" y="3833"/>
                      <a:pt x="1729" y="3645"/>
                    </a:cubicBezTo>
                    <a:lnTo>
                      <a:pt x="1729" y="376"/>
                    </a:lnTo>
                    <a:cubicBezTo>
                      <a:pt x="1729" y="167"/>
                      <a:pt x="1562" y="1"/>
                      <a:pt x="13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0" name="Google Shape;500;p13"/>
            <p:cNvGrpSpPr/>
            <p:nvPr/>
          </p:nvGrpSpPr>
          <p:grpSpPr>
            <a:xfrm flipH="1">
              <a:off x="8651100" y="1057696"/>
              <a:ext cx="328550" cy="892950"/>
              <a:chOff x="443525" y="2098350"/>
              <a:chExt cx="328550" cy="892950"/>
            </a:xfrm>
          </p:grpSpPr>
          <p:sp>
            <p:nvSpPr>
              <p:cNvPr id="501" name="Google Shape;501;p13"/>
              <p:cNvSpPr/>
              <p:nvPr/>
            </p:nvSpPr>
            <p:spPr>
              <a:xfrm>
                <a:off x="462275" y="2123875"/>
                <a:ext cx="259300" cy="842425"/>
              </a:xfrm>
              <a:custGeom>
                <a:avLst/>
                <a:gdLst/>
                <a:ahLst/>
                <a:cxnLst/>
                <a:rect l="l" t="t" r="r" b="b"/>
                <a:pathLst>
                  <a:path w="10372" h="33697" fill="none" extrusionOk="0">
                    <a:moveTo>
                      <a:pt x="10371" y="0"/>
                    </a:moveTo>
                    <a:lnTo>
                      <a:pt x="3124" y="0"/>
                    </a:lnTo>
                    <a:cubicBezTo>
                      <a:pt x="1395" y="0"/>
                      <a:pt x="0" y="1396"/>
                      <a:pt x="0" y="3124"/>
                    </a:cubicBezTo>
                    <a:lnTo>
                      <a:pt x="0" y="30573"/>
                    </a:lnTo>
                    <a:cubicBezTo>
                      <a:pt x="0" y="32280"/>
                      <a:pt x="1395" y="33696"/>
                      <a:pt x="3124" y="33696"/>
                    </a:cubicBezTo>
                    <a:lnTo>
                      <a:pt x="8789" y="33696"/>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3"/>
              <p:cNvSpPr/>
              <p:nvPr/>
            </p:nvSpPr>
            <p:spPr>
              <a:xfrm>
                <a:off x="721550" y="2098350"/>
                <a:ext cx="50525" cy="50525"/>
              </a:xfrm>
              <a:custGeom>
                <a:avLst/>
                <a:gdLst/>
                <a:ahLst/>
                <a:cxnLst/>
                <a:rect l="l" t="t" r="r" b="b"/>
                <a:pathLst>
                  <a:path w="2021" h="2021" fill="none" extrusionOk="0">
                    <a:moveTo>
                      <a:pt x="2020" y="1021"/>
                    </a:moveTo>
                    <a:cubicBezTo>
                      <a:pt x="2020" y="1583"/>
                      <a:pt x="1562" y="2021"/>
                      <a:pt x="1021" y="2021"/>
                    </a:cubicBezTo>
                    <a:cubicBezTo>
                      <a:pt x="458" y="2021"/>
                      <a:pt x="0" y="1583"/>
                      <a:pt x="0" y="1021"/>
                    </a:cubicBezTo>
                    <a:cubicBezTo>
                      <a:pt x="0" y="459"/>
                      <a:pt x="458" y="1"/>
                      <a:pt x="1021" y="1"/>
                    </a:cubicBezTo>
                    <a:cubicBezTo>
                      <a:pt x="1562" y="1"/>
                      <a:pt x="2020" y="459"/>
                      <a:pt x="2020" y="1021"/>
                    </a:cubicBezTo>
                    <a:close/>
                  </a:path>
                </a:pathLst>
              </a:custGeom>
              <a:noFill/>
              <a:ln w="13025" cap="flat" cmpd="sng">
                <a:solidFill>
                  <a:schemeClr val="accent1"/>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3"/>
              <p:cNvSpPr/>
              <p:nvPr/>
            </p:nvSpPr>
            <p:spPr>
              <a:xfrm>
                <a:off x="685100" y="2940750"/>
                <a:ext cx="50525" cy="50550"/>
              </a:xfrm>
              <a:custGeom>
                <a:avLst/>
                <a:gdLst/>
                <a:ahLst/>
                <a:cxnLst/>
                <a:rect l="l" t="t" r="r" b="b"/>
                <a:pathLst>
                  <a:path w="2021" h="2022" fill="none" extrusionOk="0">
                    <a:moveTo>
                      <a:pt x="2021" y="1001"/>
                    </a:moveTo>
                    <a:cubicBezTo>
                      <a:pt x="2021" y="1563"/>
                      <a:pt x="1562" y="2021"/>
                      <a:pt x="1021" y="2021"/>
                    </a:cubicBezTo>
                    <a:cubicBezTo>
                      <a:pt x="459" y="2021"/>
                      <a:pt x="1" y="1563"/>
                      <a:pt x="1" y="1001"/>
                    </a:cubicBezTo>
                    <a:cubicBezTo>
                      <a:pt x="1" y="459"/>
                      <a:pt x="459" y="1"/>
                      <a:pt x="1021" y="1"/>
                    </a:cubicBezTo>
                    <a:cubicBezTo>
                      <a:pt x="1562" y="1"/>
                      <a:pt x="2021" y="459"/>
                      <a:pt x="2021" y="1001"/>
                    </a:cubicBezTo>
                    <a:close/>
                  </a:path>
                </a:pathLst>
              </a:custGeom>
              <a:noFill/>
              <a:ln w="13025" cap="flat" cmpd="sng">
                <a:solidFill>
                  <a:schemeClr val="accent1"/>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3"/>
              <p:cNvSpPr/>
              <p:nvPr/>
            </p:nvSpPr>
            <p:spPr>
              <a:xfrm>
                <a:off x="443525" y="2370125"/>
                <a:ext cx="37500" cy="38050"/>
              </a:xfrm>
              <a:custGeom>
                <a:avLst/>
                <a:gdLst/>
                <a:ahLst/>
                <a:cxnLst/>
                <a:rect l="l" t="t" r="r" b="b"/>
                <a:pathLst>
                  <a:path w="1500" h="1522" extrusionOk="0">
                    <a:moveTo>
                      <a:pt x="750" y="1"/>
                    </a:moveTo>
                    <a:cubicBezTo>
                      <a:pt x="334" y="1"/>
                      <a:pt x="0" y="355"/>
                      <a:pt x="0" y="771"/>
                    </a:cubicBezTo>
                    <a:cubicBezTo>
                      <a:pt x="0" y="1167"/>
                      <a:pt x="334" y="1521"/>
                      <a:pt x="750" y="1521"/>
                    </a:cubicBezTo>
                    <a:cubicBezTo>
                      <a:pt x="1167" y="1521"/>
                      <a:pt x="1500" y="1167"/>
                      <a:pt x="1500" y="771"/>
                    </a:cubicBezTo>
                    <a:cubicBezTo>
                      <a:pt x="1500" y="355"/>
                      <a:pt x="1167" y="1"/>
                      <a:pt x="75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3"/>
              <p:cNvSpPr/>
              <p:nvPr/>
            </p:nvSpPr>
            <p:spPr>
              <a:xfrm>
                <a:off x="443525" y="2635675"/>
                <a:ext cx="37500" cy="37500"/>
              </a:xfrm>
              <a:custGeom>
                <a:avLst/>
                <a:gdLst/>
                <a:ahLst/>
                <a:cxnLst/>
                <a:rect l="l" t="t" r="r" b="b"/>
                <a:pathLst>
                  <a:path w="1500" h="1500" extrusionOk="0">
                    <a:moveTo>
                      <a:pt x="750" y="0"/>
                    </a:moveTo>
                    <a:cubicBezTo>
                      <a:pt x="334" y="0"/>
                      <a:pt x="0" y="333"/>
                      <a:pt x="0" y="750"/>
                    </a:cubicBezTo>
                    <a:cubicBezTo>
                      <a:pt x="0" y="1166"/>
                      <a:pt x="334" y="1499"/>
                      <a:pt x="750" y="1499"/>
                    </a:cubicBezTo>
                    <a:cubicBezTo>
                      <a:pt x="1167" y="1499"/>
                      <a:pt x="1500" y="1166"/>
                      <a:pt x="1500" y="750"/>
                    </a:cubicBezTo>
                    <a:cubicBezTo>
                      <a:pt x="1500" y="333"/>
                      <a:pt x="1167" y="0"/>
                      <a:pt x="75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 name="Google Shape;506;p13"/>
            <p:cNvGrpSpPr/>
            <p:nvPr/>
          </p:nvGrpSpPr>
          <p:grpSpPr>
            <a:xfrm flipH="1">
              <a:off x="7404500" y="-867126"/>
              <a:ext cx="556075" cy="1443800"/>
              <a:chOff x="1386400" y="363550"/>
              <a:chExt cx="556075" cy="1443800"/>
            </a:xfrm>
          </p:grpSpPr>
          <p:sp>
            <p:nvSpPr>
              <p:cNvPr id="507" name="Google Shape;507;p13"/>
              <p:cNvSpPr/>
              <p:nvPr/>
            </p:nvSpPr>
            <p:spPr>
              <a:xfrm>
                <a:off x="1574875" y="739475"/>
                <a:ext cx="164550" cy="671125"/>
              </a:xfrm>
              <a:custGeom>
                <a:avLst/>
                <a:gdLst/>
                <a:ahLst/>
                <a:cxnLst/>
                <a:rect l="l" t="t" r="r" b="b"/>
                <a:pathLst>
                  <a:path w="6582" h="26845" fill="none" extrusionOk="0">
                    <a:moveTo>
                      <a:pt x="1" y="0"/>
                    </a:moveTo>
                    <a:lnTo>
                      <a:pt x="3458" y="0"/>
                    </a:lnTo>
                    <a:cubicBezTo>
                      <a:pt x="5187" y="0"/>
                      <a:pt x="6582" y="1395"/>
                      <a:pt x="6582" y="3124"/>
                    </a:cubicBezTo>
                    <a:lnTo>
                      <a:pt x="6582" y="26845"/>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3"/>
              <p:cNvSpPr/>
              <p:nvPr/>
            </p:nvSpPr>
            <p:spPr>
              <a:xfrm>
                <a:off x="1595200" y="363550"/>
                <a:ext cx="36450" cy="36475"/>
              </a:xfrm>
              <a:custGeom>
                <a:avLst/>
                <a:gdLst/>
                <a:ahLst/>
                <a:cxnLst/>
                <a:rect l="l" t="t" r="r" b="b"/>
                <a:pathLst>
                  <a:path w="1458" h="1459" extrusionOk="0">
                    <a:moveTo>
                      <a:pt x="729" y="1"/>
                    </a:moveTo>
                    <a:cubicBezTo>
                      <a:pt x="313" y="1"/>
                      <a:pt x="0" y="334"/>
                      <a:pt x="0" y="730"/>
                    </a:cubicBezTo>
                    <a:cubicBezTo>
                      <a:pt x="0" y="1125"/>
                      <a:pt x="313" y="1459"/>
                      <a:pt x="729" y="1459"/>
                    </a:cubicBezTo>
                    <a:cubicBezTo>
                      <a:pt x="1125" y="1459"/>
                      <a:pt x="1458" y="1125"/>
                      <a:pt x="1458" y="730"/>
                    </a:cubicBezTo>
                    <a:cubicBezTo>
                      <a:pt x="1458" y="334"/>
                      <a:pt x="1125" y="1"/>
                      <a:pt x="7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3"/>
              <p:cNvSpPr/>
              <p:nvPr/>
            </p:nvSpPr>
            <p:spPr>
              <a:xfrm>
                <a:off x="1906025" y="1770875"/>
                <a:ext cx="36450" cy="36475"/>
              </a:xfrm>
              <a:custGeom>
                <a:avLst/>
                <a:gdLst/>
                <a:ahLst/>
                <a:cxnLst/>
                <a:rect l="l" t="t" r="r" b="b"/>
                <a:pathLst>
                  <a:path w="1458" h="1459" extrusionOk="0">
                    <a:moveTo>
                      <a:pt x="729" y="0"/>
                    </a:moveTo>
                    <a:cubicBezTo>
                      <a:pt x="333" y="0"/>
                      <a:pt x="0" y="333"/>
                      <a:pt x="0" y="729"/>
                    </a:cubicBezTo>
                    <a:cubicBezTo>
                      <a:pt x="0" y="1146"/>
                      <a:pt x="333" y="1458"/>
                      <a:pt x="729" y="1458"/>
                    </a:cubicBezTo>
                    <a:cubicBezTo>
                      <a:pt x="1125" y="1458"/>
                      <a:pt x="1458" y="1146"/>
                      <a:pt x="1458" y="729"/>
                    </a:cubicBezTo>
                    <a:cubicBezTo>
                      <a:pt x="1458" y="333"/>
                      <a:pt x="1125" y="0"/>
                      <a:pt x="7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3"/>
              <p:cNvSpPr/>
              <p:nvPr/>
            </p:nvSpPr>
            <p:spPr>
              <a:xfrm>
                <a:off x="1718075" y="1410575"/>
                <a:ext cx="43225" cy="100000"/>
              </a:xfrm>
              <a:custGeom>
                <a:avLst/>
                <a:gdLst/>
                <a:ahLst/>
                <a:cxnLst/>
                <a:rect l="l" t="t" r="r" b="b"/>
                <a:pathLst>
                  <a:path w="1729" h="4000" fill="none" extrusionOk="0">
                    <a:moveTo>
                      <a:pt x="375" y="1"/>
                    </a:moveTo>
                    <a:lnTo>
                      <a:pt x="1375" y="1"/>
                    </a:lnTo>
                    <a:cubicBezTo>
                      <a:pt x="1562" y="1"/>
                      <a:pt x="1729" y="146"/>
                      <a:pt x="1729" y="355"/>
                    </a:cubicBezTo>
                    <a:lnTo>
                      <a:pt x="1729" y="3624"/>
                    </a:lnTo>
                    <a:cubicBezTo>
                      <a:pt x="1729" y="3833"/>
                      <a:pt x="1562" y="3999"/>
                      <a:pt x="1375" y="3999"/>
                    </a:cubicBezTo>
                    <a:lnTo>
                      <a:pt x="375" y="3999"/>
                    </a:lnTo>
                    <a:cubicBezTo>
                      <a:pt x="167" y="3999"/>
                      <a:pt x="0" y="3833"/>
                      <a:pt x="0" y="3624"/>
                    </a:cubicBezTo>
                    <a:lnTo>
                      <a:pt x="0" y="355"/>
                    </a:lnTo>
                    <a:cubicBezTo>
                      <a:pt x="0" y="146"/>
                      <a:pt x="167" y="1"/>
                      <a:pt x="375" y="1"/>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13"/>
              <p:cNvSpPr/>
              <p:nvPr/>
            </p:nvSpPr>
            <p:spPr>
              <a:xfrm>
                <a:off x="1481175" y="699900"/>
                <a:ext cx="93725" cy="93225"/>
              </a:xfrm>
              <a:custGeom>
                <a:avLst/>
                <a:gdLst/>
                <a:ahLst/>
                <a:cxnLst/>
                <a:rect l="l" t="t" r="r" b="b"/>
                <a:pathLst>
                  <a:path w="3749" h="3729" fill="none" extrusionOk="0">
                    <a:moveTo>
                      <a:pt x="3749" y="1854"/>
                    </a:moveTo>
                    <a:cubicBezTo>
                      <a:pt x="3749" y="2895"/>
                      <a:pt x="2916" y="3728"/>
                      <a:pt x="1875" y="3728"/>
                    </a:cubicBezTo>
                    <a:cubicBezTo>
                      <a:pt x="854" y="3728"/>
                      <a:pt x="0" y="2895"/>
                      <a:pt x="0" y="1854"/>
                    </a:cubicBezTo>
                    <a:cubicBezTo>
                      <a:pt x="0" y="833"/>
                      <a:pt x="854" y="0"/>
                      <a:pt x="1875" y="0"/>
                    </a:cubicBezTo>
                    <a:cubicBezTo>
                      <a:pt x="2916" y="0"/>
                      <a:pt x="3749" y="833"/>
                      <a:pt x="3749" y="1854"/>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3"/>
              <p:cNvSpPr/>
              <p:nvPr/>
            </p:nvSpPr>
            <p:spPr>
              <a:xfrm>
                <a:off x="1386400" y="381775"/>
                <a:ext cx="208300" cy="364475"/>
              </a:xfrm>
              <a:custGeom>
                <a:avLst/>
                <a:gdLst/>
                <a:ahLst/>
                <a:cxnLst/>
                <a:rect l="l" t="t" r="r" b="b"/>
                <a:pathLst>
                  <a:path w="8332" h="14579" fill="none" extrusionOk="0">
                    <a:moveTo>
                      <a:pt x="3812" y="14579"/>
                    </a:moveTo>
                    <a:lnTo>
                      <a:pt x="1896" y="14579"/>
                    </a:lnTo>
                    <a:cubicBezTo>
                      <a:pt x="855" y="14579"/>
                      <a:pt x="1" y="13184"/>
                      <a:pt x="1" y="11455"/>
                    </a:cubicBezTo>
                    <a:lnTo>
                      <a:pt x="1" y="3125"/>
                    </a:lnTo>
                    <a:cubicBezTo>
                      <a:pt x="1" y="1396"/>
                      <a:pt x="1396" y="1"/>
                      <a:pt x="3125" y="1"/>
                    </a:cubicBezTo>
                    <a:lnTo>
                      <a:pt x="8331" y="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3"/>
              <p:cNvSpPr/>
              <p:nvPr/>
            </p:nvSpPr>
            <p:spPr>
              <a:xfrm>
                <a:off x="1739925" y="1510550"/>
                <a:ext cx="166125" cy="275450"/>
              </a:xfrm>
              <a:custGeom>
                <a:avLst/>
                <a:gdLst/>
                <a:ahLst/>
                <a:cxnLst/>
                <a:rect l="l" t="t" r="r" b="b"/>
                <a:pathLst>
                  <a:path w="6645" h="11018" fill="none" extrusionOk="0">
                    <a:moveTo>
                      <a:pt x="1" y="0"/>
                    </a:moveTo>
                    <a:lnTo>
                      <a:pt x="1" y="7893"/>
                    </a:lnTo>
                    <a:cubicBezTo>
                      <a:pt x="1" y="9622"/>
                      <a:pt x="1396" y="11017"/>
                      <a:pt x="3125" y="11017"/>
                    </a:cubicBezTo>
                    <a:lnTo>
                      <a:pt x="6644" y="11017"/>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14" name="Google Shape;514;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15" name="Google Shape;515;p13"/>
          <p:cNvSpPr txBox="1">
            <a:spLocks noGrp="1"/>
          </p:cNvSpPr>
          <p:nvPr>
            <p:ph type="subTitle" idx="1"/>
          </p:nvPr>
        </p:nvSpPr>
        <p:spPr>
          <a:xfrm>
            <a:off x="1696950" y="2062680"/>
            <a:ext cx="23055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16" name="Google Shape;516;p13"/>
          <p:cNvSpPr txBox="1">
            <a:spLocks noGrp="1"/>
          </p:cNvSpPr>
          <p:nvPr>
            <p:ph type="subTitle" idx="2"/>
          </p:nvPr>
        </p:nvSpPr>
        <p:spPr>
          <a:xfrm>
            <a:off x="5876244" y="2062680"/>
            <a:ext cx="23055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17" name="Google Shape;517;p13"/>
          <p:cNvSpPr txBox="1">
            <a:spLocks noGrp="1"/>
          </p:cNvSpPr>
          <p:nvPr>
            <p:ph type="subTitle" idx="3"/>
          </p:nvPr>
        </p:nvSpPr>
        <p:spPr>
          <a:xfrm>
            <a:off x="1696950" y="3496080"/>
            <a:ext cx="23055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18" name="Google Shape;518;p13"/>
          <p:cNvSpPr txBox="1">
            <a:spLocks noGrp="1"/>
          </p:cNvSpPr>
          <p:nvPr>
            <p:ph type="subTitle" idx="4"/>
          </p:nvPr>
        </p:nvSpPr>
        <p:spPr>
          <a:xfrm>
            <a:off x="5876244" y="3496080"/>
            <a:ext cx="23055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19" name="Google Shape;519;p13"/>
          <p:cNvSpPr txBox="1">
            <a:spLocks noGrp="1"/>
          </p:cNvSpPr>
          <p:nvPr>
            <p:ph type="title" idx="5" hasCustomPrompt="1"/>
          </p:nvPr>
        </p:nvSpPr>
        <p:spPr>
          <a:xfrm>
            <a:off x="962252" y="1758192"/>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4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20" name="Google Shape;520;p13"/>
          <p:cNvSpPr txBox="1">
            <a:spLocks noGrp="1"/>
          </p:cNvSpPr>
          <p:nvPr>
            <p:ph type="title" idx="6" hasCustomPrompt="1"/>
          </p:nvPr>
        </p:nvSpPr>
        <p:spPr>
          <a:xfrm>
            <a:off x="962252" y="3191600"/>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4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21" name="Google Shape;521;p13"/>
          <p:cNvSpPr txBox="1">
            <a:spLocks noGrp="1"/>
          </p:cNvSpPr>
          <p:nvPr>
            <p:ph type="title" idx="7" hasCustomPrompt="1"/>
          </p:nvPr>
        </p:nvSpPr>
        <p:spPr>
          <a:xfrm>
            <a:off x="5141552" y="1758192"/>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4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22" name="Google Shape;522;p13"/>
          <p:cNvSpPr txBox="1">
            <a:spLocks noGrp="1"/>
          </p:cNvSpPr>
          <p:nvPr>
            <p:ph type="title" idx="8" hasCustomPrompt="1"/>
          </p:nvPr>
        </p:nvSpPr>
        <p:spPr>
          <a:xfrm>
            <a:off x="5141552" y="3191600"/>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4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23" name="Google Shape;523;p13"/>
          <p:cNvSpPr txBox="1">
            <a:spLocks noGrp="1"/>
          </p:cNvSpPr>
          <p:nvPr>
            <p:ph type="subTitle" idx="9"/>
          </p:nvPr>
        </p:nvSpPr>
        <p:spPr>
          <a:xfrm>
            <a:off x="1696950" y="1788930"/>
            <a:ext cx="23055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IBM Plex Mono"/>
                <a:ea typeface="IBM Plex Mono"/>
                <a:cs typeface="IBM Plex Mono"/>
                <a:sym typeface="IBM Plex Mono"/>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24" name="Google Shape;524;p13"/>
          <p:cNvSpPr txBox="1">
            <a:spLocks noGrp="1"/>
          </p:cNvSpPr>
          <p:nvPr>
            <p:ph type="subTitle" idx="13"/>
          </p:nvPr>
        </p:nvSpPr>
        <p:spPr>
          <a:xfrm>
            <a:off x="5876250" y="1788930"/>
            <a:ext cx="23055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IBM Plex Mono"/>
                <a:ea typeface="IBM Plex Mono"/>
                <a:cs typeface="IBM Plex Mono"/>
                <a:sym typeface="IBM Plex Mono"/>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25" name="Google Shape;525;p13"/>
          <p:cNvSpPr txBox="1">
            <a:spLocks noGrp="1"/>
          </p:cNvSpPr>
          <p:nvPr>
            <p:ph type="subTitle" idx="14"/>
          </p:nvPr>
        </p:nvSpPr>
        <p:spPr>
          <a:xfrm>
            <a:off x="1696950" y="3222405"/>
            <a:ext cx="23055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IBM Plex Mono"/>
                <a:ea typeface="IBM Plex Mono"/>
                <a:cs typeface="IBM Plex Mono"/>
                <a:sym typeface="IBM Plex Mono"/>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26" name="Google Shape;526;p13"/>
          <p:cNvSpPr txBox="1">
            <a:spLocks noGrp="1"/>
          </p:cNvSpPr>
          <p:nvPr>
            <p:ph type="subTitle" idx="15"/>
          </p:nvPr>
        </p:nvSpPr>
        <p:spPr>
          <a:xfrm>
            <a:off x="5876250" y="3222405"/>
            <a:ext cx="23055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IBM Plex Mono"/>
                <a:ea typeface="IBM Plex Mono"/>
                <a:cs typeface="IBM Plex Mono"/>
                <a:sym typeface="IBM Plex Mono"/>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527" name="Google Shape;527;p13"/>
          <p:cNvGrpSpPr/>
          <p:nvPr/>
        </p:nvGrpSpPr>
        <p:grpSpPr>
          <a:xfrm>
            <a:off x="7834922" y="47262"/>
            <a:ext cx="368400" cy="368400"/>
            <a:chOff x="7834922" y="47262"/>
            <a:chExt cx="368400" cy="368400"/>
          </a:xfrm>
        </p:grpSpPr>
        <p:sp>
          <p:nvSpPr>
            <p:cNvPr id="528" name="Google Shape;528;p13"/>
            <p:cNvSpPr/>
            <p:nvPr/>
          </p:nvSpPr>
          <p:spPr>
            <a:xfrm>
              <a:off x="7834922" y="47262"/>
              <a:ext cx="368400" cy="368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9" name="Google Shape;529;p13"/>
            <p:cNvGrpSpPr/>
            <p:nvPr/>
          </p:nvGrpSpPr>
          <p:grpSpPr>
            <a:xfrm>
              <a:off x="7917242" y="152540"/>
              <a:ext cx="204138" cy="157924"/>
              <a:chOff x="4404638" y="2403088"/>
              <a:chExt cx="339325" cy="262550"/>
            </a:xfrm>
          </p:grpSpPr>
          <p:sp>
            <p:nvSpPr>
              <p:cNvPr id="530" name="Google Shape;530;p13"/>
              <p:cNvSpPr/>
              <p:nvPr/>
            </p:nvSpPr>
            <p:spPr>
              <a:xfrm>
                <a:off x="4404638" y="2403088"/>
                <a:ext cx="274850" cy="199600"/>
              </a:xfrm>
              <a:custGeom>
                <a:avLst/>
                <a:gdLst/>
                <a:ahLst/>
                <a:cxnLst/>
                <a:rect l="l" t="t" r="r" b="b"/>
                <a:pathLst>
                  <a:path w="10994" h="7984" extrusionOk="0">
                    <a:moveTo>
                      <a:pt x="369" y="0"/>
                    </a:moveTo>
                    <a:cubicBezTo>
                      <a:pt x="154" y="0"/>
                      <a:pt x="1" y="154"/>
                      <a:pt x="1" y="369"/>
                    </a:cubicBezTo>
                    <a:lnTo>
                      <a:pt x="1" y="7585"/>
                    </a:lnTo>
                    <a:cubicBezTo>
                      <a:pt x="1" y="7800"/>
                      <a:pt x="154" y="7984"/>
                      <a:pt x="369" y="7984"/>
                    </a:cubicBezTo>
                    <a:lnTo>
                      <a:pt x="1782" y="7984"/>
                    </a:lnTo>
                    <a:lnTo>
                      <a:pt x="1782" y="2119"/>
                    </a:lnTo>
                    <a:cubicBezTo>
                      <a:pt x="1782" y="1904"/>
                      <a:pt x="1935" y="1720"/>
                      <a:pt x="2150" y="1720"/>
                    </a:cubicBezTo>
                    <a:lnTo>
                      <a:pt x="10993" y="1720"/>
                    </a:lnTo>
                    <a:lnTo>
                      <a:pt x="10993" y="369"/>
                    </a:lnTo>
                    <a:cubicBezTo>
                      <a:pt x="10993" y="154"/>
                      <a:pt x="10809" y="0"/>
                      <a:pt x="105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3"/>
              <p:cNvSpPr/>
              <p:nvPr/>
            </p:nvSpPr>
            <p:spPr>
              <a:xfrm>
                <a:off x="4530538" y="2528213"/>
                <a:ext cx="23050" cy="43775"/>
              </a:xfrm>
              <a:custGeom>
                <a:avLst/>
                <a:gdLst/>
                <a:ahLst/>
                <a:cxnLst/>
                <a:rect l="l" t="t" r="r" b="b"/>
                <a:pathLst>
                  <a:path w="922" h="1751" extrusionOk="0">
                    <a:moveTo>
                      <a:pt x="0" y="1"/>
                    </a:moveTo>
                    <a:lnTo>
                      <a:pt x="0" y="1751"/>
                    </a:lnTo>
                    <a:lnTo>
                      <a:pt x="922" y="1751"/>
                    </a:lnTo>
                    <a:lnTo>
                      <a:pt x="9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3"/>
              <p:cNvSpPr/>
              <p:nvPr/>
            </p:nvSpPr>
            <p:spPr>
              <a:xfrm>
                <a:off x="4469113" y="2466038"/>
                <a:ext cx="274850" cy="199600"/>
              </a:xfrm>
              <a:custGeom>
                <a:avLst/>
                <a:gdLst/>
                <a:ahLst/>
                <a:cxnLst/>
                <a:rect l="l" t="t" r="r" b="b"/>
                <a:pathLst>
                  <a:path w="10994" h="7984" extrusionOk="0">
                    <a:moveTo>
                      <a:pt x="3808" y="1720"/>
                    </a:moveTo>
                    <a:cubicBezTo>
                      <a:pt x="3993" y="1720"/>
                      <a:pt x="4177" y="1873"/>
                      <a:pt x="4177" y="2088"/>
                    </a:cubicBezTo>
                    <a:lnTo>
                      <a:pt x="4177" y="4637"/>
                    </a:lnTo>
                    <a:cubicBezTo>
                      <a:pt x="4177" y="4852"/>
                      <a:pt x="3993" y="5036"/>
                      <a:pt x="3808" y="5036"/>
                    </a:cubicBezTo>
                    <a:lnTo>
                      <a:pt x="2089" y="5036"/>
                    </a:lnTo>
                    <a:cubicBezTo>
                      <a:pt x="1874" y="5036"/>
                      <a:pt x="1720" y="4852"/>
                      <a:pt x="1720" y="4637"/>
                    </a:cubicBezTo>
                    <a:lnTo>
                      <a:pt x="1720" y="2088"/>
                    </a:lnTo>
                    <a:cubicBezTo>
                      <a:pt x="1720" y="1873"/>
                      <a:pt x="1874" y="1720"/>
                      <a:pt x="2089" y="1720"/>
                    </a:cubicBezTo>
                    <a:close/>
                    <a:moveTo>
                      <a:pt x="8906" y="5558"/>
                    </a:moveTo>
                    <a:cubicBezTo>
                      <a:pt x="9428" y="5558"/>
                      <a:pt x="9428" y="6356"/>
                      <a:pt x="8906" y="6356"/>
                    </a:cubicBezTo>
                    <a:lnTo>
                      <a:pt x="7002" y="6356"/>
                    </a:lnTo>
                    <a:cubicBezTo>
                      <a:pt x="6449" y="6356"/>
                      <a:pt x="6449" y="5558"/>
                      <a:pt x="7002" y="5558"/>
                    </a:cubicBezTo>
                    <a:close/>
                    <a:moveTo>
                      <a:pt x="369" y="0"/>
                    </a:moveTo>
                    <a:cubicBezTo>
                      <a:pt x="154" y="0"/>
                      <a:pt x="1" y="154"/>
                      <a:pt x="1" y="369"/>
                    </a:cubicBezTo>
                    <a:lnTo>
                      <a:pt x="1" y="7615"/>
                    </a:lnTo>
                    <a:cubicBezTo>
                      <a:pt x="1" y="7800"/>
                      <a:pt x="154" y="7984"/>
                      <a:pt x="369" y="7984"/>
                    </a:cubicBezTo>
                    <a:lnTo>
                      <a:pt x="10594" y="7984"/>
                    </a:lnTo>
                    <a:cubicBezTo>
                      <a:pt x="10809" y="7984"/>
                      <a:pt x="10994" y="7800"/>
                      <a:pt x="10994" y="7615"/>
                    </a:cubicBezTo>
                    <a:lnTo>
                      <a:pt x="10994" y="400"/>
                    </a:lnTo>
                    <a:cubicBezTo>
                      <a:pt x="10994" y="185"/>
                      <a:pt x="10809" y="0"/>
                      <a:pt x="105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33" name="Google Shape;533;p13"/>
          <p:cNvGrpSpPr/>
          <p:nvPr/>
        </p:nvGrpSpPr>
        <p:grpSpPr>
          <a:xfrm>
            <a:off x="8515272" y="1751759"/>
            <a:ext cx="368400" cy="368400"/>
            <a:chOff x="8515272" y="1751759"/>
            <a:chExt cx="368400" cy="368400"/>
          </a:xfrm>
        </p:grpSpPr>
        <p:sp>
          <p:nvSpPr>
            <p:cNvPr id="534" name="Google Shape;534;p13"/>
            <p:cNvSpPr/>
            <p:nvPr/>
          </p:nvSpPr>
          <p:spPr>
            <a:xfrm>
              <a:off x="8515272" y="1751759"/>
              <a:ext cx="368400" cy="368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5" name="Google Shape;535;p13"/>
            <p:cNvGrpSpPr/>
            <p:nvPr/>
          </p:nvGrpSpPr>
          <p:grpSpPr>
            <a:xfrm>
              <a:off x="8627358" y="1819900"/>
              <a:ext cx="144228" cy="232138"/>
              <a:chOff x="6444288" y="2402288"/>
              <a:chExt cx="196550" cy="316350"/>
            </a:xfrm>
          </p:grpSpPr>
          <p:sp>
            <p:nvSpPr>
              <p:cNvPr id="536" name="Google Shape;536;p13"/>
              <p:cNvSpPr/>
              <p:nvPr/>
            </p:nvSpPr>
            <p:spPr>
              <a:xfrm>
                <a:off x="6444288" y="2402288"/>
                <a:ext cx="196550" cy="257975"/>
              </a:xfrm>
              <a:custGeom>
                <a:avLst/>
                <a:gdLst/>
                <a:ahLst/>
                <a:cxnLst/>
                <a:rect l="l" t="t" r="r" b="b"/>
                <a:pathLst>
                  <a:path w="7862" h="10319" extrusionOk="0">
                    <a:moveTo>
                      <a:pt x="4975" y="2397"/>
                    </a:moveTo>
                    <a:cubicBezTo>
                      <a:pt x="5497" y="2397"/>
                      <a:pt x="5835" y="2919"/>
                      <a:pt x="5681" y="3379"/>
                    </a:cubicBezTo>
                    <a:lnTo>
                      <a:pt x="5343" y="4239"/>
                    </a:lnTo>
                    <a:cubicBezTo>
                      <a:pt x="5251" y="4516"/>
                      <a:pt x="4975" y="4700"/>
                      <a:pt x="4668" y="4730"/>
                    </a:cubicBezTo>
                    <a:lnTo>
                      <a:pt x="4422" y="4730"/>
                    </a:lnTo>
                    <a:cubicBezTo>
                      <a:pt x="4299" y="5252"/>
                      <a:pt x="4299" y="5805"/>
                      <a:pt x="4422" y="6358"/>
                    </a:cubicBezTo>
                    <a:lnTo>
                      <a:pt x="4668" y="6358"/>
                    </a:lnTo>
                    <a:cubicBezTo>
                      <a:pt x="4975" y="6358"/>
                      <a:pt x="5251" y="6542"/>
                      <a:pt x="5374" y="6818"/>
                    </a:cubicBezTo>
                    <a:lnTo>
                      <a:pt x="5681" y="7678"/>
                    </a:lnTo>
                    <a:cubicBezTo>
                      <a:pt x="5865" y="8170"/>
                      <a:pt x="5497" y="8661"/>
                      <a:pt x="4975" y="8692"/>
                    </a:cubicBezTo>
                    <a:lnTo>
                      <a:pt x="3839" y="8692"/>
                    </a:lnTo>
                    <a:cubicBezTo>
                      <a:pt x="2795" y="8661"/>
                      <a:pt x="1966" y="7832"/>
                      <a:pt x="1966" y="6818"/>
                    </a:cubicBezTo>
                    <a:lnTo>
                      <a:pt x="1966" y="4239"/>
                    </a:lnTo>
                    <a:cubicBezTo>
                      <a:pt x="1966" y="3226"/>
                      <a:pt x="2795" y="2397"/>
                      <a:pt x="3808" y="2397"/>
                    </a:cubicBezTo>
                    <a:close/>
                    <a:moveTo>
                      <a:pt x="1141" y="0"/>
                    </a:moveTo>
                    <a:cubicBezTo>
                      <a:pt x="521" y="0"/>
                      <a:pt x="0" y="482"/>
                      <a:pt x="0" y="1107"/>
                    </a:cubicBezTo>
                    <a:lnTo>
                      <a:pt x="0" y="10319"/>
                    </a:lnTo>
                    <a:lnTo>
                      <a:pt x="7861" y="10319"/>
                    </a:lnTo>
                    <a:lnTo>
                      <a:pt x="7861" y="1107"/>
                    </a:lnTo>
                    <a:cubicBezTo>
                      <a:pt x="7831" y="482"/>
                      <a:pt x="7339" y="0"/>
                      <a:pt x="6721" y="0"/>
                    </a:cubicBezTo>
                    <a:cubicBezTo>
                      <a:pt x="6702" y="0"/>
                      <a:pt x="6683" y="1"/>
                      <a:pt x="6664" y="2"/>
                    </a:cubicBezTo>
                    <a:lnTo>
                      <a:pt x="1198" y="2"/>
                    </a:lnTo>
                    <a:cubicBezTo>
                      <a:pt x="1179" y="1"/>
                      <a:pt x="1160" y="0"/>
                      <a:pt x="11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3"/>
              <p:cNvSpPr/>
              <p:nvPr/>
            </p:nvSpPr>
            <p:spPr>
              <a:xfrm>
                <a:off x="6511838" y="2480613"/>
                <a:ext cx="53750" cy="119775"/>
              </a:xfrm>
              <a:custGeom>
                <a:avLst/>
                <a:gdLst/>
                <a:ahLst/>
                <a:cxnLst/>
                <a:rect l="l" t="t" r="r" b="b"/>
                <a:pathLst>
                  <a:path w="2150" h="4791" extrusionOk="0">
                    <a:moveTo>
                      <a:pt x="1106" y="1"/>
                    </a:moveTo>
                    <a:cubicBezTo>
                      <a:pt x="492" y="1"/>
                      <a:pt x="1" y="492"/>
                      <a:pt x="1" y="1106"/>
                    </a:cubicBezTo>
                    <a:lnTo>
                      <a:pt x="1" y="3685"/>
                    </a:lnTo>
                    <a:cubicBezTo>
                      <a:pt x="1" y="4300"/>
                      <a:pt x="492" y="4791"/>
                      <a:pt x="1106" y="4791"/>
                    </a:cubicBezTo>
                    <a:lnTo>
                      <a:pt x="1720" y="4791"/>
                    </a:lnTo>
                    <a:cubicBezTo>
                      <a:pt x="1996" y="4791"/>
                      <a:pt x="2150" y="4545"/>
                      <a:pt x="2089" y="4300"/>
                    </a:cubicBezTo>
                    <a:lnTo>
                      <a:pt x="2027" y="4207"/>
                    </a:lnTo>
                    <a:cubicBezTo>
                      <a:pt x="1996" y="4054"/>
                      <a:pt x="1843" y="3962"/>
                      <a:pt x="1689" y="3962"/>
                    </a:cubicBezTo>
                    <a:lnTo>
                      <a:pt x="1413" y="3962"/>
                    </a:lnTo>
                    <a:cubicBezTo>
                      <a:pt x="1259" y="3962"/>
                      <a:pt x="1106" y="3839"/>
                      <a:pt x="1075" y="3716"/>
                    </a:cubicBezTo>
                    <a:cubicBezTo>
                      <a:pt x="799" y="2856"/>
                      <a:pt x="799" y="1935"/>
                      <a:pt x="1075" y="1106"/>
                    </a:cubicBezTo>
                    <a:cubicBezTo>
                      <a:pt x="1106" y="953"/>
                      <a:pt x="1259" y="830"/>
                      <a:pt x="1413" y="830"/>
                    </a:cubicBezTo>
                    <a:lnTo>
                      <a:pt x="1689" y="830"/>
                    </a:lnTo>
                    <a:cubicBezTo>
                      <a:pt x="1843" y="830"/>
                      <a:pt x="1996" y="738"/>
                      <a:pt x="2027" y="615"/>
                    </a:cubicBezTo>
                    <a:lnTo>
                      <a:pt x="2089" y="492"/>
                    </a:lnTo>
                    <a:cubicBezTo>
                      <a:pt x="2150" y="246"/>
                      <a:pt x="1996" y="1"/>
                      <a:pt x="17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13"/>
              <p:cNvSpPr/>
              <p:nvPr/>
            </p:nvSpPr>
            <p:spPr>
              <a:xfrm>
                <a:off x="6444288" y="2678663"/>
                <a:ext cx="196550" cy="39975"/>
              </a:xfrm>
              <a:custGeom>
                <a:avLst/>
                <a:gdLst/>
                <a:ahLst/>
                <a:cxnLst/>
                <a:rect l="l" t="t" r="r" b="b"/>
                <a:pathLst>
                  <a:path w="7862" h="1599" extrusionOk="0">
                    <a:moveTo>
                      <a:pt x="0" y="1"/>
                    </a:moveTo>
                    <a:lnTo>
                      <a:pt x="0" y="492"/>
                    </a:lnTo>
                    <a:cubicBezTo>
                      <a:pt x="0" y="1118"/>
                      <a:pt x="521" y="1599"/>
                      <a:pt x="1141" y="1599"/>
                    </a:cubicBezTo>
                    <a:cubicBezTo>
                      <a:pt x="1160" y="1599"/>
                      <a:pt x="1179" y="1598"/>
                      <a:pt x="1198" y="1598"/>
                    </a:cubicBezTo>
                    <a:lnTo>
                      <a:pt x="6664" y="1598"/>
                    </a:lnTo>
                    <a:cubicBezTo>
                      <a:pt x="6683" y="1598"/>
                      <a:pt x="6702" y="1599"/>
                      <a:pt x="6721" y="1599"/>
                    </a:cubicBezTo>
                    <a:cubicBezTo>
                      <a:pt x="7339" y="1599"/>
                      <a:pt x="7831" y="1118"/>
                      <a:pt x="7861" y="492"/>
                    </a:cubicBezTo>
                    <a:lnTo>
                      <a:pt x="78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539"/>
        <p:cNvGrpSpPr/>
        <p:nvPr/>
      </p:nvGrpSpPr>
      <p:grpSpPr>
        <a:xfrm>
          <a:off x="0" y="0"/>
          <a:ext cx="0" cy="0"/>
          <a:chOff x="0" y="0"/>
          <a:chExt cx="0" cy="0"/>
        </a:xfrm>
      </p:grpSpPr>
      <p:sp>
        <p:nvSpPr>
          <p:cNvPr id="540" name="Google Shape;540;p14"/>
          <p:cNvSpPr txBox="1">
            <a:spLocks noGrp="1"/>
          </p:cNvSpPr>
          <p:nvPr>
            <p:ph type="title"/>
          </p:nvPr>
        </p:nvSpPr>
        <p:spPr>
          <a:xfrm>
            <a:off x="713225" y="1729900"/>
            <a:ext cx="3832500" cy="16026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41" name="Google Shape;541;p14"/>
          <p:cNvSpPr txBox="1">
            <a:spLocks noGrp="1"/>
          </p:cNvSpPr>
          <p:nvPr>
            <p:ph type="title" idx="2" hasCustomPrompt="1"/>
          </p:nvPr>
        </p:nvSpPr>
        <p:spPr>
          <a:xfrm>
            <a:off x="713225" y="961450"/>
            <a:ext cx="1546500" cy="10065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solidFill>
                  <a:schemeClr val="accen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42" name="Google Shape;542;p14"/>
          <p:cNvSpPr txBox="1">
            <a:spLocks noGrp="1"/>
          </p:cNvSpPr>
          <p:nvPr>
            <p:ph type="subTitle" idx="1"/>
          </p:nvPr>
        </p:nvSpPr>
        <p:spPr>
          <a:xfrm>
            <a:off x="713225" y="3395725"/>
            <a:ext cx="3832500" cy="676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2">
  <p:cSld name="SECTION_HEADER_2">
    <p:spTree>
      <p:nvGrpSpPr>
        <p:cNvPr id="1" name="Shape 543"/>
        <p:cNvGrpSpPr/>
        <p:nvPr/>
      </p:nvGrpSpPr>
      <p:grpSpPr>
        <a:xfrm>
          <a:off x="0" y="0"/>
          <a:ext cx="0" cy="0"/>
          <a:chOff x="0" y="0"/>
          <a:chExt cx="0" cy="0"/>
        </a:xfrm>
      </p:grpSpPr>
      <p:sp>
        <p:nvSpPr>
          <p:cNvPr id="544" name="Google Shape;544;p15"/>
          <p:cNvSpPr txBox="1">
            <a:spLocks noGrp="1"/>
          </p:cNvSpPr>
          <p:nvPr>
            <p:ph type="title"/>
          </p:nvPr>
        </p:nvSpPr>
        <p:spPr>
          <a:xfrm>
            <a:off x="4598275" y="1729900"/>
            <a:ext cx="3832500" cy="16026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600"/>
              <a:buNone/>
              <a:defRPr sz="4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45" name="Google Shape;545;p15"/>
          <p:cNvSpPr txBox="1">
            <a:spLocks noGrp="1"/>
          </p:cNvSpPr>
          <p:nvPr>
            <p:ph type="title" idx="2" hasCustomPrompt="1"/>
          </p:nvPr>
        </p:nvSpPr>
        <p:spPr>
          <a:xfrm>
            <a:off x="6884275" y="961450"/>
            <a:ext cx="1546500" cy="1006500"/>
          </a:xfrm>
          <a:prstGeom prst="rect">
            <a:avLst/>
          </a:prstGeom>
          <a:noFill/>
        </p:spPr>
        <p:txBody>
          <a:bodyPr spcFirstLastPara="1" wrap="square" lIns="91425" tIns="91425" rIns="91425" bIns="91425" anchor="b" anchorCtr="0">
            <a:noAutofit/>
          </a:bodyPr>
          <a:lstStyle>
            <a:lvl1pPr lvl="0" algn="r" rtl="0">
              <a:spcBef>
                <a:spcPts val="0"/>
              </a:spcBef>
              <a:spcAft>
                <a:spcPts val="0"/>
              </a:spcAft>
              <a:buClr>
                <a:schemeClr val="lt1"/>
              </a:buClr>
              <a:buSzPts val="6000"/>
              <a:buNone/>
              <a:defRPr sz="6000">
                <a:solidFill>
                  <a:schemeClr val="accen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46" name="Google Shape;546;p15"/>
          <p:cNvSpPr txBox="1">
            <a:spLocks noGrp="1"/>
          </p:cNvSpPr>
          <p:nvPr>
            <p:ph type="subTitle" idx="1"/>
          </p:nvPr>
        </p:nvSpPr>
        <p:spPr>
          <a:xfrm>
            <a:off x="4598275" y="3395725"/>
            <a:ext cx="3832500" cy="6765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547"/>
        <p:cNvGrpSpPr/>
        <p:nvPr/>
      </p:nvGrpSpPr>
      <p:grpSpPr>
        <a:xfrm>
          <a:off x="0" y="0"/>
          <a:ext cx="0" cy="0"/>
          <a:chOff x="0" y="0"/>
          <a:chExt cx="0" cy="0"/>
        </a:xfrm>
      </p:grpSpPr>
      <p:grpSp>
        <p:nvGrpSpPr>
          <p:cNvPr id="548" name="Google Shape;548;p16"/>
          <p:cNvGrpSpPr/>
          <p:nvPr/>
        </p:nvGrpSpPr>
        <p:grpSpPr>
          <a:xfrm>
            <a:off x="-609100" y="-602550"/>
            <a:ext cx="10959900" cy="5711575"/>
            <a:chOff x="-609100" y="-602550"/>
            <a:chExt cx="10959900" cy="5711575"/>
          </a:xfrm>
        </p:grpSpPr>
        <p:grpSp>
          <p:nvGrpSpPr>
            <p:cNvPr id="549" name="Google Shape;549;p16"/>
            <p:cNvGrpSpPr/>
            <p:nvPr/>
          </p:nvGrpSpPr>
          <p:grpSpPr>
            <a:xfrm>
              <a:off x="5468571" y="-602550"/>
              <a:ext cx="4882229" cy="2938025"/>
              <a:chOff x="5468571" y="-602550"/>
              <a:chExt cx="4882229" cy="2938025"/>
            </a:xfrm>
          </p:grpSpPr>
          <p:grpSp>
            <p:nvGrpSpPr>
              <p:cNvPr id="550" name="Google Shape;550;p16"/>
              <p:cNvGrpSpPr/>
              <p:nvPr/>
            </p:nvGrpSpPr>
            <p:grpSpPr>
              <a:xfrm flipH="1">
                <a:off x="6221446" y="-602550"/>
                <a:ext cx="329575" cy="829925"/>
                <a:chOff x="3799100" y="257875"/>
                <a:chExt cx="329575" cy="829925"/>
              </a:xfrm>
            </p:grpSpPr>
            <p:sp>
              <p:nvSpPr>
                <p:cNvPr id="551" name="Google Shape;551;p16"/>
                <p:cNvSpPr/>
                <p:nvPr/>
              </p:nvSpPr>
              <p:spPr>
                <a:xfrm>
                  <a:off x="3815225" y="512475"/>
                  <a:ext cx="25" cy="185875"/>
                </a:xfrm>
                <a:custGeom>
                  <a:avLst/>
                  <a:gdLst/>
                  <a:ahLst/>
                  <a:cxnLst/>
                  <a:rect l="l" t="t" r="r" b="b"/>
                  <a:pathLst>
                    <a:path w="1" h="7435" fill="none" extrusionOk="0">
                      <a:moveTo>
                        <a:pt x="1" y="0"/>
                      </a:moveTo>
                      <a:lnTo>
                        <a:pt x="1" y="7435"/>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16"/>
                <p:cNvSpPr/>
                <p:nvPr/>
              </p:nvSpPr>
              <p:spPr>
                <a:xfrm>
                  <a:off x="4069300" y="1028425"/>
                  <a:ext cx="59375" cy="59375"/>
                </a:xfrm>
                <a:custGeom>
                  <a:avLst/>
                  <a:gdLst/>
                  <a:ahLst/>
                  <a:cxnLst/>
                  <a:rect l="l" t="t" r="r" b="b"/>
                  <a:pathLst>
                    <a:path w="2375" h="2375" extrusionOk="0">
                      <a:moveTo>
                        <a:pt x="1188" y="1"/>
                      </a:moveTo>
                      <a:cubicBezTo>
                        <a:pt x="521" y="1"/>
                        <a:pt x="1" y="542"/>
                        <a:pt x="1" y="1188"/>
                      </a:cubicBezTo>
                      <a:cubicBezTo>
                        <a:pt x="1" y="1854"/>
                        <a:pt x="521" y="2375"/>
                        <a:pt x="1188" y="2375"/>
                      </a:cubicBezTo>
                      <a:cubicBezTo>
                        <a:pt x="1833" y="2375"/>
                        <a:pt x="2375" y="1854"/>
                        <a:pt x="2375" y="1188"/>
                      </a:cubicBezTo>
                      <a:cubicBezTo>
                        <a:pt x="2375" y="542"/>
                        <a:pt x="1833" y="1"/>
                        <a:pt x="11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16"/>
                <p:cNvSpPr/>
                <p:nvPr/>
              </p:nvSpPr>
              <p:spPr>
                <a:xfrm>
                  <a:off x="3821475" y="784775"/>
                  <a:ext cx="277525" cy="273350"/>
                </a:xfrm>
                <a:custGeom>
                  <a:avLst/>
                  <a:gdLst/>
                  <a:ahLst/>
                  <a:cxnLst/>
                  <a:rect l="l" t="t" r="r" b="b"/>
                  <a:pathLst>
                    <a:path w="11101" h="10934" fill="none" extrusionOk="0">
                      <a:moveTo>
                        <a:pt x="1" y="0"/>
                      </a:moveTo>
                      <a:lnTo>
                        <a:pt x="1" y="7810"/>
                      </a:lnTo>
                      <a:cubicBezTo>
                        <a:pt x="1" y="9517"/>
                        <a:pt x="1396" y="10934"/>
                        <a:pt x="3124" y="10934"/>
                      </a:cubicBezTo>
                      <a:lnTo>
                        <a:pt x="11101" y="10934"/>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16"/>
                <p:cNvSpPr/>
                <p:nvPr/>
              </p:nvSpPr>
              <p:spPr>
                <a:xfrm>
                  <a:off x="3799100" y="408325"/>
                  <a:ext cx="44275" cy="102600"/>
                </a:xfrm>
                <a:custGeom>
                  <a:avLst/>
                  <a:gdLst/>
                  <a:ahLst/>
                  <a:cxnLst/>
                  <a:rect l="l" t="t" r="r" b="b"/>
                  <a:pathLst>
                    <a:path w="1771" h="4104" fill="none" extrusionOk="0">
                      <a:moveTo>
                        <a:pt x="375" y="1"/>
                      </a:moveTo>
                      <a:lnTo>
                        <a:pt x="1395" y="1"/>
                      </a:lnTo>
                      <a:cubicBezTo>
                        <a:pt x="1604" y="1"/>
                        <a:pt x="1770" y="168"/>
                        <a:pt x="1770" y="376"/>
                      </a:cubicBezTo>
                      <a:lnTo>
                        <a:pt x="1770" y="3729"/>
                      </a:lnTo>
                      <a:cubicBezTo>
                        <a:pt x="1770" y="3937"/>
                        <a:pt x="1604" y="4104"/>
                        <a:pt x="1395" y="4104"/>
                      </a:cubicBezTo>
                      <a:lnTo>
                        <a:pt x="375" y="4104"/>
                      </a:lnTo>
                      <a:cubicBezTo>
                        <a:pt x="167" y="4104"/>
                        <a:pt x="0" y="3937"/>
                        <a:pt x="0" y="3729"/>
                      </a:cubicBezTo>
                      <a:lnTo>
                        <a:pt x="0" y="376"/>
                      </a:lnTo>
                      <a:cubicBezTo>
                        <a:pt x="0" y="168"/>
                        <a:pt x="167" y="1"/>
                        <a:pt x="375" y="1"/>
                      </a:cubicBezTo>
                      <a:close/>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16"/>
                <p:cNvSpPr/>
                <p:nvPr/>
              </p:nvSpPr>
              <p:spPr>
                <a:xfrm>
                  <a:off x="3821475" y="257875"/>
                  <a:ext cx="25" cy="142150"/>
                </a:xfrm>
                <a:custGeom>
                  <a:avLst/>
                  <a:gdLst/>
                  <a:ahLst/>
                  <a:cxnLst/>
                  <a:rect l="l" t="t" r="r" b="b"/>
                  <a:pathLst>
                    <a:path w="1" h="5686" fill="none" extrusionOk="0">
                      <a:moveTo>
                        <a:pt x="1" y="5686"/>
                      </a:moveTo>
                      <a:lnTo>
                        <a:pt x="1" y="0"/>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6" name="Google Shape;556;p16"/>
              <p:cNvGrpSpPr/>
              <p:nvPr/>
            </p:nvGrpSpPr>
            <p:grpSpPr>
              <a:xfrm flipH="1">
                <a:off x="6819521" y="-597875"/>
                <a:ext cx="1385975" cy="1132950"/>
                <a:chOff x="2297025" y="262550"/>
                <a:chExt cx="1385975" cy="1132950"/>
              </a:xfrm>
            </p:grpSpPr>
            <p:sp>
              <p:nvSpPr>
                <p:cNvPr id="557" name="Google Shape;557;p16"/>
                <p:cNvSpPr/>
                <p:nvPr/>
              </p:nvSpPr>
              <p:spPr>
                <a:xfrm>
                  <a:off x="2297025" y="262550"/>
                  <a:ext cx="122900" cy="160900"/>
                </a:xfrm>
                <a:custGeom>
                  <a:avLst/>
                  <a:gdLst/>
                  <a:ahLst/>
                  <a:cxnLst/>
                  <a:rect l="l" t="t" r="r" b="b"/>
                  <a:pathLst>
                    <a:path w="4916" h="6436" fill="none" extrusionOk="0">
                      <a:moveTo>
                        <a:pt x="4915" y="6436"/>
                      </a:moveTo>
                      <a:lnTo>
                        <a:pt x="2458" y="6436"/>
                      </a:lnTo>
                      <a:cubicBezTo>
                        <a:pt x="1104" y="6436"/>
                        <a:pt x="0" y="5041"/>
                        <a:pt x="0" y="3312"/>
                      </a:cubicBezTo>
                      <a:lnTo>
                        <a:pt x="0" y="1"/>
                      </a:lnTo>
                    </a:path>
                  </a:pathLst>
                </a:custGeom>
                <a:noFill/>
                <a:ln w="1302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6"/>
                <p:cNvSpPr/>
                <p:nvPr/>
              </p:nvSpPr>
              <p:spPr>
                <a:xfrm>
                  <a:off x="2522975" y="422400"/>
                  <a:ext cx="1139200" cy="940300"/>
                </a:xfrm>
                <a:custGeom>
                  <a:avLst/>
                  <a:gdLst/>
                  <a:ahLst/>
                  <a:cxnLst/>
                  <a:rect l="l" t="t" r="r" b="b"/>
                  <a:pathLst>
                    <a:path w="45568" h="37612" fill="none" extrusionOk="0">
                      <a:moveTo>
                        <a:pt x="1" y="0"/>
                      </a:moveTo>
                      <a:lnTo>
                        <a:pt x="2958" y="0"/>
                      </a:lnTo>
                      <a:cubicBezTo>
                        <a:pt x="4583" y="0"/>
                        <a:pt x="5915" y="1396"/>
                        <a:pt x="5915" y="3124"/>
                      </a:cubicBezTo>
                      <a:lnTo>
                        <a:pt x="5915" y="9788"/>
                      </a:lnTo>
                      <a:cubicBezTo>
                        <a:pt x="5915" y="11517"/>
                        <a:pt x="7332" y="12912"/>
                        <a:pt x="9039" y="12912"/>
                      </a:cubicBezTo>
                      <a:lnTo>
                        <a:pt x="21431" y="12912"/>
                      </a:lnTo>
                      <a:cubicBezTo>
                        <a:pt x="23159" y="12912"/>
                        <a:pt x="24555" y="14308"/>
                        <a:pt x="24555" y="16036"/>
                      </a:cubicBezTo>
                      <a:lnTo>
                        <a:pt x="24555" y="21097"/>
                      </a:lnTo>
                      <a:cubicBezTo>
                        <a:pt x="24555" y="22825"/>
                        <a:pt x="25950" y="24221"/>
                        <a:pt x="27678" y="24221"/>
                      </a:cubicBezTo>
                      <a:lnTo>
                        <a:pt x="42444" y="24221"/>
                      </a:lnTo>
                      <a:cubicBezTo>
                        <a:pt x="44173" y="24221"/>
                        <a:pt x="45568" y="25616"/>
                        <a:pt x="45568" y="27345"/>
                      </a:cubicBezTo>
                      <a:lnTo>
                        <a:pt x="45568" y="37612"/>
                      </a:lnTo>
                    </a:path>
                  </a:pathLst>
                </a:custGeom>
                <a:noFill/>
                <a:ln w="1302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6"/>
                <p:cNvSpPr/>
                <p:nvPr/>
              </p:nvSpPr>
              <p:spPr>
                <a:xfrm>
                  <a:off x="2419900" y="401050"/>
                  <a:ext cx="103100" cy="44275"/>
                </a:xfrm>
                <a:custGeom>
                  <a:avLst/>
                  <a:gdLst/>
                  <a:ahLst/>
                  <a:cxnLst/>
                  <a:rect l="l" t="t" r="r" b="b"/>
                  <a:pathLst>
                    <a:path w="4124" h="1771" fill="none" extrusionOk="0">
                      <a:moveTo>
                        <a:pt x="396" y="0"/>
                      </a:moveTo>
                      <a:lnTo>
                        <a:pt x="3728" y="0"/>
                      </a:lnTo>
                      <a:cubicBezTo>
                        <a:pt x="3936" y="0"/>
                        <a:pt x="4124" y="188"/>
                        <a:pt x="4124" y="396"/>
                      </a:cubicBezTo>
                      <a:lnTo>
                        <a:pt x="4124" y="1396"/>
                      </a:lnTo>
                      <a:cubicBezTo>
                        <a:pt x="4124" y="1604"/>
                        <a:pt x="3936" y="1771"/>
                        <a:pt x="3728" y="1771"/>
                      </a:cubicBezTo>
                      <a:lnTo>
                        <a:pt x="396" y="1771"/>
                      </a:lnTo>
                      <a:cubicBezTo>
                        <a:pt x="188" y="1771"/>
                        <a:pt x="0" y="1604"/>
                        <a:pt x="0" y="1396"/>
                      </a:cubicBezTo>
                      <a:lnTo>
                        <a:pt x="0" y="396"/>
                      </a:lnTo>
                      <a:cubicBezTo>
                        <a:pt x="0" y="188"/>
                        <a:pt x="188" y="0"/>
                        <a:pt x="396" y="0"/>
                      </a:cubicBezTo>
                      <a:close/>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6"/>
                <p:cNvSpPr/>
                <p:nvPr/>
              </p:nvSpPr>
              <p:spPr>
                <a:xfrm>
                  <a:off x="3384650" y="1008650"/>
                  <a:ext cx="103125" cy="44275"/>
                </a:xfrm>
                <a:custGeom>
                  <a:avLst/>
                  <a:gdLst/>
                  <a:ahLst/>
                  <a:cxnLst/>
                  <a:rect l="l" t="t" r="r" b="b"/>
                  <a:pathLst>
                    <a:path w="4125" h="1771" extrusionOk="0">
                      <a:moveTo>
                        <a:pt x="396" y="0"/>
                      </a:moveTo>
                      <a:cubicBezTo>
                        <a:pt x="188" y="0"/>
                        <a:pt x="1" y="167"/>
                        <a:pt x="1" y="375"/>
                      </a:cubicBezTo>
                      <a:lnTo>
                        <a:pt x="1" y="1395"/>
                      </a:lnTo>
                      <a:cubicBezTo>
                        <a:pt x="1" y="1604"/>
                        <a:pt x="188" y="1770"/>
                        <a:pt x="396" y="1770"/>
                      </a:cubicBezTo>
                      <a:lnTo>
                        <a:pt x="3729" y="1770"/>
                      </a:lnTo>
                      <a:cubicBezTo>
                        <a:pt x="3937" y="1770"/>
                        <a:pt x="4124" y="1604"/>
                        <a:pt x="4124" y="1395"/>
                      </a:cubicBezTo>
                      <a:lnTo>
                        <a:pt x="4124" y="375"/>
                      </a:lnTo>
                      <a:cubicBezTo>
                        <a:pt x="4124" y="167"/>
                        <a:pt x="3937" y="0"/>
                        <a:pt x="37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6"/>
                <p:cNvSpPr/>
                <p:nvPr/>
              </p:nvSpPr>
              <p:spPr>
                <a:xfrm>
                  <a:off x="3099850" y="842025"/>
                  <a:ext cx="71875" cy="71875"/>
                </a:xfrm>
                <a:custGeom>
                  <a:avLst/>
                  <a:gdLst/>
                  <a:ahLst/>
                  <a:cxnLst/>
                  <a:rect l="l" t="t" r="r" b="b"/>
                  <a:pathLst>
                    <a:path w="2875" h="2875" extrusionOk="0">
                      <a:moveTo>
                        <a:pt x="1438" y="1"/>
                      </a:moveTo>
                      <a:cubicBezTo>
                        <a:pt x="647" y="1"/>
                        <a:pt x="1" y="646"/>
                        <a:pt x="1" y="1438"/>
                      </a:cubicBezTo>
                      <a:cubicBezTo>
                        <a:pt x="1" y="2229"/>
                        <a:pt x="647" y="2875"/>
                        <a:pt x="1438" y="2875"/>
                      </a:cubicBezTo>
                      <a:cubicBezTo>
                        <a:pt x="2229" y="2875"/>
                        <a:pt x="2875" y="2229"/>
                        <a:pt x="2875" y="1438"/>
                      </a:cubicBezTo>
                      <a:cubicBezTo>
                        <a:pt x="2875" y="646"/>
                        <a:pt x="2229" y="1"/>
                        <a:pt x="14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16"/>
                <p:cNvSpPr/>
                <p:nvPr/>
              </p:nvSpPr>
              <p:spPr>
                <a:xfrm>
                  <a:off x="3641850" y="1354875"/>
                  <a:ext cx="41150" cy="40625"/>
                </a:xfrm>
                <a:custGeom>
                  <a:avLst/>
                  <a:gdLst/>
                  <a:ahLst/>
                  <a:cxnLst/>
                  <a:rect l="l" t="t" r="r" b="b"/>
                  <a:pathLst>
                    <a:path w="1646" h="1625" fill="none" extrusionOk="0">
                      <a:moveTo>
                        <a:pt x="1646" y="813"/>
                      </a:moveTo>
                      <a:cubicBezTo>
                        <a:pt x="1646" y="1271"/>
                        <a:pt x="1271" y="1625"/>
                        <a:pt x="813" y="1625"/>
                      </a:cubicBezTo>
                      <a:cubicBezTo>
                        <a:pt x="376" y="1625"/>
                        <a:pt x="1" y="1271"/>
                        <a:pt x="1" y="813"/>
                      </a:cubicBezTo>
                      <a:cubicBezTo>
                        <a:pt x="1" y="354"/>
                        <a:pt x="376" y="0"/>
                        <a:pt x="813" y="0"/>
                      </a:cubicBezTo>
                      <a:cubicBezTo>
                        <a:pt x="1271" y="0"/>
                        <a:pt x="1646" y="354"/>
                        <a:pt x="1646" y="813"/>
                      </a:cubicBezTo>
                      <a:close/>
                    </a:path>
                  </a:pathLst>
                </a:custGeom>
                <a:noFill/>
                <a:ln w="1302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3" name="Google Shape;563;p16"/>
              <p:cNvGrpSpPr/>
              <p:nvPr/>
            </p:nvGrpSpPr>
            <p:grpSpPr>
              <a:xfrm flipH="1">
                <a:off x="8284650" y="598050"/>
                <a:ext cx="1504175" cy="188500"/>
                <a:chOff x="202975" y="1458475"/>
                <a:chExt cx="1504175" cy="188500"/>
              </a:xfrm>
            </p:grpSpPr>
            <p:sp>
              <p:nvSpPr>
                <p:cNvPr id="564" name="Google Shape;564;p16"/>
                <p:cNvSpPr/>
                <p:nvPr/>
              </p:nvSpPr>
              <p:spPr>
                <a:xfrm>
                  <a:off x="202975" y="1458475"/>
                  <a:ext cx="1504175" cy="157775"/>
                </a:xfrm>
                <a:custGeom>
                  <a:avLst/>
                  <a:gdLst/>
                  <a:ahLst/>
                  <a:cxnLst/>
                  <a:rect l="l" t="t" r="r" b="b"/>
                  <a:pathLst>
                    <a:path w="60167" h="6311" fill="none" extrusionOk="0">
                      <a:moveTo>
                        <a:pt x="1" y="6311"/>
                      </a:moveTo>
                      <a:lnTo>
                        <a:pt x="24284" y="6311"/>
                      </a:lnTo>
                      <a:cubicBezTo>
                        <a:pt x="26012" y="6311"/>
                        <a:pt x="27408" y="4916"/>
                        <a:pt x="27408" y="3187"/>
                      </a:cubicBezTo>
                      <a:cubicBezTo>
                        <a:pt x="27408" y="1459"/>
                        <a:pt x="28803" y="63"/>
                        <a:pt x="30531" y="63"/>
                      </a:cubicBezTo>
                      <a:lnTo>
                        <a:pt x="60167" y="1"/>
                      </a:ln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6"/>
                <p:cNvSpPr/>
                <p:nvPr/>
              </p:nvSpPr>
              <p:spPr>
                <a:xfrm>
                  <a:off x="326375" y="1572500"/>
                  <a:ext cx="74475" cy="74475"/>
                </a:xfrm>
                <a:custGeom>
                  <a:avLst/>
                  <a:gdLst/>
                  <a:ahLst/>
                  <a:cxnLst/>
                  <a:rect l="l" t="t" r="r" b="b"/>
                  <a:pathLst>
                    <a:path w="2979" h="2979" extrusionOk="0">
                      <a:moveTo>
                        <a:pt x="1500" y="1"/>
                      </a:moveTo>
                      <a:cubicBezTo>
                        <a:pt x="667" y="1"/>
                        <a:pt x="0" y="667"/>
                        <a:pt x="0" y="1500"/>
                      </a:cubicBezTo>
                      <a:cubicBezTo>
                        <a:pt x="0" y="2312"/>
                        <a:pt x="667" y="2979"/>
                        <a:pt x="1500" y="2979"/>
                      </a:cubicBezTo>
                      <a:cubicBezTo>
                        <a:pt x="2312" y="2979"/>
                        <a:pt x="2979" y="2312"/>
                        <a:pt x="2979" y="1500"/>
                      </a:cubicBezTo>
                      <a:cubicBezTo>
                        <a:pt x="2979" y="667"/>
                        <a:pt x="2312" y="1"/>
                        <a:pt x="1500"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6" name="Google Shape;566;p16"/>
              <p:cNvGrpSpPr/>
              <p:nvPr/>
            </p:nvGrpSpPr>
            <p:grpSpPr>
              <a:xfrm flipH="1">
                <a:off x="8264350" y="-373475"/>
                <a:ext cx="1055875" cy="2708950"/>
                <a:chOff x="671575" y="486950"/>
                <a:chExt cx="1055875" cy="2708950"/>
              </a:xfrm>
            </p:grpSpPr>
            <p:sp>
              <p:nvSpPr>
                <p:cNvPr id="567" name="Google Shape;567;p16"/>
                <p:cNvSpPr/>
                <p:nvPr/>
              </p:nvSpPr>
              <p:spPr>
                <a:xfrm>
                  <a:off x="1267175" y="3143825"/>
                  <a:ext cx="408225" cy="25"/>
                </a:xfrm>
                <a:custGeom>
                  <a:avLst/>
                  <a:gdLst/>
                  <a:ahLst/>
                  <a:cxnLst/>
                  <a:rect l="l" t="t" r="r" b="b"/>
                  <a:pathLst>
                    <a:path w="16329" h="1" fill="none" extrusionOk="0">
                      <a:moveTo>
                        <a:pt x="1" y="0"/>
                      </a:moveTo>
                      <a:lnTo>
                        <a:pt x="16328" y="0"/>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16"/>
                <p:cNvSpPr/>
                <p:nvPr/>
              </p:nvSpPr>
              <p:spPr>
                <a:xfrm>
                  <a:off x="721550" y="537450"/>
                  <a:ext cx="441525" cy="2606400"/>
                </a:xfrm>
                <a:custGeom>
                  <a:avLst/>
                  <a:gdLst/>
                  <a:ahLst/>
                  <a:cxnLst/>
                  <a:rect l="l" t="t" r="r" b="b"/>
                  <a:pathLst>
                    <a:path w="17661" h="104256" fill="none" extrusionOk="0">
                      <a:moveTo>
                        <a:pt x="0" y="1"/>
                      </a:moveTo>
                      <a:lnTo>
                        <a:pt x="0" y="55752"/>
                      </a:lnTo>
                      <a:cubicBezTo>
                        <a:pt x="0" y="57480"/>
                        <a:pt x="1396" y="58875"/>
                        <a:pt x="3124" y="58875"/>
                      </a:cubicBezTo>
                      <a:lnTo>
                        <a:pt x="7518" y="58875"/>
                      </a:lnTo>
                      <a:cubicBezTo>
                        <a:pt x="9247" y="58875"/>
                        <a:pt x="10642" y="60271"/>
                        <a:pt x="10642" y="61999"/>
                      </a:cubicBezTo>
                      <a:lnTo>
                        <a:pt x="10642" y="101131"/>
                      </a:lnTo>
                      <a:cubicBezTo>
                        <a:pt x="10642" y="102860"/>
                        <a:pt x="12059" y="104255"/>
                        <a:pt x="13766" y="104255"/>
                      </a:cubicBezTo>
                      <a:lnTo>
                        <a:pt x="17661" y="104255"/>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16"/>
                <p:cNvSpPr/>
                <p:nvPr/>
              </p:nvSpPr>
              <p:spPr>
                <a:xfrm>
                  <a:off x="696550" y="486950"/>
                  <a:ext cx="50525" cy="50525"/>
                </a:xfrm>
                <a:custGeom>
                  <a:avLst/>
                  <a:gdLst/>
                  <a:ahLst/>
                  <a:cxnLst/>
                  <a:rect l="l" t="t" r="r" b="b"/>
                  <a:pathLst>
                    <a:path w="2021" h="2021" fill="none" extrusionOk="0">
                      <a:moveTo>
                        <a:pt x="2021" y="1021"/>
                      </a:moveTo>
                      <a:cubicBezTo>
                        <a:pt x="2021" y="1583"/>
                        <a:pt x="1563" y="2021"/>
                        <a:pt x="1000" y="2021"/>
                      </a:cubicBezTo>
                      <a:cubicBezTo>
                        <a:pt x="438" y="2021"/>
                        <a:pt x="1" y="1583"/>
                        <a:pt x="1" y="1021"/>
                      </a:cubicBezTo>
                      <a:cubicBezTo>
                        <a:pt x="1" y="459"/>
                        <a:pt x="438" y="1"/>
                        <a:pt x="1000" y="1"/>
                      </a:cubicBezTo>
                      <a:cubicBezTo>
                        <a:pt x="1563" y="1"/>
                        <a:pt x="2021" y="459"/>
                        <a:pt x="2021" y="1021"/>
                      </a:cubicBezTo>
                      <a:close/>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16"/>
                <p:cNvSpPr/>
                <p:nvPr/>
              </p:nvSpPr>
              <p:spPr>
                <a:xfrm>
                  <a:off x="695525" y="1583950"/>
                  <a:ext cx="52075" cy="51575"/>
                </a:xfrm>
                <a:custGeom>
                  <a:avLst/>
                  <a:gdLst/>
                  <a:ahLst/>
                  <a:cxnLst/>
                  <a:rect l="l" t="t" r="r" b="b"/>
                  <a:pathLst>
                    <a:path w="2083" h="2063" extrusionOk="0">
                      <a:moveTo>
                        <a:pt x="1041" y="1"/>
                      </a:moveTo>
                      <a:cubicBezTo>
                        <a:pt x="479" y="1"/>
                        <a:pt x="0" y="459"/>
                        <a:pt x="0" y="1042"/>
                      </a:cubicBezTo>
                      <a:cubicBezTo>
                        <a:pt x="0" y="1604"/>
                        <a:pt x="479" y="2062"/>
                        <a:pt x="1041" y="2062"/>
                      </a:cubicBezTo>
                      <a:cubicBezTo>
                        <a:pt x="1624" y="2062"/>
                        <a:pt x="2083" y="1604"/>
                        <a:pt x="2083" y="1042"/>
                      </a:cubicBezTo>
                      <a:cubicBezTo>
                        <a:pt x="2083" y="459"/>
                        <a:pt x="1624" y="1"/>
                        <a:pt x="104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6"/>
                <p:cNvSpPr/>
                <p:nvPr/>
              </p:nvSpPr>
              <p:spPr>
                <a:xfrm>
                  <a:off x="671575" y="1008500"/>
                  <a:ext cx="100500" cy="43225"/>
                </a:xfrm>
                <a:custGeom>
                  <a:avLst/>
                  <a:gdLst/>
                  <a:ahLst/>
                  <a:cxnLst/>
                  <a:rect l="l" t="t" r="r" b="b"/>
                  <a:pathLst>
                    <a:path w="4020" h="1729" extrusionOk="0">
                      <a:moveTo>
                        <a:pt x="375" y="0"/>
                      </a:moveTo>
                      <a:cubicBezTo>
                        <a:pt x="167" y="0"/>
                        <a:pt x="0" y="167"/>
                        <a:pt x="0" y="375"/>
                      </a:cubicBezTo>
                      <a:lnTo>
                        <a:pt x="0" y="1375"/>
                      </a:lnTo>
                      <a:cubicBezTo>
                        <a:pt x="0" y="1583"/>
                        <a:pt x="167" y="1729"/>
                        <a:pt x="375" y="1729"/>
                      </a:cubicBezTo>
                      <a:lnTo>
                        <a:pt x="3645" y="1729"/>
                      </a:lnTo>
                      <a:cubicBezTo>
                        <a:pt x="3853" y="1729"/>
                        <a:pt x="4019" y="1583"/>
                        <a:pt x="4019" y="1375"/>
                      </a:cubicBezTo>
                      <a:lnTo>
                        <a:pt x="4019" y="375"/>
                      </a:lnTo>
                      <a:cubicBezTo>
                        <a:pt x="4019" y="167"/>
                        <a:pt x="3853" y="0"/>
                        <a:pt x="364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16"/>
                <p:cNvSpPr/>
                <p:nvPr/>
              </p:nvSpPr>
              <p:spPr>
                <a:xfrm>
                  <a:off x="961575" y="2650750"/>
                  <a:ext cx="52600" cy="122900"/>
                </a:xfrm>
                <a:custGeom>
                  <a:avLst/>
                  <a:gdLst/>
                  <a:ahLst/>
                  <a:cxnLst/>
                  <a:rect l="l" t="t" r="r" b="b"/>
                  <a:pathLst>
                    <a:path w="2104" h="4916" extrusionOk="0">
                      <a:moveTo>
                        <a:pt x="437" y="1"/>
                      </a:moveTo>
                      <a:cubicBezTo>
                        <a:pt x="187" y="1"/>
                        <a:pt x="0" y="209"/>
                        <a:pt x="0" y="459"/>
                      </a:cubicBezTo>
                      <a:lnTo>
                        <a:pt x="0" y="4458"/>
                      </a:lnTo>
                      <a:cubicBezTo>
                        <a:pt x="0" y="4708"/>
                        <a:pt x="187" y="4916"/>
                        <a:pt x="437" y="4916"/>
                      </a:cubicBezTo>
                      <a:lnTo>
                        <a:pt x="1645" y="4916"/>
                      </a:lnTo>
                      <a:cubicBezTo>
                        <a:pt x="1916" y="4916"/>
                        <a:pt x="2103" y="4708"/>
                        <a:pt x="2103" y="4458"/>
                      </a:cubicBezTo>
                      <a:lnTo>
                        <a:pt x="2103" y="459"/>
                      </a:lnTo>
                      <a:cubicBezTo>
                        <a:pt x="2103" y="209"/>
                        <a:pt x="1916" y="1"/>
                        <a:pt x="1645"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16"/>
                <p:cNvSpPr/>
                <p:nvPr/>
              </p:nvSpPr>
              <p:spPr>
                <a:xfrm>
                  <a:off x="1675375" y="3117775"/>
                  <a:ext cx="52075" cy="52100"/>
                </a:xfrm>
                <a:custGeom>
                  <a:avLst/>
                  <a:gdLst/>
                  <a:ahLst/>
                  <a:cxnLst/>
                  <a:rect l="l" t="t" r="r" b="b"/>
                  <a:pathLst>
                    <a:path w="2083" h="2084" fill="none" extrusionOk="0">
                      <a:moveTo>
                        <a:pt x="2083" y="1042"/>
                      </a:moveTo>
                      <a:cubicBezTo>
                        <a:pt x="2083" y="1604"/>
                        <a:pt x="1604" y="2083"/>
                        <a:pt x="1042" y="2083"/>
                      </a:cubicBezTo>
                      <a:cubicBezTo>
                        <a:pt x="458" y="2083"/>
                        <a:pt x="0" y="1604"/>
                        <a:pt x="0" y="1042"/>
                      </a:cubicBezTo>
                      <a:cubicBezTo>
                        <a:pt x="0" y="459"/>
                        <a:pt x="458" y="1"/>
                        <a:pt x="1042" y="1"/>
                      </a:cubicBezTo>
                      <a:cubicBezTo>
                        <a:pt x="1604" y="1"/>
                        <a:pt x="2083" y="459"/>
                        <a:pt x="2083" y="1042"/>
                      </a:cubicBezTo>
                      <a:close/>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6"/>
                <p:cNvSpPr/>
                <p:nvPr/>
              </p:nvSpPr>
              <p:spPr>
                <a:xfrm>
                  <a:off x="1163050" y="3091750"/>
                  <a:ext cx="104150" cy="104150"/>
                </a:xfrm>
                <a:custGeom>
                  <a:avLst/>
                  <a:gdLst/>
                  <a:ahLst/>
                  <a:cxnLst/>
                  <a:rect l="l" t="t" r="r" b="b"/>
                  <a:pathLst>
                    <a:path w="4166" h="4166" fill="none" extrusionOk="0">
                      <a:moveTo>
                        <a:pt x="4166" y="2083"/>
                      </a:moveTo>
                      <a:cubicBezTo>
                        <a:pt x="4166" y="3228"/>
                        <a:pt x="3229" y="4166"/>
                        <a:pt x="2083" y="4166"/>
                      </a:cubicBezTo>
                      <a:cubicBezTo>
                        <a:pt x="938" y="4166"/>
                        <a:pt x="1" y="3228"/>
                        <a:pt x="1" y="2083"/>
                      </a:cubicBezTo>
                      <a:cubicBezTo>
                        <a:pt x="1" y="938"/>
                        <a:pt x="938" y="0"/>
                        <a:pt x="2083" y="0"/>
                      </a:cubicBezTo>
                      <a:cubicBezTo>
                        <a:pt x="3229" y="0"/>
                        <a:pt x="4166" y="938"/>
                        <a:pt x="4166" y="2083"/>
                      </a:cubicBezTo>
                      <a:close/>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5" name="Google Shape;575;p16"/>
              <p:cNvGrpSpPr/>
              <p:nvPr/>
            </p:nvGrpSpPr>
            <p:grpSpPr>
              <a:xfrm flipH="1">
                <a:off x="8438750" y="140925"/>
                <a:ext cx="647725" cy="2014925"/>
                <a:chOff x="905325" y="1001350"/>
                <a:chExt cx="647725" cy="2014925"/>
              </a:xfrm>
            </p:grpSpPr>
            <p:sp>
              <p:nvSpPr>
                <p:cNvPr id="576" name="Google Shape;576;p16"/>
                <p:cNvSpPr/>
                <p:nvPr/>
              </p:nvSpPr>
              <p:spPr>
                <a:xfrm>
                  <a:off x="1353600" y="2453950"/>
                  <a:ext cx="25" cy="511825"/>
                </a:xfrm>
                <a:custGeom>
                  <a:avLst/>
                  <a:gdLst/>
                  <a:ahLst/>
                  <a:cxnLst/>
                  <a:rect l="l" t="t" r="r" b="b"/>
                  <a:pathLst>
                    <a:path w="1" h="20473" fill="none" extrusionOk="0">
                      <a:moveTo>
                        <a:pt x="1" y="1"/>
                      </a:moveTo>
                      <a:lnTo>
                        <a:pt x="1" y="20473"/>
                      </a:lnTo>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6"/>
                <p:cNvSpPr/>
                <p:nvPr/>
              </p:nvSpPr>
              <p:spPr>
                <a:xfrm>
                  <a:off x="1353600" y="2187375"/>
                  <a:ext cx="25" cy="173400"/>
                </a:xfrm>
                <a:custGeom>
                  <a:avLst/>
                  <a:gdLst/>
                  <a:ahLst/>
                  <a:cxnLst/>
                  <a:rect l="l" t="t" r="r" b="b"/>
                  <a:pathLst>
                    <a:path w="1" h="6936" fill="none" extrusionOk="0">
                      <a:moveTo>
                        <a:pt x="1" y="1"/>
                      </a:moveTo>
                      <a:lnTo>
                        <a:pt x="1" y="6936"/>
                      </a:lnTo>
                    </a:path>
                  </a:pathLst>
                </a:custGeom>
                <a:noFill/>
                <a:ln w="12500"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6"/>
                <p:cNvSpPr/>
                <p:nvPr/>
              </p:nvSpPr>
              <p:spPr>
                <a:xfrm>
                  <a:off x="955325" y="1026350"/>
                  <a:ext cx="398300" cy="1051200"/>
                </a:xfrm>
                <a:custGeom>
                  <a:avLst/>
                  <a:gdLst/>
                  <a:ahLst/>
                  <a:cxnLst/>
                  <a:rect l="l" t="t" r="r" b="b"/>
                  <a:pathLst>
                    <a:path w="15932" h="42048" fill="none" extrusionOk="0">
                      <a:moveTo>
                        <a:pt x="15932" y="42048"/>
                      </a:moveTo>
                      <a:lnTo>
                        <a:pt x="15932" y="3124"/>
                      </a:lnTo>
                      <a:cubicBezTo>
                        <a:pt x="15932" y="1416"/>
                        <a:pt x="14537" y="0"/>
                        <a:pt x="12808" y="0"/>
                      </a:cubicBezTo>
                      <a:lnTo>
                        <a:pt x="0" y="0"/>
                      </a:lnTo>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16"/>
                <p:cNvSpPr/>
                <p:nvPr/>
              </p:nvSpPr>
              <p:spPr>
                <a:xfrm>
                  <a:off x="1328625" y="2965750"/>
                  <a:ext cx="50525" cy="50525"/>
                </a:xfrm>
                <a:custGeom>
                  <a:avLst/>
                  <a:gdLst/>
                  <a:ahLst/>
                  <a:cxnLst/>
                  <a:rect l="l" t="t" r="r" b="b"/>
                  <a:pathLst>
                    <a:path w="2021" h="2021" extrusionOk="0">
                      <a:moveTo>
                        <a:pt x="1000" y="1"/>
                      </a:moveTo>
                      <a:cubicBezTo>
                        <a:pt x="458" y="1"/>
                        <a:pt x="0" y="459"/>
                        <a:pt x="0" y="1021"/>
                      </a:cubicBezTo>
                      <a:cubicBezTo>
                        <a:pt x="0" y="1583"/>
                        <a:pt x="458" y="2021"/>
                        <a:pt x="1000" y="2021"/>
                      </a:cubicBezTo>
                      <a:cubicBezTo>
                        <a:pt x="1562" y="2021"/>
                        <a:pt x="2020" y="1583"/>
                        <a:pt x="2020" y="1021"/>
                      </a:cubicBezTo>
                      <a:cubicBezTo>
                        <a:pt x="2020" y="459"/>
                        <a:pt x="1562" y="1"/>
                        <a:pt x="1000"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6"/>
                <p:cNvSpPr/>
                <p:nvPr/>
              </p:nvSpPr>
              <p:spPr>
                <a:xfrm>
                  <a:off x="905325" y="1001350"/>
                  <a:ext cx="50025" cy="50525"/>
                </a:xfrm>
                <a:custGeom>
                  <a:avLst/>
                  <a:gdLst/>
                  <a:ahLst/>
                  <a:cxnLst/>
                  <a:rect l="l" t="t" r="r" b="b"/>
                  <a:pathLst>
                    <a:path w="2001" h="2021" extrusionOk="0">
                      <a:moveTo>
                        <a:pt x="1000" y="1"/>
                      </a:moveTo>
                      <a:cubicBezTo>
                        <a:pt x="438" y="1"/>
                        <a:pt x="1" y="459"/>
                        <a:pt x="1" y="1000"/>
                      </a:cubicBezTo>
                      <a:cubicBezTo>
                        <a:pt x="1" y="1563"/>
                        <a:pt x="438" y="2021"/>
                        <a:pt x="1000" y="2021"/>
                      </a:cubicBezTo>
                      <a:cubicBezTo>
                        <a:pt x="1563" y="2021"/>
                        <a:pt x="2000" y="1563"/>
                        <a:pt x="2000" y="1000"/>
                      </a:cubicBezTo>
                      <a:cubicBezTo>
                        <a:pt x="2000" y="459"/>
                        <a:pt x="1563" y="1"/>
                        <a:pt x="1000"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6"/>
                <p:cNvSpPr/>
                <p:nvPr/>
              </p:nvSpPr>
              <p:spPr>
                <a:xfrm>
                  <a:off x="1320800" y="1427750"/>
                  <a:ext cx="65625" cy="65650"/>
                </a:xfrm>
                <a:custGeom>
                  <a:avLst/>
                  <a:gdLst/>
                  <a:ahLst/>
                  <a:cxnLst/>
                  <a:rect l="l" t="t" r="r" b="b"/>
                  <a:pathLst>
                    <a:path w="2625" h="2626" extrusionOk="0">
                      <a:moveTo>
                        <a:pt x="1313" y="1"/>
                      </a:moveTo>
                      <a:cubicBezTo>
                        <a:pt x="605" y="1"/>
                        <a:pt x="1" y="584"/>
                        <a:pt x="1" y="1313"/>
                      </a:cubicBezTo>
                      <a:cubicBezTo>
                        <a:pt x="1" y="2042"/>
                        <a:pt x="605" y="2625"/>
                        <a:pt x="1313" y="2625"/>
                      </a:cubicBezTo>
                      <a:cubicBezTo>
                        <a:pt x="2042" y="2625"/>
                        <a:pt x="2625" y="2042"/>
                        <a:pt x="2625" y="1313"/>
                      </a:cubicBezTo>
                      <a:cubicBezTo>
                        <a:pt x="2625" y="584"/>
                        <a:pt x="2042" y="1"/>
                        <a:pt x="1313"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6"/>
                <p:cNvSpPr/>
                <p:nvPr/>
              </p:nvSpPr>
              <p:spPr>
                <a:xfrm>
                  <a:off x="1298950" y="2077525"/>
                  <a:ext cx="109875" cy="109875"/>
                </a:xfrm>
                <a:custGeom>
                  <a:avLst/>
                  <a:gdLst/>
                  <a:ahLst/>
                  <a:cxnLst/>
                  <a:rect l="l" t="t" r="r" b="b"/>
                  <a:pathLst>
                    <a:path w="4395" h="4395" fill="none" extrusionOk="0">
                      <a:moveTo>
                        <a:pt x="4394" y="2208"/>
                      </a:moveTo>
                      <a:cubicBezTo>
                        <a:pt x="4394" y="3416"/>
                        <a:pt x="3416" y="4395"/>
                        <a:pt x="2187" y="4395"/>
                      </a:cubicBezTo>
                      <a:cubicBezTo>
                        <a:pt x="979" y="4395"/>
                        <a:pt x="0" y="3416"/>
                        <a:pt x="0" y="2208"/>
                      </a:cubicBezTo>
                      <a:cubicBezTo>
                        <a:pt x="0" y="979"/>
                        <a:pt x="979" y="1"/>
                        <a:pt x="2187" y="1"/>
                      </a:cubicBezTo>
                      <a:cubicBezTo>
                        <a:pt x="3416" y="1"/>
                        <a:pt x="4394" y="979"/>
                        <a:pt x="4394" y="2208"/>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16"/>
                <p:cNvSpPr/>
                <p:nvPr/>
              </p:nvSpPr>
              <p:spPr>
                <a:xfrm>
                  <a:off x="1278650" y="1245025"/>
                  <a:ext cx="150475" cy="64575"/>
                </a:xfrm>
                <a:custGeom>
                  <a:avLst/>
                  <a:gdLst/>
                  <a:ahLst/>
                  <a:cxnLst/>
                  <a:rect l="l" t="t" r="r" b="b"/>
                  <a:pathLst>
                    <a:path w="6019" h="2583" extrusionOk="0">
                      <a:moveTo>
                        <a:pt x="541" y="0"/>
                      </a:moveTo>
                      <a:cubicBezTo>
                        <a:pt x="229" y="0"/>
                        <a:pt x="0" y="250"/>
                        <a:pt x="0" y="542"/>
                      </a:cubicBezTo>
                      <a:lnTo>
                        <a:pt x="0" y="2041"/>
                      </a:lnTo>
                      <a:cubicBezTo>
                        <a:pt x="0" y="2333"/>
                        <a:pt x="229" y="2582"/>
                        <a:pt x="541" y="2582"/>
                      </a:cubicBezTo>
                      <a:lnTo>
                        <a:pt x="5456" y="2582"/>
                      </a:lnTo>
                      <a:cubicBezTo>
                        <a:pt x="5769" y="2582"/>
                        <a:pt x="6019" y="2333"/>
                        <a:pt x="6019" y="2041"/>
                      </a:cubicBezTo>
                      <a:lnTo>
                        <a:pt x="6019" y="542"/>
                      </a:lnTo>
                      <a:cubicBezTo>
                        <a:pt x="6019" y="250"/>
                        <a:pt x="5769" y="0"/>
                        <a:pt x="5456"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16"/>
                <p:cNvSpPr/>
                <p:nvPr/>
              </p:nvSpPr>
              <p:spPr>
                <a:xfrm>
                  <a:off x="1333825" y="2360750"/>
                  <a:ext cx="40125" cy="93225"/>
                </a:xfrm>
                <a:custGeom>
                  <a:avLst/>
                  <a:gdLst/>
                  <a:ahLst/>
                  <a:cxnLst/>
                  <a:rect l="l" t="t" r="r" b="b"/>
                  <a:pathLst>
                    <a:path w="1605" h="3729" fill="none" extrusionOk="0">
                      <a:moveTo>
                        <a:pt x="334" y="1"/>
                      </a:moveTo>
                      <a:lnTo>
                        <a:pt x="1250" y="1"/>
                      </a:lnTo>
                      <a:cubicBezTo>
                        <a:pt x="1438" y="1"/>
                        <a:pt x="1604" y="147"/>
                        <a:pt x="1604" y="334"/>
                      </a:cubicBezTo>
                      <a:lnTo>
                        <a:pt x="1604" y="3375"/>
                      </a:lnTo>
                      <a:cubicBezTo>
                        <a:pt x="1604" y="3562"/>
                        <a:pt x="1438" y="3729"/>
                        <a:pt x="1250" y="3729"/>
                      </a:cubicBezTo>
                      <a:lnTo>
                        <a:pt x="334" y="3729"/>
                      </a:lnTo>
                      <a:cubicBezTo>
                        <a:pt x="146" y="3729"/>
                        <a:pt x="1" y="3562"/>
                        <a:pt x="1" y="3375"/>
                      </a:cubicBezTo>
                      <a:lnTo>
                        <a:pt x="1" y="334"/>
                      </a:lnTo>
                      <a:cubicBezTo>
                        <a:pt x="1" y="147"/>
                        <a:pt x="146" y="1"/>
                        <a:pt x="334" y="1"/>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16"/>
                <p:cNvSpPr/>
                <p:nvPr/>
              </p:nvSpPr>
              <p:spPr>
                <a:xfrm>
                  <a:off x="1408779" y="2134275"/>
                  <a:ext cx="94250" cy="25"/>
                </a:xfrm>
                <a:custGeom>
                  <a:avLst/>
                  <a:gdLst/>
                  <a:ahLst/>
                  <a:cxnLst/>
                  <a:rect l="l" t="t" r="r" b="b"/>
                  <a:pathLst>
                    <a:path w="3770" h="1" fill="none" extrusionOk="0">
                      <a:moveTo>
                        <a:pt x="0" y="1"/>
                      </a:moveTo>
                      <a:lnTo>
                        <a:pt x="3770"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16"/>
                <p:cNvSpPr/>
                <p:nvPr/>
              </p:nvSpPr>
              <p:spPr>
                <a:xfrm>
                  <a:off x="987600" y="1679750"/>
                  <a:ext cx="311375" cy="453000"/>
                </a:xfrm>
                <a:custGeom>
                  <a:avLst/>
                  <a:gdLst/>
                  <a:ahLst/>
                  <a:cxnLst/>
                  <a:rect l="l" t="t" r="r" b="b"/>
                  <a:pathLst>
                    <a:path w="12455" h="18120" fill="none" extrusionOk="0">
                      <a:moveTo>
                        <a:pt x="0" y="15620"/>
                      </a:moveTo>
                      <a:lnTo>
                        <a:pt x="0" y="3208"/>
                      </a:lnTo>
                      <a:cubicBezTo>
                        <a:pt x="21" y="1438"/>
                        <a:pt x="1458" y="1"/>
                        <a:pt x="3228" y="1"/>
                      </a:cubicBezTo>
                      <a:lnTo>
                        <a:pt x="6915" y="1"/>
                      </a:lnTo>
                      <a:cubicBezTo>
                        <a:pt x="8685" y="1"/>
                        <a:pt x="10122" y="1438"/>
                        <a:pt x="10122" y="3208"/>
                      </a:cubicBezTo>
                      <a:lnTo>
                        <a:pt x="10122" y="14912"/>
                      </a:lnTo>
                      <a:cubicBezTo>
                        <a:pt x="10122" y="16682"/>
                        <a:pt x="10642" y="18119"/>
                        <a:pt x="11288" y="18119"/>
                      </a:cubicBezTo>
                      <a:lnTo>
                        <a:pt x="12454" y="18119"/>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16"/>
                <p:cNvSpPr/>
                <p:nvPr/>
              </p:nvSpPr>
              <p:spPr>
                <a:xfrm>
                  <a:off x="1503025" y="2107200"/>
                  <a:ext cx="50025" cy="50525"/>
                </a:xfrm>
                <a:custGeom>
                  <a:avLst/>
                  <a:gdLst/>
                  <a:ahLst/>
                  <a:cxnLst/>
                  <a:rect l="l" t="t" r="r" b="b"/>
                  <a:pathLst>
                    <a:path w="2001" h="2021" extrusionOk="0">
                      <a:moveTo>
                        <a:pt x="1001" y="1"/>
                      </a:moveTo>
                      <a:cubicBezTo>
                        <a:pt x="438" y="1"/>
                        <a:pt x="1" y="459"/>
                        <a:pt x="1" y="1021"/>
                      </a:cubicBezTo>
                      <a:cubicBezTo>
                        <a:pt x="1" y="1563"/>
                        <a:pt x="438" y="2021"/>
                        <a:pt x="1001" y="2021"/>
                      </a:cubicBezTo>
                      <a:cubicBezTo>
                        <a:pt x="1563" y="2021"/>
                        <a:pt x="2000" y="1563"/>
                        <a:pt x="2000" y="1021"/>
                      </a:cubicBezTo>
                      <a:cubicBezTo>
                        <a:pt x="2000" y="459"/>
                        <a:pt x="1563" y="1"/>
                        <a:pt x="1001" y="1"/>
                      </a:cubicBez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6"/>
                <p:cNvSpPr/>
                <p:nvPr/>
              </p:nvSpPr>
              <p:spPr>
                <a:xfrm>
                  <a:off x="1062050" y="1657900"/>
                  <a:ext cx="101025" cy="43750"/>
                </a:xfrm>
                <a:custGeom>
                  <a:avLst/>
                  <a:gdLst/>
                  <a:ahLst/>
                  <a:cxnLst/>
                  <a:rect l="l" t="t" r="r" b="b"/>
                  <a:pathLst>
                    <a:path w="4041" h="1750" extrusionOk="0">
                      <a:moveTo>
                        <a:pt x="375" y="0"/>
                      </a:moveTo>
                      <a:cubicBezTo>
                        <a:pt x="167" y="0"/>
                        <a:pt x="0" y="167"/>
                        <a:pt x="0" y="375"/>
                      </a:cubicBezTo>
                      <a:lnTo>
                        <a:pt x="0" y="1375"/>
                      </a:lnTo>
                      <a:cubicBezTo>
                        <a:pt x="0" y="1583"/>
                        <a:pt x="167" y="1749"/>
                        <a:pt x="375" y="1749"/>
                      </a:cubicBezTo>
                      <a:lnTo>
                        <a:pt x="3666" y="1749"/>
                      </a:lnTo>
                      <a:cubicBezTo>
                        <a:pt x="3874" y="1749"/>
                        <a:pt x="4041" y="1583"/>
                        <a:pt x="4041" y="1375"/>
                      </a:cubicBezTo>
                      <a:lnTo>
                        <a:pt x="4041" y="375"/>
                      </a:lnTo>
                      <a:cubicBezTo>
                        <a:pt x="4041" y="167"/>
                        <a:pt x="3874" y="0"/>
                        <a:pt x="3666"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6"/>
                <p:cNvSpPr/>
                <p:nvPr/>
              </p:nvSpPr>
              <p:spPr>
                <a:xfrm>
                  <a:off x="962600" y="2037950"/>
                  <a:ext cx="50525" cy="50550"/>
                </a:xfrm>
                <a:custGeom>
                  <a:avLst/>
                  <a:gdLst/>
                  <a:ahLst/>
                  <a:cxnLst/>
                  <a:rect l="l" t="t" r="r" b="b"/>
                  <a:pathLst>
                    <a:path w="2021" h="2022" extrusionOk="0">
                      <a:moveTo>
                        <a:pt x="1000" y="1"/>
                      </a:moveTo>
                      <a:cubicBezTo>
                        <a:pt x="459" y="1"/>
                        <a:pt x="1" y="459"/>
                        <a:pt x="1" y="1021"/>
                      </a:cubicBezTo>
                      <a:cubicBezTo>
                        <a:pt x="1" y="1584"/>
                        <a:pt x="459" y="2021"/>
                        <a:pt x="1000" y="2021"/>
                      </a:cubicBezTo>
                      <a:cubicBezTo>
                        <a:pt x="1563" y="2021"/>
                        <a:pt x="2021" y="1584"/>
                        <a:pt x="2021" y="1021"/>
                      </a:cubicBezTo>
                      <a:cubicBezTo>
                        <a:pt x="2021" y="459"/>
                        <a:pt x="1563" y="1"/>
                        <a:pt x="1000"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0" name="Google Shape;590;p16"/>
              <p:cNvGrpSpPr/>
              <p:nvPr/>
            </p:nvGrpSpPr>
            <p:grpSpPr>
              <a:xfrm flipH="1">
                <a:off x="9219725" y="1237925"/>
                <a:ext cx="328550" cy="892950"/>
                <a:chOff x="443525" y="2098350"/>
                <a:chExt cx="328550" cy="892950"/>
              </a:xfrm>
            </p:grpSpPr>
            <p:sp>
              <p:nvSpPr>
                <p:cNvPr id="591" name="Google Shape;591;p16"/>
                <p:cNvSpPr/>
                <p:nvPr/>
              </p:nvSpPr>
              <p:spPr>
                <a:xfrm>
                  <a:off x="462275" y="2123875"/>
                  <a:ext cx="259300" cy="842425"/>
                </a:xfrm>
                <a:custGeom>
                  <a:avLst/>
                  <a:gdLst/>
                  <a:ahLst/>
                  <a:cxnLst/>
                  <a:rect l="l" t="t" r="r" b="b"/>
                  <a:pathLst>
                    <a:path w="10372" h="33697" fill="none" extrusionOk="0">
                      <a:moveTo>
                        <a:pt x="10371" y="0"/>
                      </a:moveTo>
                      <a:lnTo>
                        <a:pt x="3124" y="0"/>
                      </a:lnTo>
                      <a:cubicBezTo>
                        <a:pt x="1395" y="0"/>
                        <a:pt x="0" y="1396"/>
                        <a:pt x="0" y="3124"/>
                      </a:cubicBezTo>
                      <a:lnTo>
                        <a:pt x="0" y="30573"/>
                      </a:lnTo>
                      <a:cubicBezTo>
                        <a:pt x="0" y="32280"/>
                        <a:pt x="1395" y="33696"/>
                        <a:pt x="3124" y="33696"/>
                      </a:cubicBezTo>
                      <a:lnTo>
                        <a:pt x="8789" y="33696"/>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6"/>
                <p:cNvSpPr/>
                <p:nvPr/>
              </p:nvSpPr>
              <p:spPr>
                <a:xfrm>
                  <a:off x="721550" y="2098350"/>
                  <a:ext cx="50525" cy="50525"/>
                </a:xfrm>
                <a:custGeom>
                  <a:avLst/>
                  <a:gdLst/>
                  <a:ahLst/>
                  <a:cxnLst/>
                  <a:rect l="l" t="t" r="r" b="b"/>
                  <a:pathLst>
                    <a:path w="2021" h="2021" fill="none" extrusionOk="0">
                      <a:moveTo>
                        <a:pt x="2020" y="1021"/>
                      </a:moveTo>
                      <a:cubicBezTo>
                        <a:pt x="2020" y="1583"/>
                        <a:pt x="1562" y="2021"/>
                        <a:pt x="1021" y="2021"/>
                      </a:cubicBezTo>
                      <a:cubicBezTo>
                        <a:pt x="458" y="2021"/>
                        <a:pt x="0" y="1583"/>
                        <a:pt x="0" y="1021"/>
                      </a:cubicBezTo>
                      <a:cubicBezTo>
                        <a:pt x="0" y="459"/>
                        <a:pt x="458" y="1"/>
                        <a:pt x="1021" y="1"/>
                      </a:cubicBezTo>
                      <a:cubicBezTo>
                        <a:pt x="1562" y="1"/>
                        <a:pt x="2020" y="459"/>
                        <a:pt x="2020" y="1021"/>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16"/>
                <p:cNvSpPr/>
                <p:nvPr/>
              </p:nvSpPr>
              <p:spPr>
                <a:xfrm>
                  <a:off x="685100" y="2940750"/>
                  <a:ext cx="50525" cy="50550"/>
                </a:xfrm>
                <a:custGeom>
                  <a:avLst/>
                  <a:gdLst/>
                  <a:ahLst/>
                  <a:cxnLst/>
                  <a:rect l="l" t="t" r="r" b="b"/>
                  <a:pathLst>
                    <a:path w="2021" h="2022" fill="none" extrusionOk="0">
                      <a:moveTo>
                        <a:pt x="2021" y="1001"/>
                      </a:moveTo>
                      <a:cubicBezTo>
                        <a:pt x="2021" y="1563"/>
                        <a:pt x="1562" y="2021"/>
                        <a:pt x="1021" y="2021"/>
                      </a:cubicBezTo>
                      <a:cubicBezTo>
                        <a:pt x="459" y="2021"/>
                        <a:pt x="1" y="1563"/>
                        <a:pt x="1" y="1001"/>
                      </a:cubicBezTo>
                      <a:cubicBezTo>
                        <a:pt x="1" y="459"/>
                        <a:pt x="459" y="1"/>
                        <a:pt x="1021" y="1"/>
                      </a:cubicBezTo>
                      <a:cubicBezTo>
                        <a:pt x="1562" y="1"/>
                        <a:pt x="2021" y="459"/>
                        <a:pt x="2021" y="1001"/>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6"/>
                <p:cNvSpPr/>
                <p:nvPr/>
              </p:nvSpPr>
              <p:spPr>
                <a:xfrm>
                  <a:off x="443525" y="2370125"/>
                  <a:ext cx="37500" cy="38050"/>
                </a:xfrm>
                <a:custGeom>
                  <a:avLst/>
                  <a:gdLst/>
                  <a:ahLst/>
                  <a:cxnLst/>
                  <a:rect l="l" t="t" r="r" b="b"/>
                  <a:pathLst>
                    <a:path w="1500" h="1522" extrusionOk="0">
                      <a:moveTo>
                        <a:pt x="750" y="1"/>
                      </a:moveTo>
                      <a:cubicBezTo>
                        <a:pt x="334" y="1"/>
                        <a:pt x="0" y="355"/>
                        <a:pt x="0" y="771"/>
                      </a:cubicBezTo>
                      <a:cubicBezTo>
                        <a:pt x="0" y="1167"/>
                        <a:pt x="334" y="1521"/>
                        <a:pt x="750" y="1521"/>
                      </a:cubicBezTo>
                      <a:cubicBezTo>
                        <a:pt x="1167" y="1521"/>
                        <a:pt x="1500" y="1167"/>
                        <a:pt x="1500" y="771"/>
                      </a:cubicBezTo>
                      <a:cubicBezTo>
                        <a:pt x="1500" y="355"/>
                        <a:pt x="1167" y="1"/>
                        <a:pt x="7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6"/>
                <p:cNvSpPr/>
                <p:nvPr/>
              </p:nvSpPr>
              <p:spPr>
                <a:xfrm>
                  <a:off x="443525" y="2635675"/>
                  <a:ext cx="37500" cy="37500"/>
                </a:xfrm>
                <a:custGeom>
                  <a:avLst/>
                  <a:gdLst/>
                  <a:ahLst/>
                  <a:cxnLst/>
                  <a:rect l="l" t="t" r="r" b="b"/>
                  <a:pathLst>
                    <a:path w="1500" h="1500" extrusionOk="0">
                      <a:moveTo>
                        <a:pt x="750" y="0"/>
                      </a:moveTo>
                      <a:cubicBezTo>
                        <a:pt x="334" y="0"/>
                        <a:pt x="0" y="333"/>
                        <a:pt x="0" y="750"/>
                      </a:cubicBezTo>
                      <a:cubicBezTo>
                        <a:pt x="0" y="1166"/>
                        <a:pt x="334" y="1499"/>
                        <a:pt x="750" y="1499"/>
                      </a:cubicBezTo>
                      <a:cubicBezTo>
                        <a:pt x="1167" y="1499"/>
                        <a:pt x="1500" y="1166"/>
                        <a:pt x="1500" y="750"/>
                      </a:cubicBezTo>
                      <a:cubicBezTo>
                        <a:pt x="1500" y="333"/>
                        <a:pt x="1167" y="0"/>
                        <a:pt x="7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6" name="Google Shape;596;p16"/>
              <p:cNvGrpSpPr/>
              <p:nvPr/>
            </p:nvGrpSpPr>
            <p:grpSpPr>
              <a:xfrm>
                <a:off x="9006975" y="1643275"/>
                <a:ext cx="1343825" cy="645625"/>
                <a:chOff x="202975" y="2389400"/>
                <a:chExt cx="1343825" cy="645625"/>
              </a:xfrm>
            </p:grpSpPr>
            <p:sp>
              <p:nvSpPr>
                <p:cNvPr id="597" name="Google Shape;597;p16"/>
                <p:cNvSpPr/>
                <p:nvPr/>
              </p:nvSpPr>
              <p:spPr>
                <a:xfrm>
                  <a:off x="202975" y="2389400"/>
                  <a:ext cx="1343825" cy="645625"/>
                </a:xfrm>
                <a:custGeom>
                  <a:avLst/>
                  <a:gdLst/>
                  <a:ahLst/>
                  <a:cxnLst/>
                  <a:rect l="l" t="t" r="r" b="b"/>
                  <a:pathLst>
                    <a:path w="53753" h="25825" fill="none" extrusionOk="0">
                      <a:moveTo>
                        <a:pt x="1" y="18681"/>
                      </a:moveTo>
                      <a:lnTo>
                        <a:pt x="3791" y="18681"/>
                      </a:lnTo>
                      <a:cubicBezTo>
                        <a:pt x="5520" y="18681"/>
                        <a:pt x="6915" y="17286"/>
                        <a:pt x="6915" y="15557"/>
                      </a:cubicBezTo>
                      <a:lnTo>
                        <a:pt x="6915" y="3124"/>
                      </a:lnTo>
                      <a:cubicBezTo>
                        <a:pt x="6915" y="1396"/>
                        <a:pt x="8310" y="0"/>
                        <a:pt x="10039" y="0"/>
                      </a:cubicBezTo>
                      <a:lnTo>
                        <a:pt x="34134" y="0"/>
                      </a:lnTo>
                      <a:cubicBezTo>
                        <a:pt x="35842" y="0"/>
                        <a:pt x="37258" y="1396"/>
                        <a:pt x="37258" y="3124"/>
                      </a:cubicBezTo>
                      <a:lnTo>
                        <a:pt x="37258" y="14641"/>
                      </a:lnTo>
                      <a:cubicBezTo>
                        <a:pt x="37258" y="16349"/>
                        <a:pt x="38654" y="17765"/>
                        <a:pt x="40382" y="17765"/>
                      </a:cubicBezTo>
                      <a:lnTo>
                        <a:pt x="50628" y="17765"/>
                      </a:lnTo>
                      <a:cubicBezTo>
                        <a:pt x="52357" y="17765"/>
                        <a:pt x="53752" y="19160"/>
                        <a:pt x="53752" y="20889"/>
                      </a:cubicBezTo>
                      <a:lnTo>
                        <a:pt x="53752" y="25824"/>
                      </a:ln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6"/>
                <p:cNvSpPr/>
                <p:nvPr/>
              </p:nvSpPr>
              <p:spPr>
                <a:xfrm>
                  <a:off x="358650" y="2610150"/>
                  <a:ext cx="35950" cy="97375"/>
                </a:xfrm>
                <a:custGeom>
                  <a:avLst/>
                  <a:gdLst/>
                  <a:ahLst/>
                  <a:cxnLst/>
                  <a:rect l="l" t="t" r="r" b="b"/>
                  <a:pathLst>
                    <a:path w="1438" h="3895" extrusionOk="0">
                      <a:moveTo>
                        <a:pt x="313" y="1"/>
                      </a:moveTo>
                      <a:cubicBezTo>
                        <a:pt x="126" y="21"/>
                        <a:pt x="1" y="188"/>
                        <a:pt x="22" y="375"/>
                      </a:cubicBezTo>
                      <a:lnTo>
                        <a:pt x="22" y="3520"/>
                      </a:lnTo>
                      <a:cubicBezTo>
                        <a:pt x="1" y="3708"/>
                        <a:pt x="126" y="3874"/>
                        <a:pt x="313" y="3895"/>
                      </a:cubicBezTo>
                      <a:lnTo>
                        <a:pt x="1125" y="3895"/>
                      </a:lnTo>
                      <a:cubicBezTo>
                        <a:pt x="1313" y="3874"/>
                        <a:pt x="1438" y="3708"/>
                        <a:pt x="1438" y="3541"/>
                      </a:cubicBezTo>
                      <a:lnTo>
                        <a:pt x="1438" y="375"/>
                      </a:lnTo>
                      <a:cubicBezTo>
                        <a:pt x="1438" y="188"/>
                        <a:pt x="1313" y="21"/>
                        <a:pt x="11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9" name="Google Shape;599;p16"/>
              <p:cNvGrpSpPr/>
              <p:nvPr/>
            </p:nvGrpSpPr>
            <p:grpSpPr>
              <a:xfrm flipH="1">
                <a:off x="5468571" y="-602550"/>
                <a:ext cx="1621325" cy="528475"/>
                <a:chOff x="3260225" y="257875"/>
                <a:chExt cx="1621325" cy="528475"/>
              </a:xfrm>
            </p:grpSpPr>
            <p:sp>
              <p:nvSpPr>
                <p:cNvPr id="600" name="Google Shape;600;p16"/>
                <p:cNvSpPr/>
                <p:nvPr/>
              </p:nvSpPr>
              <p:spPr>
                <a:xfrm>
                  <a:off x="3296675" y="746225"/>
                  <a:ext cx="484225" cy="25"/>
                </a:xfrm>
                <a:custGeom>
                  <a:avLst/>
                  <a:gdLst/>
                  <a:ahLst/>
                  <a:cxnLst/>
                  <a:rect l="l" t="t" r="r" b="b"/>
                  <a:pathLst>
                    <a:path w="19369" h="1" fill="none" extrusionOk="0">
                      <a:moveTo>
                        <a:pt x="19368" y="1"/>
                      </a:moveTo>
                      <a:lnTo>
                        <a:pt x="0" y="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6"/>
                <p:cNvSpPr/>
                <p:nvPr/>
              </p:nvSpPr>
              <p:spPr>
                <a:xfrm>
                  <a:off x="3861575" y="459875"/>
                  <a:ext cx="990300" cy="286375"/>
                </a:xfrm>
                <a:custGeom>
                  <a:avLst/>
                  <a:gdLst/>
                  <a:ahLst/>
                  <a:cxnLst/>
                  <a:rect l="l" t="t" r="r" b="b"/>
                  <a:pathLst>
                    <a:path w="39612" h="11455" fill="none" extrusionOk="0">
                      <a:moveTo>
                        <a:pt x="0" y="11455"/>
                      </a:moveTo>
                      <a:lnTo>
                        <a:pt x="36487" y="11455"/>
                      </a:lnTo>
                      <a:cubicBezTo>
                        <a:pt x="38195" y="11455"/>
                        <a:pt x="39611" y="10060"/>
                        <a:pt x="39611" y="8331"/>
                      </a:cubicBezTo>
                      <a:lnTo>
                        <a:pt x="39611" y="1"/>
                      </a:lnTo>
                    </a:path>
                  </a:pathLst>
                </a:custGeom>
                <a:noFill/>
                <a:ln w="13025" cap="rnd" cmpd="sng">
                  <a:solidFill>
                    <a:srgbClr val="325A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6"/>
                <p:cNvSpPr/>
                <p:nvPr/>
              </p:nvSpPr>
              <p:spPr>
                <a:xfrm>
                  <a:off x="3260225" y="728000"/>
                  <a:ext cx="36475" cy="36475"/>
                </a:xfrm>
                <a:custGeom>
                  <a:avLst/>
                  <a:gdLst/>
                  <a:ahLst/>
                  <a:cxnLst/>
                  <a:rect l="l" t="t" r="r" b="b"/>
                  <a:pathLst>
                    <a:path w="1459" h="1459" extrusionOk="0">
                      <a:moveTo>
                        <a:pt x="729" y="1"/>
                      </a:moveTo>
                      <a:cubicBezTo>
                        <a:pt x="334" y="1"/>
                        <a:pt x="0" y="334"/>
                        <a:pt x="0" y="730"/>
                      </a:cubicBezTo>
                      <a:cubicBezTo>
                        <a:pt x="0" y="1126"/>
                        <a:pt x="334" y="1459"/>
                        <a:pt x="729" y="1459"/>
                      </a:cubicBezTo>
                      <a:cubicBezTo>
                        <a:pt x="1146" y="1459"/>
                        <a:pt x="1458" y="1126"/>
                        <a:pt x="1458" y="730"/>
                      </a:cubicBezTo>
                      <a:cubicBezTo>
                        <a:pt x="1458" y="334"/>
                        <a:pt x="1146" y="1"/>
                        <a:pt x="7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6"/>
                <p:cNvSpPr/>
                <p:nvPr/>
              </p:nvSpPr>
              <p:spPr>
                <a:xfrm>
                  <a:off x="4822150" y="400000"/>
                  <a:ext cx="59400" cy="59375"/>
                </a:xfrm>
                <a:custGeom>
                  <a:avLst/>
                  <a:gdLst/>
                  <a:ahLst/>
                  <a:cxnLst/>
                  <a:rect l="l" t="t" r="r" b="b"/>
                  <a:pathLst>
                    <a:path w="2376" h="2375" fill="none" extrusionOk="0">
                      <a:moveTo>
                        <a:pt x="2375" y="1188"/>
                      </a:moveTo>
                      <a:cubicBezTo>
                        <a:pt x="2375" y="1854"/>
                        <a:pt x="1834" y="2375"/>
                        <a:pt x="1188" y="2375"/>
                      </a:cubicBezTo>
                      <a:cubicBezTo>
                        <a:pt x="522" y="2375"/>
                        <a:pt x="1" y="1854"/>
                        <a:pt x="1" y="1188"/>
                      </a:cubicBezTo>
                      <a:cubicBezTo>
                        <a:pt x="1" y="542"/>
                        <a:pt x="522" y="1"/>
                        <a:pt x="1188" y="1"/>
                      </a:cubicBezTo>
                      <a:cubicBezTo>
                        <a:pt x="1834" y="1"/>
                        <a:pt x="2375" y="542"/>
                        <a:pt x="2375" y="1188"/>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6"/>
                <p:cNvSpPr/>
                <p:nvPr/>
              </p:nvSpPr>
              <p:spPr>
                <a:xfrm>
                  <a:off x="4390550" y="724375"/>
                  <a:ext cx="102575" cy="44275"/>
                </a:xfrm>
                <a:custGeom>
                  <a:avLst/>
                  <a:gdLst/>
                  <a:ahLst/>
                  <a:cxnLst/>
                  <a:rect l="l" t="t" r="r" b="b"/>
                  <a:pathLst>
                    <a:path w="4103" h="1771" extrusionOk="0">
                      <a:moveTo>
                        <a:pt x="375" y="0"/>
                      </a:moveTo>
                      <a:cubicBezTo>
                        <a:pt x="167" y="0"/>
                        <a:pt x="0" y="167"/>
                        <a:pt x="0" y="375"/>
                      </a:cubicBezTo>
                      <a:lnTo>
                        <a:pt x="0" y="1375"/>
                      </a:lnTo>
                      <a:cubicBezTo>
                        <a:pt x="0" y="1583"/>
                        <a:pt x="167" y="1770"/>
                        <a:pt x="375" y="1770"/>
                      </a:cubicBezTo>
                      <a:lnTo>
                        <a:pt x="3728" y="1770"/>
                      </a:lnTo>
                      <a:cubicBezTo>
                        <a:pt x="3936" y="1770"/>
                        <a:pt x="4103" y="1583"/>
                        <a:pt x="4103" y="1375"/>
                      </a:cubicBezTo>
                      <a:lnTo>
                        <a:pt x="4103" y="375"/>
                      </a:lnTo>
                      <a:cubicBezTo>
                        <a:pt x="4103" y="167"/>
                        <a:pt x="3936" y="0"/>
                        <a:pt x="37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6"/>
                <p:cNvSpPr/>
                <p:nvPr/>
              </p:nvSpPr>
              <p:spPr>
                <a:xfrm>
                  <a:off x="3780875" y="706150"/>
                  <a:ext cx="80725" cy="80200"/>
                </a:xfrm>
                <a:custGeom>
                  <a:avLst/>
                  <a:gdLst/>
                  <a:ahLst/>
                  <a:cxnLst/>
                  <a:rect l="l" t="t" r="r" b="b"/>
                  <a:pathLst>
                    <a:path w="3229" h="3208" fill="none" extrusionOk="0">
                      <a:moveTo>
                        <a:pt x="3228" y="1604"/>
                      </a:moveTo>
                      <a:cubicBezTo>
                        <a:pt x="3228" y="2499"/>
                        <a:pt x="2499" y="3207"/>
                        <a:pt x="1625" y="3207"/>
                      </a:cubicBezTo>
                      <a:cubicBezTo>
                        <a:pt x="729" y="3207"/>
                        <a:pt x="0" y="2499"/>
                        <a:pt x="0" y="1604"/>
                      </a:cubicBezTo>
                      <a:cubicBezTo>
                        <a:pt x="0" y="708"/>
                        <a:pt x="729" y="0"/>
                        <a:pt x="1625" y="0"/>
                      </a:cubicBezTo>
                      <a:cubicBezTo>
                        <a:pt x="2499" y="0"/>
                        <a:pt x="3228" y="708"/>
                        <a:pt x="3228" y="1604"/>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6"/>
                <p:cNvSpPr/>
                <p:nvPr/>
              </p:nvSpPr>
              <p:spPr>
                <a:xfrm>
                  <a:off x="4851850" y="257875"/>
                  <a:ext cx="25" cy="132775"/>
                </a:xfrm>
                <a:custGeom>
                  <a:avLst/>
                  <a:gdLst/>
                  <a:ahLst/>
                  <a:cxnLst/>
                  <a:rect l="l" t="t" r="r" b="b"/>
                  <a:pathLst>
                    <a:path w="1" h="5311" fill="none" extrusionOk="0">
                      <a:moveTo>
                        <a:pt x="0" y="5311"/>
                      </a:moveTo>
                      <a:lnTo>
                        <a:pt x="0" y="0"/>
                      </a:lnTo>
                    </a:path>
                  </a:pathLst>
                </a:custGeom>
                <a:noFill/>
                <a:ln w="13025" cap="rnd" cmpd="sng">
                  <a:solidFill>
                    <a:srgbClr val="325A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07" name="Google Shape;607;p16"/>
            <p:cNvGrpSpPr/>
            <p:nvPr/>
          </p:nvGrpSpPr>
          <p:grpSpPr>
            <a:xfrm>
              <a:off x="-609100" y="2564075"/>
              <a:ext cx="3035400" cy="2544950"/>
              <a:chOff x="-609100" y="2564075"/>
              <a:chExt cx="3035400" cy="2544950"/>
            </a:xfrm>
          </p:grpSpPr>
          <p:grpSp>
            <p:nvGrpSpPr>
              <p:cNvPr id="608" name="Google Shape;608;p16"/>
              <p:cNvGrpSpPr/>
              <p:nvPr/>
            </p:nvGrpSpPr>
            <p:grpSpPr>
              <a:xfrm flipH="1">
                <a:off x="-609100" y="2564075"/>
                <a:ext cx="1291225" cy="1202725"/>
                <a:chOff x="6773575" y="2030675"/>
                <a:chExt cx="1291225" cy="1202725"/>
              </a:xfrm>
            </p:grpSpPr>
            <p:sp>
              <p:nvSpPr>
                <p:cNvPr id="609" name="Google Shape;609;p16"/>
                <p:cNvSpPr/>
                <p:nvPr/>
              </p:nvSpPr>
              <p:spPr>
                <a:xfrm>
                  <a:off x="6808975" y="2051500"/>
                  <a:ext cx="1255825" cy="1161075"/>
                </a:xfrm>
                <a:custGeom>
                  <a:avLst/>
                  <a:gdLst/>
                  <a:ahLst/>
                  <a:cxnLst/>
                  <a:rect l="l" t="t" r="r" b="b"/>
                  <a:pathLst>
                    <a:path w="50233" h="46443" fill="none" extrusionOk="0">
                      <a:moveTo>
                        <a:pt x="50232" y="12850"/>
                      </a:moveTo>
                      <a:lnTo>
                        <a:pt x="46900" y="12850"/>
                      </a:lnTo>
                      <a:cubicBezTo>
                        <a:pt x="45172" y="12850"/>
                        <a:pt x="43776" y="14246"/>
                        <a:pt x="43776" y="15974"/>
                      </a:cubicBezTo>
                      <a:lnTo>
                        <a:pt x="43776" y="43319"/>
                      </a:lnTo>
                      <a:cubicBezTo>
                        <a:pt x="43776" y="45026"/>
                        <a:pt x="42360" y="46443"/>
                        <a:pt x="40653" y="46443"/>
                      </a:cubicBezTo>
                      <a:lnTo>
                        <a:pt x="18535" y="46443"/>
                      </a:lnTo>
                      <a:cubicBezTo>
                        <a:pt x="16807" y="46443"/>
                        <a:pt x="15412" y="45026"/>
                        <a:pt x="15412" y="43319"/>
                      </a:cubicBezTo>
                      <a:lnTo>
                        <a:pt x="15412" y="17640"/>
                      </a:lnTo>
                      <a:cubicBezTo>
                        <a:pt x="15412" y="15912"/>
                        <a:pt x="15412" y="13100"/>
                        <a:pt x="15432" y="11393"/>
                      </a:cubicBezTo>
                      <a:lnTo>
                        <a:pt x="15474" y="3125"/>
                      </a:lnTo>
                      <a:cubicBezTo>
                        <a:pt x="15474" y="1417"/>
                        <a:pt x="14079" y="22"/>
                        <a:pt x="12371" y="1"/>
                      </a:cubicBezTo>
                      <a:lnTo>
                        <a:pt x="0" y="1"/>
                      </a:lnTo>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16"/>
                <p:cNvSpPr/>
                <p:nvPr/>
              </p:nvSpPr>
              <p:spPr>
                <a:xfrm>
                  <a:off x="7306200" y="3190175"/>
                  <a:ext cx="99975" cy="43225"/>
                </a:xfrm>
                <a:custGeom>
                  <a:avLst/>
                  <a:gdLst/>
                  <a:ahLst/>
                  <a:cxnLst/>
                  <a:rect l="l" t="t" r="r" b="b"/>
                  <a:pathLst>
                    <a:path w="3999" h="1729" extrusionOk="0">
                      <a:moveTo>
                        <a:pt x="354" y="0"/>
                      </a:moveTo>
                      <a:cubicBezTo>
                        <a:pt x="167" y="0"/>
                        <a:pt x="0" y="167"/>
                        <a:pt x="0" y="375"/>
                      </a:cubicBezTo>
                      <a:lnTo>
                        <a:pt x="0" y="1375"/>
                      </a:lnTo>
                      <a:cubicBezTo>
                        <a:pt x="0" y="1562"/>
                        <a:pt x="167" y="1729"/>
                        <a:pt x="354" y="1729"/>
                      </a:cubicBezTo>
                      <a:lnTo>
                        <a:pt x="3645" y="1729"/>
                      </a:lnTo>
                      <a:cubicBezTo>
                        <a:pt x="3853" y="1729"/>
                        <a:pt x="3999" y="1562"/>
                        <a:pt x="3999" y="1375"/>
                      </a:cubicBezTo>
                      <a:lnTo>
                        <a:pt x="3999" y="375"/>
                      </a:lnTo>
                      <a:cubicBezTo>
                        <a:pt x="3999" y="167"/>
                        <a:pt x="3853" y="0"/>
                        <a:pt x="3645"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6"/>
                <p:cNvSpPr/>
                <p:nvPr/>
              </p:nvSpPr>
              <p:spPr>
                <a:xfrm>
                  <a:off x="6773575" y="2030675"/>
                  <a:ext cx="41675" cy="41675"/>
                </a:xfrm>
                <a:custGeom>
                  <a:avLst/>
                  <a:gdLst/>
                  <a:ahLst/>
                  <a:cxnLst/>
                  <a:rect l="l" t="t" r="r" b="b"/>
                  <a:pathLst>
                    <a:path w="1667" h="1667" fill="none" extrusionOk="0">
                      <a:moveTo>
                        <a:pt x="1666" y="834"/>
                      </a:moveTo>
                      <a:cubicBezTo>
                        <a:pt x="1666" y="1292"/>
                        <a:pt x="1291" y="1667"/>
                        <a:pt x="833" y="1667"/>
                      </a:cubicBezTo>
                      <a:cubicBezTo>
                        <a:pt x="375" y="1667"/>
                        <a:pt x="0" y="1292"/>
                        <a:pt x="0" y="834"/>
                      </a:cubicBezTo>
                      <a:cubicBezTo>
                        <a:pt x="0" y="376"/>
                        <a:pt x="375" y="1"/>
                        <a:pt x="833" y="1"/>
                      </a:cubicBezTo>
                      <a:cubicBezTo>
                        <a:pt x="1291" y="1"/>
                        <a:pt x="1666" y="376"/>
                        <a:pt x="1666" y="834"/>
                      </a:cubicBezTo>
                      <a:close/>
                    </a:path>
                  </a:pathLst>
                </a:custGeom>
                <a:noFill/>
                <a:ln w="1197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6"/>
                <p:cNvSpPr/>
                <p:nvPr/>
              </p:nvSpPr>
              <p:spPr>
                <a:xfrm>
                  <a:off x="7152075" y="2472700"/>
                  <a:ext cx="80200" cy="80225"/>
                </a:xfrm>
                <a:custGeom>
                  <a:avLst/>
                  <a:gdLst/>
                  <a:ahLst/>
                  <a:cxnLst/>
                  <a:rect l="l" t="t" r="r" b="b"/>
                  <a:pathLst>
                    <a:path w="3208" h="3209" extrusionOk="0">
                      <a:moveTo>
                        <a:pt x="1604" y="1"/>
                      </a:moveTo>
                      <a:cubicBezTo>
                        <a:pt x="730" y="1"/>
                        <a:pt x="1" y="709"/>
                        <a:pt x="1" y="1605"/>
                      </a:cubicBezTo>
                      <a:cubicBezTo>
                        <a:pt x="1" y="2479"/>
                        <a:pt x="730" y="3208"/>
                        <a:pt x="1604" y="3208"/>
                      </a:cubicBezTo>
                      <a:cubicBezTo>
                        <a:pt x="2479" y="3208"/>
                        <a:pt x="3208" y="2479"/>
                        <a:pt x="3208" y="1605"/>
                      </a:cubicBezTo>
                      <a:cubicBezTo>
                        <a:pt x="3208" y="709"/>
                        <a:pt x="2479" y="1"/>
                        <a:pt x="1604"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3" name="Google Shape;613;p16"/>
              <p:cNvGrpSpPr/>
              <p:nvPr/>
            </p:nvGrpSpPr>
            <p:grpSpPr>
              <a:xfrm flipH="1">
                <a:off x="-609100" y="4439450"/>
                <a:ext cx="1550000" cy="198400"/>
                <a:chOff x="6514800" y="3906050"/>
                <a:chExt cx="1550000" cy="198400"/>
              </a:xfrm>
            </p:grpSpPr>
            <p:sp>
              <p:nvSpPr>
                <p:cNvPr id="614" name="Google Shape;614;p16"/>
                <p:cNvSpPr/>
                <p:nvPr/>
              </p:nvSpPr>
              <p:spPr>
                <a:xfrm>
                  <a:off x="6547600" y="3934700"/>
                  <a:ext cx="1517200" cy="145800"/>
                </a:xfrm>
                <a:custGeom>
                  <a:avLst/>
                  <a:gdLst/>
                  <a:ahLst/>
                  <a:cxnLst/>
                  <a:rect l="l" t="t" r="r" b="b"/>
                  <a:pathLst>
                    <a:path w="60688" h="5832" fill="none" extrusionOk="0">
                      <a:moveTo>
                        <a:pt x="60687" y="0"/>
                      </a:moveTo>
                      <a:lnTo>
                        <a:pt x="38196" y="0"/>
                      </a:lnTo>
                      <a:cubicBezTo>
                        <a:pt x="36467" y="0"/>
                        <a:pt x="35072" y="1312"/>
                        <a:pt x="35072" y="2916"/>
                      </a:cubicBezTo>
                      <a:cubicBezTo>
                        <a:pt x="35072" y="4519"/>
                        <a:pt x="33655" y="5831"/>
                        <a:pt x="31948" y="5831"/>
                      </a:cubicBezTo>
                      <a:lnTo>
                        <a:pt x="1" y="583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16"/>
                <p:cNvSpPr/>
                <p:nvPr/>
              </p:nvSpPr>
              <p:spPr>
                <a:xfrm>
                  <a:off x="6514800" y="4056000"/>
                  <a:ext cx="48450" cy="48450"/>
                </a:xfrm>
                <a:custGeom>
                  <a:avLst/>
                  <a:gdLst/>
                  <a:ahLst/>
                  <a:cxnLst/>
                  <a:rect l="l" t="t" r="r" b="b"/>
                  <a:pathLst>
                    <a:path w="1938" h="1938" extrusionOk="0">
                      <a:moveTo>
                        <a:pt x="959" y="0"/>
                      </a:moveTo>
                      <a:cubicBezTo>
                        <a:pt x="438" y="0"/>
                        <a:pt x="1" y="438"/>
                        <a:pt x="1" y="958"/>
                      </a:cubicBezTo>
                      <a:cubicBezTo>
                        <a:pt x="1" y="1500"/>
                        <a:pt x="438" y="1937"/>
                        <a:pt x="959" y="1937"/>
                      </a:cubicBezTo>
                      <a:cubicBezTo>
                        <a:pt x="1500" y="1937"/>
                        <a:pt x="1938" y="1500"/>
                        <a:pt x="1938" y="958"/>
                      </a:cubicBezTo>
                      <a:cubicBezTo>
                        <a:pt x="1938" y="438"/>
                        <a:pt x="1500" y="0"/>
                        <a:pt x="9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16"/>
                <p:cNvSpPr/>
                <p:nvPr/>
              </p:nvSpPr>
              <p:spPr>
                <a:xfrm>
                  <a:off x="7657625" y="3906050"/>
                  <a:ext cx="56250" cy="56775"/>
                </a:xfrm>
                <a:custGeom>
                  <a:avLst/>
                  <a:gdLst/>
                  <a:ahLst/>
                  <a:cxnLst/>
                  <a:rect l="l" t="t" r="r" b="b"/>
                  <a:pathLst>
                    <a:path w="2250" h="2271" extrusionOk="0">
                      <a:moveTo>
                        <a:pt x="1125" y="1"/>
                      </a:moveTo>
                      <a:cubicBezTo>
                        <a:pt x="500" y="1"/>
                        <a:pt x="1" y="521"/>
                        <a:pt x="1" y="1146"/>
                      </a:cubicBezTo>
                      <a:cubicBezTo>
                        <a:pt x="1" y="1771"/>
                        <a:pt x="500" y="2271"/>
                        <a:pt x="1125" y="2271"/>
                      </a:cubicBezTo>
                      <a:cubicBezTo>
                        <a:pt x="1750" y="2271"/>
                        <a:pt x="2250" y="1771"/>
                        <a:pt x="2250" y="1146"/>
                      </a:cubicBezTo>
                      <a:cubicBezTo>
                        <a:pt x="2250" y="521"/>
                        <a:pt x="1750" y="1"/>
                        <a:pt x="11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7" name="Google Shape;617;p16"/>
              <p:cNvGrpSpPr/>
              <p:nvPr/>
            </p:nvGrpSpPr>
            <p:grpSpPr>
              <a:xfrm flipH="1">
                <a:off x="1810875" y="4896821"/>
                <a:ext cx="615425" cy="212204"/>
                <a:chOff x="5029400" y="4363421"/>
                <a:chExt cx="615425" cy="212204"/>
              </a:xfrm>
            </p:grpSpPr>
            <p:sp>
              <p:nvSpPr>
                <p:cNvPr id="618" name="Google Shape;618;p16"/>
                <p:cNvSpPr/>
                <p:nvPr/>
              </p:nvSpPr>
              <p:spPr>
                <a:xfrm>
                  <a:off x="5048150" y="4412125"/>
                  <a:ext cx="567000" cy="141125"/>
                </a:xfrm>
                <a:custGeom>
                  <a:avLst/>
                  <a:gdLst/>
                  <a:ahLst/>
                  <a:cxnLst/>
                  <a:rect l="l" t="t" r="r" b="b"/>
                  <a:pathLst>
                    <a:path w="22680" h="5645" fill="none" extrusionOk="0">
                      <a:moveTo>
                        <a:pt x="22680" y="5644"/>
                      </a:moveTo>
                      <a:lnTo>
                        <a:pt x="3124" y="5644"/>
                      </a:lnTo>
                      <a:cubicBezTo>
                        <a:pt x="1396" y="5644"/>
                        <a:pt x="0" y="4374"/>
                        <a:pt x="0" y="2812"/>
                      </a:cubicBezTo>
                      <a:lnTo>
                        <a:pt x="0" y="0"/>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16"/>
                <p:cNvSpPr/>
                <p:nvPr/>
              </p:nvSpPr>
              <p:spPr>
                <a:xfrm>
                  <a:off x="5596375" y="4527175"/>
                  <a:ext cx="48450" cy="48450"/>
                </a:xfrm>
                <a:custGeom>
                  <a:avLst/>
                  <a:gdLst/>
                  <a:ahLst/>
                  <a:cxnLst/>
                  <a:rect l="l" t="t" r="r" b="b"/>
                  <a:pathLst>
                    <a:path w="1938" h="1938" extrusionOk="0">
                      <a:moveTo>
                        <a:pt x="980" y="1"/>
                      </a:moveTo>
                      <a:cubicBezTo>
                        <a:pt x="438" y="1"/>
                        <a:pt x="1" y="438"/>
                        <a:pt x="1" y="980"/>
                      </a:cubicBezTo>
                      <a:cubicBezTo>
                        <a:pt x="1" y="1500"/>
                        <a:pt x="438" y="1938"/>
                        <a:pt x="980" y="1938"/>
                      </a:cubicBezTo>
                      <a:cubicBezTo>
                        <a:pt x="1500" y="1938"/>
                        <a:pt x="1938" y="1500"/>
                        <a:pt x="1938" y="980"/>
                      </a:cubicBezTo>
                      <a:cubicBezTo>
                        <a:pt x="1938" y="438"/>
                        <a:pt x="1500" y="1"/>
                        <a:pt x="9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6"/>
                <p:cNvSpPr/>
                <p:nvPr/>
              </p:nvSpPr>
              <p:spPr>
                <a:xfrm>
                  <a:off x="5029400" y="4363421"/>
                  <a:ext cx="48450" cy="48425"/>
                </a:xfrm>
                <a:custGeom>
                  <a:avLst/>
                  <a:gdLst/>
                  <a:ahLst/>
                  <a:cxnLst/>
                  <a:rect l="l" t="t" r="r" b="b"/>
                  <a:pathLst>
                    <a:path w="1938" h="1937" fill="none" extrusionOk="0">
                      <a:moveTo>
                        <a:pt x="1937" y="979"/>
                      </a:moveTo>
                      <a:cubicBezTo>
                        <a:pt x="1937" y="1500"/>
                        <a:pt x="1500" y="1937"/>
                        <a:pt x="979" y="1937"/>
                      </a:cubicBezTo>
                      <a:cubicBezTo>
                        <a:pt x="438" y="1937"/>
                        <a:pt x="1" y="1500"/>
                        <a:pt x="1" y="979"/>
                      </a:cubicBezTo>
                      <a:cubicBezTo>
                        <a:pt x="1" y="437"/>
                        <a:pt x="438" y="0"/>
                        <a:pt x="979" y="0"/>
                      </a:cubicBezTo>
                      <a:cubicBezTo>
                        <a:pt x="1500" y="0"/>
                        <a:pt x="1937" y="437"/>
                        <a:pt x="1937" y="979"/>
                      </a:cubicBezTo>
                      <a:close/>
                    </a:path>
                  </a:pathLst>
                </a:custGeom>
                <a:noFill/>
                <a:ln w="13025" cap="flat" cmpd="sng">
                  <a:solidFill>
                    <a:schemeClr val="accent1"/>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621" name="Google Shape;621;p16"/>
          <p:cNvSpPr txBox="1">
            <a:spLocks noGrp="1"/>
          </p:cNvSpPr>
          <p:nvPr>
            <p:ph type="title"/>
          </p:nvPr>
        </p:nvSpPr>
        <p:spPr>
          <a:xfrm>
            <a:off x="1807688" y="3435325"/>
            <a:ext cx="5584200" cy="53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22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622" name="Google Shape;622;p16"/>
          <p:cNvSpPr txBox="1">
            <a:spLocks noGrp="1"/>
          </p:cNvSpPr>
          <p:nvPr>
            <p:ph type="subTitle" idx="1"/>
          </p:nvPr>
        </p:nvSpPr>
        <p:spPr>
          <a:xfrm>
            <a:off x="1807688" y="1324950"/>
            <a:ext cx="5584200" cy="1999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3000"/>
              <a:buNone/>
              <a:defRPr sz="26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623"/>
        <p:cNvGrpSpPr/>
        <p:nvPr/>
      </p:nvGrpSpPr>
      <p:grpSpPr>
        <a:xfrm>
          <a:off x="0" y="0"/>
          <a:ext cx="0" cy="0"/>
          <a:chOff x="0" y="0"/>
          <a:chExt cx="0" cy="0"/>
        </a:xfrm>
      </p:grpSpPr>
      <p:grpSp>
        <p:nvGrpSpPr>
          <p:cNvPr id="624" name="Google Shape;624;p17"/>
          <p:cNvGrpSpPr/>
          <p:nvPr/>
        </p:nvGrpSpPr>
        <p:grpSpPr>
          <a:xfrm>
            <a:off x="-89225" y="-163875"/>
            <a:ext cx="9233225" cy="5610100"/>
            <a:chOff x="-89225" y="-163875"/>
            <a:chExt cx="9233225" cy="5610100"/>
          </a:xfrm>
        </p:grpSpPr>
        <p:grpSp>
          <p:nvGrpSpPr>
            <p:cNvPr id="625" name="Google Shape;625;p17"/>
            <p:cNvGrpSpPr/>
            <p:nvPr/>
          </p:nvGrpSpPr>
          <p:grpSpPr>
            <a:xfrm flipH="1">
              <a:off x="-89225" y="4330421"/>
              <a:ext cx="1300100" cy="1115804"/>
              <a:chOff x="139375" y="4254221"/>
              <a:chExt cx="1300100" cy="1115804"/>
            </a:xfrm>
          </p:grpSpPr>
          <p:grpSp>
            <p:nvGrpSpPr>
              <p:cNvPr id="626" name="Google Shape;626;p17"/>
              <p:cNvGrpSpPr/>
              <p:nvPr/>
            </p:nvGrpSpPr>
            <p:grpSpPr>
              <a:xfrm>
                <a:off x="627750" y="4254221"/>
                <a:ext cx="615425" cy="887204"/>
                <a:chOff x="627750" y="4254221"/>
                <a:chExt cx="615425" cy="887204"/>
              </a:xfrm>
            </p:grpSpPr>
            <p:grpSp>
              <p:nvGrpSpPr>
                <p:cNvPr id="627" name="Google Shape;627;p17"/>
                <p:cNvGrpSpPr/>
                <p:nvPr/>
              </p:nvGrpSpPr>
              <p:grpSpPr>
                <a:xfrm>
                  <a:off x="627750" y="4302650"/>
                  <a:ext cx="615425" cy="838775"/>
                  <a:chOff x="5029400" y="3925325"/>
                  <a:chExt cx="615425" cy="838775"/>
                </a:xfrm>
              </p:grpSpPr>
              <p:sp>
                <p:nvSpPr>
                  <p:cNvPr id="628" name="Google Shape;628;p17"/>
                  <p:cNvSpPr/>
                  <p:nvPr/>
                </p:nvSpPr>
                <p:spPr>
                  <a:xfrm>
                    <a:off x="5048150" y="4412125"/>
                    <a:ext cx="567000" cy="141125"/>
                  </a:xfrm>
                  <a:custGeom>
                    <a:avLst/>
                    <a:gdLst/>
                    <a:ahLst/>
                    <a:cxnLst/>
                    <a:rect l="l" t="t" r="r" b="b"/>
                    <a:pathLst>
                      <a:path w="22680" h="5645" fill="none" extrusionOk="0">
                        <a:moveTo>
                          <a:pt x="22680" y="5644"/>
                        </a:moveTo>
                        <a:lnTo>
                          <a:pt x="3124" y="5644"/>
                        </a:lnTo>
                        <a:cubicBezTo>
                          <a:pt x="1396" y="5644"/>
                          <a:pt x="0" y="4374"/>
                          <a:pt x="0" y="2812"/>
                        </a:cubicBezTo>
                        <a:lnTo>
                          <a:pt x="0" y="0"/>
                        </a:lnTo>
                      </a:path>
                    </a:pathLst>
                  </a:custGeom>
                  <a:noFill/>
                  <a:ln w="130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17"/>
                  <p:cNvSpPr/>
                  <p:nvPr/>
                </p:nvSpPr>
                <p:spPr>
                  <a:xfrm>
                    <a:off x="5496425" y="3925325"/>
                    <a:ext cx="124450" cy="838775"/>
                  </a:xfrm>
                  <a:custGeom>
                    <a:avLst/>
                    <a:gdLst/>
                    <a:ahLst/>
                    <a:cxnLst/>
                    <a:rect l="l" t="t" r="r" b="b"/>
                    <a:pathLst>
                      <a:path w="4978" h="33551" fill="none" extrusionOk="0">
                        <a:moveTo>
                          <a:pt x="4978" y="33551"/>
                        </a:moveTo>
                        <a:lnTo>
                          <a:pt x="4978" y="21659"/>
                        </a:lnTo>
                        <a:cubicBezTo>
                          <a:pt x="4978" y="19931"/>
                          <a:pt x="3853" y="18535"/>
                          <a:pt x="2479" y="18535"/>
                        </a:cubicBezTo>
                        <a:cubicBezTo>
                          <a:pt x="1104" y="18535"/>
                          <a:pt x="0" y="17119"/>
                          <a:pt x="0" y="15411"/>
                        </a:cubicBezTo>
                        <a:lnTo>
                          <a:pt x="0" y="0"/>
                        </a:lnTo>
                      </a:path>
                    </a:pathLst>
                  </a:custGeom>
                  <a:noFill/>
                  <a:ln w="130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17"/>
                  <p:cNvSpPr/>
                  <p:nvPr/>
                </p:nvSpPr>
                <p:spPr>
                  <a:xfrm>
                    <a:off x="5596375" y="4527175"/>
                    <a:ext cx="48450" cy="48450"/>
                  </a:xfrm>
                  <a:custGeom>
                    <a:avLst/>
                    <a:gdLst/>
                    <a:ahLst/>
                    <a:cxnLst/>
                    <a:rect l="l" t="t" r="r" b="b"/>
                    <a:pathLst>
                      <a:path w="1938" h="1938" extrusionOk="0">
                        <a:moveTo>
                          <a:pt x="980" y="1"/>
                        </a:moveTo>
                        <a:cubicBezTo>
                          <a:pt x="438" y="1"/>
                          <a:pt x="1" y="438"/>
                          <a:pt x="1" y="980"/>
                        </a:cubicBezTo>
                        <a:cubicBezTo>
                          <a:pt x="1" y="1500"/>
                          <a:pt x="438" y="1938"/>
                          <a:pt x="980" y="1938"/>
                        </a:cubicBezTo>
                        <a:cubicBezTo>
                          <a:pt x="1500" y="1938"/>
                          <a:pt x="1938" y="1500"/>
                          <a:pt x="1938" y="980"/>
                        </a:cubicBezTo>
                        <a:cubicBezTo>
                          <a:pt x="1938" y="438"/>
                          <a:pt x="1500" y="1"/>
                          <a:pt x="980"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17"/>
                  <p:cNvSpPr/>
                  <p:nvPr/>
                </p:nvSpPr>
                <p:spPr>
                  <a:xfrm>
                    <a:off x="5029400" y="4363421"/>
                    <a:ext cx="48450" cy="48425"/>
                  </a:xfrm>
                  <a:custGeom>
                    <a:avLst/>
                    <a:gdLst/>
                    <a:ahLst/>
                    <a:cxnLst/>
                    <a:rect l="l" t="t" r="r" b="b"/>
                    <a:pathLst>
                      <a:path w="1938" h="1937" fill="none" extrusionOk="0">
                        <a:moveTo>
                          <a:pt x="1937" y="979"/>
                        </a:moveTo>
                        <a:cubicBezTo>
                          <a:pt x="1937" y="1500"/>
                          <a:pt x="1500" y="1937"/>
                          <a:pt x="979" y="1937"/>
                        </a:cubicBezTo>
                        <a:cubicBezTo>
                          <a:pt x="438" y="1937"/>
                          <a:pt x="1" y="1500"/>
                          <a:pt x="1" y="979"/>
                        </a:cubicBezTo>
                        <a:cubicBezTo>
                          <a:pt x="1" y="437"/>
                          <a:pt x="438" y="0"/>
                          <a:pt x="979" y="0"/>
                        </a:cubicBezTo>
                        <a:cubicBezTo>
                          <a:pt x="1500" y="0"/>
                          <a:pt x="1937" y="437"/>
                          <a:pt x="1937" y="979"/>
                        </a:cubicBezTo>
                        <a:close/>
                      </a:path>
                    </a:pathLst>
                  </a:custGeom>
                  <a:noFill/>
                  <a:ln w="1302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2" name="Google Shape;632;p17"/>
                <p:cNvSpPr/>
                <p:nvPr/>
              </p:nvSpPr>
              <p:spPr>
                <a:xfrm>
                  <a:off x="1070000" y="4254221"/>
                  <a:ext cx="48450" cy="48425"/>
                </a:xfrm>
                <a:custGeom>
                  <a:avLst/>
                  <a:gdLst/>
                  <a:ahLst/>
                  <a:cxnLst/>
                  <a:rect l="l" t="t" r="r" b="b"/>
                  <a:pathLst>
                    <a:path w="1938" h="1937" fill="none" extrusionOk="0">
                      <a:moveTo>
                        <a:pt x="1937" y="979"/>
                      </a:moveTo>
                      <a:cubicBezTo>
                        <a:pt x="1937" y="1500"/>
                        <a:pt x="1500" y="1937"/>
                        <a:pt x="979" y="1937"/>
                      </a:cubicBezTo>
                      <a:cubicBezTo>
                        <a:pt x="438" y="1937"/>
                        <a:pt x="1" y="1500"/>
                        <a:pt x="1" y="979"/>
                      </a:cubicBezTo>
                      <a:cubicBezTo>
                        <a:pt x="1" y="437"/>
                        <a:pt x="438" y="0"/>
                        <a:pt x="979" y="0"/>
                      </a:cubicBezTo>
                      <a:cubicBezTo>
                        <a:pt x="1500" y="0"/>
                        <a:pt x="1937" y="437"/>
                        <a:pt x="1937" y="979"/>
                      </a:cubicBezTo>
                      <a:close/>
                    </a:path>
                  </a:pathLst>
                </a:custGeom>
                <a:noFill/>
                <a:ln w="1302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3" name="Google Shape;633;p17"/>
              <p:cNvGrpSpPr/>
              <p:nvPr/>
            </p:nvGrpSpPr>
            <p:grpSpPr>
              <a:xfrm>
                <a:off x="139375" y="4480225"/>
                <a:ext cx="1300100" cy="889800"/>
                <a:chOff x="4541025" y="3874300"/>
                <a:chExt cx="1300100" cy="889800"/>
              </a:xfrm>
            </p:grpSpPr>
            <p:sp>
              <p:nvSpPr>
                <p:cNvPr id="634" name="Google Shape;634;p17"/>
                <p:cNvSpPr/>
                <p:nvPr/>
              </p:nvSpPr>
              <p:spPr>
                <a:xfrm>
                  <a:off x="4592575" y="4337675"/>
                  <a:ext cx="25" cy="426425"/>
                </a:xfrm>
                <a:custGeom>
                  <a:avLst/>
                  <a:gdLst/>
                  <a:ahLst/>
                  <a:cxnLst/>
                  <a:rect l="l" t="t" r="r" b="b"/>
                  <a:pathLst>
                    <a:path w="1" h="17057" fill="none" extrusionOk="0">
                      <a:moveTo>
                        <a:pt x="1" y="0"/>
                      </a:moveTo>
                      <a:lnTo>
                        <a:pt x="1" y="17057"/>
                      </a:lnTo>
                    </a:path>
                  </a:pathLst>
                </a:custGeom>
                <a:noFill/>
                <a:ln w="145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7"/>
                <p:cNvSpPr/>
                <p:nvPr/>
              </p:nvSpPr>
              <p:spPr>
                <a:xfrm>
                  <a:off x="4586850" y="3898250"/>
                  <a:ext cx="1230825" cy="349375"/>
                </a:xfrm>
                <a:custGeom>
                  <a:avLst/>
                  <a:gdLst/>
                  <a:ahLst/>
                  <a:cxnLst/>
                  <a:rect l="l" t="t" r="r" b="b"/>
                  <a:pathLst>
                    <a:path w="49233" h="13975" fill="none" extrusionOk="0">
                      <a:moveTo>
                        <a:pt x="49233" y="0"/>
                      </a:moveTo>
                      <a:lnTo>
                        <a:pt x="18973" y="0"/>
                      </a:lnTo>
                      <a:cubicBezTo>
                        <a:pt x="17244" y="0"/>
                        <a:pt x="15849" y="1396"/>
                        <a:pt x="15849" y="3124"/>
                      </a:cubicBezTo>
                      <a:lnTo>
                        <a:pt x="15849" y="4165"/>
                      </a:lnTo>
                      <a:cubicBezTo>
                        <a:pt x="15849" y="5894"/>
                        <a:pt x="14454" y="7289"/>
                        <a:pt x="12725" y="7289"/>
                      </a:cubicBezTo>
                      <a:lnTo>
                        <a:pt x="3124" y="7289"/>
                      </a:lnTo>
                      <a:cubicBezTo>
                        <a:pt x="1396" y="7289"/>
                        <a:pt x="1" y="8685"/>
                        <a:pt x="1" y="10413"/>
                      </a:cubicBezTo>
                      <a:lnTo>
                        <a:pt x="1" y="13974"/>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17"/>
                <p:cNvSpPr/>
                <p:nvPr/>
              </p:nvSpPr>
              <p:spPr>
                <a:xfrm>
                  <a:off x="5442800" y="3875825"/>
                  <a:ext cx="106750" cy="45875"/>
                </a:xfrm>
                <a:custGeom>
                  <a:avLst/>
                  <a:gdLst/>
                  <a:ahLst/>
                  <a:cxnLst/>
                  <a:rect l="l" t="t" r="r" b="b"/>
                  <a:pathLst>
                    <a:path w="4270" h="1835" extrusionOk="0">
                      <a:moveTo>
                        <a:pt x="361" y="0"/>
                      </a:moveTo>
                      <a:cubicBezTo>
                        <a:pt x="150" y="0"/>
                        <a:pt x="0" y="180"/>
                        <a:pt x="0" y="397"/>
                      </a:cubicBezTo>
                      <a:lnTo>
                        <a:pt x="0" y="1439"/>
                      </a:lnTo>
                      <a:cubicBezTo>
                        <a:pt x="0" y="1668"/>
                        <a:pt x="188" y="1834"/>
                        <a:pt x="396" y="1834"/>
                      </a:cubicBezTo>
                      <a:lnTo>
                        <a:pt x="3874" y="1834"/>
                      </a:lnTo>
                      <a:cubicBezTo>
                        <a:pt x="4103" y="1834"/>
                        <a:pt x="4270" y="1647"/>
                        <a:pt x="4270" y="1439"/>
                      </a:cubicBezTo>
                      <a:lnTo>
                        <a:pt x="4270" y="397"/>
                      </a:lnTo>
                      <a:cubicBezTo>
                        <a:pt x="4270" y="168"/>
                        <a:pt x="4082" y="2"/>
                        <a:pt x="3874" y="2"/>
                      </a:cubicBezTo>
                      <a:lnTo>
                        <a:pt x="396" y="2"/>
                      </a:lnTo>
                      <a:cubicBezTo>
                        <a:pt x="384" y="1"/>
                        <a:pt x="373" y="0"/>
                        <a:pt x="361"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17"/>
                <p:cNvSpPr/>
                <p:nvPr/>
              </p:nvSpPr>
              <p:spPr>
                <a:xfrm>
                  <a:off x="5792675" y="3874300"/>
                  <a:ext cx="48450" cy="48450"/>
                </a:xfrm>
                <a:custGeom>
                  <a:avLst/>
                  <a:gdLst/>
                  <a:ahLst/>
                  <a:cxnLst/>
                  <a:rect l="l" t="t" r="r" b="b"/>
                  <a:pathLst>
                    <a:path w="1938" h="1938" extrusionOk="0">
                      <a:moveTo>
                        <a:pt x="958" y="0"/>
                      </a:moveTo>
                      <a:cubicBezTo>
                        <a:pt x="438" y="0"/>
                        <a:pt x="0" y="438"/>
                        <a:pt x="0" y="979"/>
                      </a:cubicBezTo>
                      <a:cubicBezTo>
                        <a:pt x="0" y="1500"/>
                        <a:pt x="438" y="1937"/>
                        <a:pt x="958" y="1937"/>
                      </a:cubicBezTo>
                      <a:cubicBezTo>
                        <a:pt x="1500" y="1937"/>
                        <a:pt x="1937" y="1500"/>
                        <a:pt x="1937" y="979"/>
                      </a:cubicBezTo>
                      <a:cubicBezTo>
                        <a:pt x="1937" y="438"/>
                        <a:pt x="1500" y="0"/>
                        <a:pt x="958"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17"/>
                <p:cNvSpPr/>
                <p:nvPr/>
              </p:nvSpPr>
              <p:spPr>
                <a:xfrm>
                  <a:off x="4541025" y="4247600"/>
                  <a:ext cx="91675" cy="91650"/>
                </a:xfrm>
                <a:custGeom>
                  <a:avLst/>
                  <a:gdLst/>
                  <a:ahLst/>
                  <a:cxnLst/>
                  <a:rect l="l" t="t" r="r" b="b"/>
                  <a:pathLst>
                    <a:path w="3667" h="3666" fill="none" extrusionOk="0">
                      <a:moveTo>
                        <a:pt x="3666" y="1833"/>
                      </a:moveTo>
                      <a:cubicBezTo>
                        <a:pt x="3666" y="2854"/>
                        <a:pt x="2833" y="3666"/>
                        <a:pt x="1834" y="3666"/>
                      </a:cubicBezTo>
                      <a:cubicBezTo>
                        <a:pt x="813" y="3666"/>
                        <a:pt x="1" y="2854"/>
                        <a:pt x="1" y="1833"/>
                      </a:cubicBezTo>
                      <a:cubicBezTo>
                        <a:pt x="1" y="813"/>
                        <a:pt x="813" y="0"/>
                        <a:pt x="1834" y="0"/>
                      </a:cubicBezTo>
                      <a:cubicBezTo>
                        <a:pt x="2833" y="0"/>
                        <a:pt x="3666" y="813"/>
                        <a:pt x="3666" y="1833"/>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9" name="Google Shape;639;p17"/>
            <p:cNvGrpSpPr/>
            <p:nvPr/>
          </p:nvGrpSpPr>
          <p:grpSpPr>
            <a:xfrm flipH="1">
              <a:off x="7422700" y="112075"/>
              <a:ext cx="1721300" cy="369675"/>
              <a:chOff x="202975" y="1277300"/>
              <a:chExt cx="1721300" cy="369675"/>
            </a:xfrm>
          </p:grpSpPr>
          <p:sp>
            <p:nvSpPr>
              <p:cNvPr id="640" name="Google Shape;640;p17"/>
              <p:cNvSpPr/>
              <p:nvPr/>
            </p:nvSpPr>
            <p:spPr>
              <a:xfrm>
                <a:off x="1767000" y="1293950"/>
                <a:ext cx="144775" cy="163000"/>
              </a:xfrm>
              <a:custGeom>
                <a:avLst/>
                <a:gdLst/>
                <a:ahLst/>
                <a:cxnLst/>
                <a:rect l="l" t="t" r="r" b="b"/>
                <a:pathLst>
                  <a:path w="5791" h="6520" fill="none" extrusionOk="0">
                    <a:moveTo>
                      <a:pt x="1" y="6519"/>
                    </a:moveTo>
                    <a:lnTo>
                      <a:pt x="2895" y="6519"/>
                    </a:lnTo>
                    <a:cubicBezTo>
                      <a:pt x="4478" y="6519"/>
                      <a:pt x="5790" y="5124"/>
                      <a:pt x="5790" y="3395"/>
                    </a:cubicBezTo>
                    <a:lnTo>
                      <a:pt x="5790"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17"/>
              <p:cNvSpPr/>
              <p:nvPr/>
            </p:nvSpPr>
            <p:spPr>
              <a:xfrm>
                <a:off x="202975" y="1458475"/>
                <a:ext cx="1504175" cy="157775"/>
              </a:xfrm>
              <a:custGeom>
                <a:avLst/>
                <a:gdLst/>
                <a:ahLst/>
                <a:cxnLst/>
                <a:rect l="l" t="t" r="r" b="b"/>
                <a:pathLst>
                  <a:path w="60167" h="6311" fill="none" extrusionOk="0">
                    <a:moveTo>
                      <a:pt x="1" y="6311"/>
                    </a:moveTo>
                    <a:lnTo>
                      <a:pt x="24284" y="6311"/>
                    </a:lnTo>
                    <a:cubicBezTo>
                      <a:pt x="26012" y="6311"/>
                      <a:pt x="27408" y="4916"/>
                      <a:pt x="27408" y="3187"/>
                    </a:cubicBezTo>
                    <a:cubicBezTo>
                      <a:pt x="27408" y="1459"/>
                      <a:pt x="28803" y="63"/>
                      <a:pt x="30531" y="63"/>
                    </a:cubicBezTo>
                    <a:lnTo>
                      <a:pt x="60167"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17"/>
              <p:cNvSpPr/>
              <p:nvPr/>
            </p:nvSpPr>
            <p:spPr>
              <a:xfrm>
                <a:off x="326375" y="1572500"/>
                <a:ext cx="74475" cy="74475"/>
              </a:xfrm>
              <a:custGeom>
                <a:avLst/>
                <a:gdLst/>
                <a:ahLst/>
                <a:cxnLst/>
                <a:rect l="l" t="t" r="r" b="b"/>
                <a:pathLst>
                  <a:path w="2979" h="2979" extrusionOk="0">
                    <a:moveTo>
                      <a:pt x="1500" y="1"/>
                    </a:moveTo>
                    <a:cubicBezTo>
                      <a:pt x="667" y="1"/>
                      <a:pt x="0" y="667"/>
                      <a:pt x="0" y="1500"/>
                    </a:cubicBezTo>
                    <a:cubicBezTo>
                      <a:pt x="0" y="2312"/>
                      <a:pt x="667" y="2979"/>
                      <a:pt x="1500" y="2979"/>
                    </a:cubicBezTo>
                    <a:cubicBezTo>
                      <a:pt x="2312" y="2979"/>
                      <a:pt x="2979" y="2312"/>
                      <a:pt x="2979" y="1500"/>
                    </a:cubicBezTo>
                    <a:cubicBezTo>
                      <a:pt x="2979" y="667"/>
                      <a:pt x="2312" y="1"/>
                      <a:pt x="15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17"/>
              <p:cNvSpPr/>
              <p:nvPr/>
            </p:nvSpPr>
            <p:spPr>
              <a:xfrm>
                <a:off x="1887800" y="1277300"/>
                <a:ext cx="36475" cy="36475"/>
              </a:xfrm>
              <a:custGeom>
                <a:avLst/>
                <a:gdLst/>
                <a:ahLst/>
                <a:cxnLst/>
                <a:rect l="l" t="t" r="r" b="b"/>
                <a:pathLst>
                  <a:path w="1459" h="1459" extrusionOk="0">
                    <a:moveTo>
                      <a:pt x="729" y="0"/>
                    </a:moveTo>
                    <a:cubicBezTo>
                      <a:pt x="334" y="0"/>
                      <a:pt x="0" y="334"/>
                      <a:pt x="0" y="729"/>
                    </a:cubicBezTo>
                    <a:cubicBezTo>
                      <a:pt x="0" y="1125"/>
                      <a:pt x="334" y="1458"/>
                      <a:pt x="729" y="1458"/>
                    </a:cubicBezTo>
                    <a:cubicBezTo>
                      <a:pt x="1125" y="1458"/>
                      <a:pt x="1458" y="1125"/>
                      <a:pt x="1458" y="729"/>
                    </a:cubicBezTo>
                    <a:cubicBezTo>
                      <a:pt x="1458" y="334"/>
                      <a:pt x="1125" y="0"/>
                      <a:pt x="7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4" name="Google Shape;644;p17"/>
            <p:cNvGrpSpPr/>
            <p:nvPr/>
          </p:nvGrpSpPr>
          <p:grpSpPr>
            <a:xfrm flipH="1">
              <a:off x="8375050" y="-163875"/>
              <a:ext cx="523800" cy="2014925"/>
              <a:chOff x="905325" y="1001350"/>
              <a:chExt cx="523800" cy="2014925"/>
            </a:xfrm>
          </p:grpSpPr>
          <p:sp>
            <p:nvSpPr>
              <p:cNvPr id="645" name="Google Shape;645;p17"/>
              <p:cNvSpPr/>
              <p:nvPr/>
            </p:nvSpPr>
            <p:spPr>
              <a:xfrm>
                <a:off x="1353600" y="2453950"/>
                <a:ext cx="25" cy="511825"/>
              </a:xfrm>
              <a:custGeom>
                <a:avLst/>
                <a:gdLst/>
                <a:ahLst/>
                <a:cxnLst/>
                <a:rect l="l" t="t" r="r" b="b"/>
                <a:pathLst>
                  <a:path w="1" h="20473" fill="none" extrusionOk="0">
                    <a:moveTo>
                      <a:pt x="1" y="1"/>
                    </a:moveTo>
                    <a:lnTo>
                      <a:pt x="1" y="20473"/>
                    </a:lnTo>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17"/>
              <p:cNvSpPr/>
              <p:nvPr/>
            </p:nvSpPr>
            <p:spPr>
              <a:xfrm>
                <a:off x="1353600" y="2187375"/>
                <a:ext cx="25" cy="173400"/>
              </a:xfrm>
              <a:custGeom>
                <a:avLst/>
                <a:gdLst/>
                <a:ahLst/>
                <a:cxnLst/>
                <a:rect l="l" t="t" r="r" b="b"/>
                <a:pathLst>
                  <a:path w="1" h="6936" fill="none" extrusionOk="0">
                    <a:moveTo>
                      <a:pt x="1" y="1"/>
                    </a:moveTo>
                    <a:lnTo>
                      <a:pt x="1" y="6936"/>
                    </a:lnTo>
                  </a:path>
                </a:pathLst>
              </a:custGeom>
              <a:noFill/>
              <a:ln w="12500"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17"/>
              <p:cNvSpPr/>
              <p:nvPr/>
            </p:nvSpPr>
            <p:spPr>
              <a:xfrm>
                <a:off x="955325" y="1026350"/>
                <a:ext cx="398300" cy="1051200"/>
              </a:xfrm>
              <a:custGeom>
                <a:avLst/>
                <a:gdLst/>
                <a:ahLst/>
                <a:cxnLst/>
                <a:rect l="l" t="t" r="r" b="b"/>
                <a:pathLst>
                  <a:path w="15932" h="42048" fill="none" extrusionOk="0">
                    <a:moveTo>
                      <a:pt x="15932" y="42048"/>
                    </a:moveTo>
                    <a:lnTo>
                      <a:pt x="15932" y="3124"/>
                    </a:lnTo>
                    <a:cubicBezTo>
                      <a:pt x="15932" y="1416"/>
                      <a:pt x="14537" y="0"/>
                      <a:pt x="12808" y="0"/>
                    </a:cubicBezTo>
                    <a:lnTo>
                      <a:pt x="0" y="0"/>
                    </a:lnTo>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17"/>
              <p:cNvSpPr/>
              <p:nvPr/>
            </p:nvSpPr>
            <p:spPr>
              <a:xfrm>
                <a:off x="1328625" y="2965750"/>
                <a:ext cx="50525" cy="50525"/>
              </a:xfrm>
              <a:custGeom>
                <a:avLst/>
                <a:gdLst/>
                <a:ahLst/>
                <a:cxnLst/>
                <a:rect l="l" t="t" r="r" b="b"/>
                <a:pathLst>
                  <a:path w="2021" h="2021" extrusionOk="0">
                    <a:moveTo>
                      <a:pt x="1000" y="1"/>
                    </a:moveTo>
                    <a:cubicBezTo>
                      <a:pt x="458" y="1"/>
                      <a:pt x="0" y="459"/>
                      <a:pt x="0" y="1021"/>
                    </a:cubicBezTo>
                    <a:cubicBezTo>
                      <a:pt x="0" y="1583"/>
                      <a:pt x="458" y="2021"/>
                      <a:pt x="1000" y="2021"/>
                    </a:cubicBezTo>
                    <a:cubicBezTo>
                      <a:pt x="1562" y="2021"/>
                      <a:pt x="2020" y="1583"/>
                      <a:pt x="2020" y="1021"/>
                    </a:cubicBezTo>
                    <a:cubicBezTo>
                      <a:pt x="2020" y="459"/>
                      <a:pt x="1562" y="1"/>
                      <a:pt x="10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17"/>
              <p:cNvSpPr/>
              <p:nvPr/>
            </p:nvSpPr>
            <p:spPr>
              <a:xfrm>
                <a:off x="905325" y="1001350"/>
                <a:ext cx="50025" cy="50525"/>
              </a:xfrm>
              <a:custGeom>
                <a:avLst/>
                <a:gdLst/>
                <a:ahLst/>
                <a:cxnLst/>
                <a:rect l="l" t="t" r="r" b="b"/>
                <a:pathLst>
                  <a:path w="2001" h="2021" extrusionOk="0">
                    <a:moveTo>
                      <a:pt x="1000" y="1"/>
                    </a:moveTo>
                    <a:cubicBezTo>
                      <a:pt x="438" y="1"/>
                      <a:pt x="1" y="459"/>
                      <a:pt x="1" y="1000"/>
                    </a:cubicBezTo>
                    <a:cubicBezTo>
                      <a:pt x="1" y="1563"/>
                      <a:pt x="438" y="2021"/>
                      <a:pt x="1000" y="2021"/>
                    </a:cubicBezTo>
                    <a:cubicBezTo>
                      <a:pt x="1563" y="2021"/>
                      <a:pt x="2000" y="1563"/>
                      <a:pt x="2000" y="1000"/>
                    </a:cubicBezTo>
                    <a:cubicBezTo>
                      <a:pt x="2000" y="459"/>
                      <a:pt x="1563" y="1"/>
                      <a:pt x="10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7"/>
              <p:cNvSpPr/>
              <p:nvPr/>
            </p:nvSpPr>
            <p:spPr>
              <a:xfrm>
                <a:off x="1320800" y="1427750"/>
                <a:ext cx="65625" cy="65650"/>
              </a:xfrm>
              <a:custGeom>
                <a:avLst/>
                <a:gdLst/>
                <a:ahLst/>
                <a:cxnLst/>
                <a:rect l="l" t="t" r="r" b="b"/>
                <a:pathLst>
                  <a:path w="2625" h="2626" extrusionOk="0">
                    <a:moveTo>
                      <a:pt x="1313" y="1"/>
                    </a:moveTo>
                    <a:cubicBezTo>
                      <a:pt x="605" y="1"/>
                      <a:pt x="1" y="584"/>
                      <a:pt x="1" y="1313"/>
                    </a:cubicBezTo>
                    <a:cubicBezTo>
                      <a:pt x="1" y="2042"/>
                      <a:pt x="605" y="2625"/>
                      <a:pt x="1313" y="2625"/>
                    </a:cubicBezTo>
                    <a:cubicBezTo>
                      <a:pt x="2042" y="2625"/>
                      <a:pt x="2625" y="2042"/>
                      <a:pt x="2625" y="1313"/>
                    </a:cubicBezTo>
                    <a:cubicBezTo>
                      <a:pt x="2625" y="584"/>
                      <a:pt x="2042" y="1"/>
                      <a:pt x="13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7"/>
              <p:cNvSpPr/>
              <p:nvPr/>
            </p:nvSpPr>
            <p:spPr>
              <a:xfrm>
                <a:off x="1298950" y="2077525"/>
                <a:ext cx="109875" cy="109875"/>
              </a:xfrm>
              <a:custGeom>
                <a:avLst/>
                <a:gdLst/>
                <a:ahLst/>
                <a:cxnLst/>
                <a:rect l="l" t="t" r="r" b="b"/>
                <a:pathLst>
                  <a:path w="4395" h="4395" fill="none" extrusionOk="0">
                    <a:moveTo>
                      <a:pt x="4394" y="2208"/>
                    </a:moveTo>
                    <a:cubicBezTo>
                      <a:pt x="4394" y="3416"/>
                      <a:pt x="3416" y="4395"/>
                      <a:pt x="2187" y="4395"/>
                    </a:cubicBezTo>
                    <a:cubicBezTo>
                      <a:pt x="979" y="4395"/>
                      <a:pt x="0" y="3416"/>
                      <a:pt x="0" y="2208"/>
                    </a:cubicBezTo>
                    <a:cubicBezTo>
                      <a:pt x="0" y="979"/>
                      <a:pt x="979" y="1"/>
                      <a:pt x="2187" y="1"/>
                    </a:cubicBezTo>
                    <a:cubicBezTo>
                      <a:pt x="3416" y="1"/>
                      <a:pt x="4394" y="979"/>
                      <a:pt x="4394" y="2208"/>
                    </a:cubicBezTo>
                    <a:close/>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7"/>
              <p:cNvSpPr/>
              <p:nvPr/>
            </p:nvSpPr>
            <p:spPr>
              <a:xfrm>
                <a:off x="1278650" y="1245025"/>
                <a:ext cx="150475" cy="64575"/>
              </a:xfrm>
              <a:custGeom>
                <a:avLst/>
                <a:gdLst/>
                <a:ahLst/>
                <a:cxnLst/>
                <a:rect l="l" t="t" r="r" b="b"/>
                <a:pathLst>
                  <a:path w="6019" h="2583" extrusionOk="0">
                    <a:moveTo>
                      <a:pt x="541" y="0"/>
                    </a:moveTo>
                    <a:cubicBezTo>
                      <a:pt x="229" y="0"/>
                      <a:pt x="0" y="250"/>
                      <a:pt x="0" y="542"/>
                    </a:cubicBezTo>
                    <a:lnTo>
                      <a:pt x="0" y="2041"/>
                    </a:lnTo>
                    <a:cubicBezTo>
                      <a:pt x="0" y="2333"/>
                      <a:pt x="229" y="2582"/>
                      <a:pt x="541" y="2582"/>
                    </a:cubicBezTo>
                    <a:lnTo>
                      <a:pt x="5456" y="2582"/>
                    </a:lnTo>
                    <a:cubicBezTo>
                      <a:pt x="5769" y="2582"/>
                      <a:pt x="6019" y="2333"/>
                      <a:pt x="6019" y="2041"/>
                    </a:cubicBezTo>
                    <a:lnTo>
                      <a:pt x="6019" y="542"/>
                    </a:lnTo>
                    <a:cubicBezTo>
                      <a:pt x="6019" y="250"/>
                      <a:pt x="5769" y="0"/>
                      <a:pt x="54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7"/>
              <p:cNvSpPr/>
              <p:nvPr/>
            </p:nvSpPr>
            <p:spPr>
              <a:xfrm>
                <a:off x="1333825" y="2360750"/>
                <a:ext cx="40125" cy="93225"/>
              </a:xfrm>
              <a:custGeom>
                <a:avLst/>
                <a:gdLst/>
                <a:ahLst/>
                <a:cxnLst/>
                <a:rect l="l" t="t" r="r" b="b"/>
                <a:pathLst>
                  <a:path w="1605" h="3729" fill="none" extrusionOk="0">
                    <a:moveTo>
                      <a:pt x="334" y="1"/>
                    </a:moveTo>
                    <a:lnTo>
                      <a:pt x="1250" y="1"/>
                    </a:lnTo>
                    <a:cubicBezTo>
                      <a:pt x="1438" y="1"/>
                      <a:pt x="1604" y="147"/>
                      <a:pt x="1604" y="334"/>
                    </a:cubicBezTo>
                    <a:lnTo>
                      <a:pt x="1604" y="3375"/>
                    </a:lnTo>
                    <a:cubicBezTo>
                      <a:pt x="1604" y="3562"/>
                      <a:pt x="1438" y="3729"/>
                      <a:pt x="1250" y="3729"/>
                    </a:cubicBezTo>
                    <a:lnTo>
                      <a:pt x="334" y="3729"/>
                    </a:lnTo>
                    <a:cubicBezTo>
                      <a:pt x="146" y="3729"/>
                      <a:pt x="1" y="3562"/>
                      <a:pt x="1" y="3375"/>
                    </a:cubicBezTo>
                    <a:lnTo>
                      <a:pt x="1" y="334"/>
                    </a:lnTo>
                    <a:cubicBezTo>
                      <a:pt x="1" y="147"/>
                      <a:pt x="146" y="1"/>
                      <a:pt x="334" y="1"/>
                    </a:cubicBezTo>
                    <a:close/>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17"/>
              <p:cNvSpPr/>
              <p:nvPr/>
            </p:nvSpPr>
            <p:spPr>
              <a:xfrm>
                <a:off x="987600" y="1679750"/>
                <a:ext cx="311375" cy="453000"/>
              </a:xfrm>
              <a:custGeom>
                <a:avLst/>
                <a:gdLst/>
                <a:ahLst/>
                <a:cxnLst/>
                <a:rect l="l" t="t" r="r" b="b"/>
                <a:pathLst>
                  <a:path w="12455" h="18120" fill="none" extrusionOk="0">
                    <a:moveTo>
                      <a:pt x="0" y="15620"/>
                    </a:moveTo>
                    <a:lnTo>
                      <a:pt x="0" y="3208"/>
                    </a:lnTo>
                    <a:cubicBezTo>
                      <a:pt x="21" y="1438"/>
                      <a:pt x="1458" y="1"/>
                      <a:pt x="3228" y="1"/>
                    </a:cubicBezTo>
                    <a:lnTo>
                      <a:pt x="6915" y="1"/>
                    </a:lnTo>
                    <a:cubicBezTo>
                      <a:pt x="8685" y="1"/>
                      <a:pt x="10122" y="1438"/>
                      <a:pt x="10122" y="3208"/>
                    </a:cubicBezTo>
                    <a:lnTo>
                      <a:pt x="10122" y="14912"/>
                    </a:lnTo>
                    <a:cubicBezTo>
                      <a:pt x="10122" y="16682"/>
                      <a:pt x="10642" y="18119"/>
                      <a:pt x="11288" y="18119"/>
                    </a:cubicBezTo>
                    <a:lnTo>
                      <a:pt x="12454" y="18119"/>
                    </a:ln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7"/>
              <p:cNvSpPr/>
              <p:nvPr/>
            </p:nvSpPr>
            <p:spPr>
              <a:xfrm>
                <a:off x="1062050" y="1657900"/>
                <a:ext cx="101025" cy="43750"/>
              </a:xfrm>
              <a:custGeom>
                <a:avLst/>
                <a:gdLst/>
                <a:ahLst/>
                <a:cxnLst/>
                <a:rect l="l" t="t" r="r" b="b"/>
                <a:pathLst>
                  <a:path w="4041" h="1750" extrusionOk="0">
                    <a:moveTo>
                      <a:pt x="375" y="0"/>
                    </a:moveTo>
                    <a:cubicBezTo>
                      <a:pt x="167" y="0"/>
                      <a:pt x="0" y="167"/>
                      <a:pt x="0" y="375"/>
                    </a:cubicBezTo>
                    <a:lnTo>
                      <a:pt x="0" y="1375"/>
                    </a:lnTo>
                    <a:cubicBezTo>
                      <a:pt x="0" y="1583"/>
                      <a:pt x="167" y="1749"/>
                      <a:pt x="375" y="1749"/>
                    </a:cubicBezTo>
                    <a:lnTo>
                      <a:pt x="3666" y="1749"/>
                    </a:lnTo>
                    <a:cubicBezTo>
                      <a:pt x="3874" y="1749"/>
                      <a:pt x="4041" y="1583"/>
                      <a:pt x="4041" y="1375"/>
                    </a:cubicBezTo>
                    <a:lnTo>
                      <a:pt x="4041" y="375"/>
                    </a:lnTo>
                    <a:cubicBezTo>
                      <a:pt x="4041" y="167"/>
                      <a:pt x="3874" y="0"/>
                      <a:pt x="36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7"/>
              <p:cNvSpPr/>
              <p:nvPr/>
            </p:nvSpPr>
            <p:spPr>
              <a:xfrm>
                <a:off x="962600" y="2037950"/>
                <a:ext cx="50525" cy="50550"/>
              </a:xfrm>
              <a:custGeom>
                <a:avLst/>
                <a:gdLst/>
                <a:ahLst/>
                <a:cxnLst/>
                <a:rect l="l" t="t" r="r" b="b"/>
                <a:pathLst>
                  <a:path w="2021" h="2022" extrusionOk="0">
                    <a:moveTo>
                      <a:pt x="1000" y="1"/>
                    </a:moveTo>
                    <a:cubicBezTo>
                      <a:pt x="459" y="1"/>
                      <a:pt x="1" y="459"/>
                      <a:pt x="1" y="1021"/>
                    </a:cubicBezTo>
                    <a:cubicBezTo>
                      <a:pt x="1" y="1584"/>
                      <a:pt x="459" y="2021"/>
                      <a:pt x="1000" y="2021"/>
                    </a:cubicBezTo>
                    <a:cubicBezTo>
                      <a:pt x="1563" y="2021"/>
                      <a:pt x="2021" y="1584"/>
                      <a:pt x="2021" y="1021"/>
                    </a:cubicBezTo>
                    <a:cubicBezTo>
                      <a:pt x="2021" y="459"/>
                      <a:pt x="1563" y="1"/>
                      <a:pt x="10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7" name="Google Shape;657;p17"/>
            <p:cNvGrpSpPr/>
            <p:nvPr/>
          </p:nvGrpSpPr>
          <p:grpSpPr>
            <a:xfrm flipH="1">
              <a:off x="8625400" y="197450"/>
              <a:ext cx="518600" cy="1291750"/>
              <a:chOff x="202975" y="1362675"/>
              <a:chExt cx="518600" cy="1291750"/>
            </a:xfrm>
          </p:grpSpPr>
          <p:sp>
            <p:nvSpPr>
              <p:cNvPr id="658" name="Google Shape;658;p17"/>
              <p:cNvSpPr/>
              <p:nvPr/>
            </p:nvSpPr>
            <p:spPr>
              <a:xfrm>
                <a:off x="202975" y="1362675"/>
                <a:ext cx="518600" cy="1291750"/>
              </a:xfrm>
              <a:custGeom>
                <a:avLst/>
                <a:gdLst/>
                <a:ahLst/>
                <a:cxnLst/>
                <a:rect l="l" t="t" r="r" b="b"/>
                <a:pathLst>
                  <a:path w="20744" h="51670" fill="none" extrusionOk="0">
                    <a:moveTo>
                      <a:pt x="1" y="1"/>
                    </a:moveTo>
                    <a:lnTo>
                      <a:pt x="13100" y="1"/>
                    </a:lnTo>
                    <a:cubicBezTo>
                      <a:pt x="14829" y="1"/>
                      <a:pt x="16224" y="1396"/>
                      <a:pt x="16224" y="3125"/>
                    </a:cubicBezTo>
                    <a:lnTo>
                      <a:pt x="16224" y="13933"/>
                    </a:lnTo>
                    <a:cubicBezTo>
                      <a:pt x="16224" y="15662"/>
                      <a:pt x="14829" y="17057"/>
                      <a:pt x="13100" y="17057"/>
                    </a:cubicBezTo>
                    <a:lnTo>
                      <a:pt x="7373" y="17057"/>
                    </a:lnTo>
                    <a:cubicBezTo>
                      <a:pt x="5645" y="17057"/>
                      <a:pt x="4249" y="18452"/>
                      <a:pt x="4249" y="20181"/>
                    </a:cubicBezTo>
                    <a:lnTo>
                      <a:pt x="4249" y="48546"/>
                    </a:lnTo>
                    <a:cubicBezTo>
                      <a:pt x="4249" y="50274"/>
                      <a:pt x="5645" y="51670"/>
                      <a:pt x="7373" y="51670"/>
                    </a:cubicBezTo>
                    <a:lnTo>
                      <a:pt x="20743" y="51670"/>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17"/>
              <p:cNvSpPr/>
              <p:nvPr/>
            </p:nvSpPr>
            <p:spPr>
              <a:xfrm>
                <a:off x="272225" y="1984850"/>
                <a:ext cx="74475" cy="75000"/>
              </a:xfrm>
              <a:custGeom>
                <a:avLst/>
                <a:gdLst/>
                <a:ahLst/>
                <a:cxnLst/>
                <a:rect l="l" t="t" r="r" b="b"/>
                <a:pathLst>
                  <a:path w="2979" h="3000" extrusionOk="0">
                    <a:moveTo>
                      <a:pt x="1500" y="1"/>
                    </a:moveTo>
                    <a:cubicBezTo>
                      <a:pt x="667" y="1"/>
                      <a:pt x="1" y="667"/>
                      <a:pt x="1" y="1500"/>
                    </a:cubicBezTo>
                    <a:cubicBezTo>
                      <a:pt x="1" y="2333"/>
                      <a:pt x="667" y="3000"/>
                      <a:pt x="1500" y="3000"/>
                    </a:cubicBezTo>
                    <a:cubicBezTo>
                      <a:pt x="2312" y="3000"/>
                      <a:pt x="2979" y="2333"/>
                      <a:pt x="2979" y="1500"/>
                    </a:cubicBezTo>
                    <a:cubicBezTo>
                      <a:pt x="2979" y="667"/>
                      <a:pt x="2312" y="1"/>
                      <a:pt x="15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7"/>
              <p:cNvSpPr/>
              <p:nvPr/>
            </p:nvSpPr>
            <p:spPr>
              <a:xfrm>
                <a:off x="587225" y="1566250"/>
                <a:ext cx="43225" cy="100000"/>
              </a:xfrm>
              <a:custGeom>
                <a:avLst/>
                <a:gdLst/>
                <a:ahLst/>
                <a:cxnLst/>
                <a:rect l="l" t="t" r="r" b="b"/>
                <a:pathLst>
                  <a:path w="1729" h="4000" extrusionOk="0">
                    <a:moveTo>
                      <a:pt x="375" y="1"/>
                    </a:moveTo>
                    <a:cubicBezTo>
                      <a:pt x="167" y="1"/>
                      <a:pt x="0" y="167"/>
                      <a:pt x="0" y="376"/>
                    </a:cubicBezTo>
                    <a:lnTo>
                      <a:pt x="0" y="3645"/>
                    </a:lnTo>
                    <a:cubicBezTo>
                      <a:pt x="0" y="3833"/>
                      <a:pt x="167" y="3999"/>
                      <a:pt x="375" y="3999"/>
                    </a:cubicBezTo>
                    <a:lnTo>
                      <a:pt x="1354" y="3999"/>
                    </a:lnTo>
                    <a:cubicBezTo>
                      <a:pt x="1562" y="3999"/>
                      <a:pt x="1729" y="3833"/>
                      <a:pt x="1729" y="3645"/>
                    </a:cubicBezTo>
                    <a:lnTo>
                      <a:pt x="1729" y="376"/>
                    </a:lnTo>
                    <a:cubicBezTo>
                      <a:pt x="1729" y="167"/>
                      <a:pt x="1562" y="1"/>
                      <a:pt x="13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1" name="Google Shape;661;p17"/>
            <p:cNvGrpSpPr/>
            <p:nvPr/>
          </p:nvGrpSpPr>
          <p:grpSpPr>
            <a:xfrm flipH="1">
              <a:off x="8651100" y="1085525"/>
              <a:ext cx="328550" cy="892950"/>
              <a:chOff x="443525" y="2098350"/>
              <a:chExt cx="328550" cy="892950"/>
            </a:xfrm>
          </p:grpSpPr>
          <p:sp>
            <p:nvSpPr>
              <p:cNvPr id="662" name="Google Shape;662;p17"/>
              <p:cNvSpPr/>
              <p:nvPr/>
            </p:nvSpPr>
            <p:spPr>
              <a:xfrm>
                <a:off x="462275" y="2123875"/>
                <a:ext cx="259300" cy="842425"/>
              </a:xfrm>
              <a:custGeom>
                <a:avLst/>
                <a:gdLst/>
                <a:ahLst/>
                <a:cxnLst/>
                <a:rect l="l" t="t" r="r" b="b"/>
                <a:pathLst>
                  <a:path w="10372" h="33697" fill="none" extrusionOk="0">
                    <a:moveTo>
                      <a:pt x="10371" y="0"/>
                    </a:moveTo>
                    <a:lnTo>
                      <a:pt x="3124" y="0"/>
                    </a:lnTo>
                    <a:cubicBezTo>
                      <a:pt x="1395" y="0"/>
                      <a:pt x="0" y="1396"/>
                      <a:pt x="0" y="3124"/>
                    </a:cubicBezTo>
                    <a:lnTo>
                      <a:pt x="0" y="30573"/>
                    </a:lnTo>
                    <a:cubicBezTo>
                      <a:pt x="0" y="32280"/>
                      <a:pt x="1395" y="33696"/>
                      <a:pt x="3124" y="33696"/>
                    </a:cubicBezTo>
                    <a:lnTo>
                      <a:pt x="8789" y="33696"/>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7"/>
              <p:cNvSpPr/>
              <p:nvPr/>
            </p:nvSpPr>
            <p:spPr>
              <a:xfrm>
                <a:off x="721550" y="2098350"/>
                <a:ext cx="50525" cy="50525"/>
              </a:xfrm>
              <a:custGeom>
                <a:avLst/>
                <a:gdLst/>
                <a:ahLst/>
                <a:cxnLst/>
                <a:rect l="l" t="t" r="r" b="b"/>
                <a:pathLst>
                  <a:path w="2021" h="2021" fill="none" extrusionOk="0">
                    <a:moveTo>
                      <a:pt x="2020" y="1021"/>
                    </a:moveTo>
                    <a:cubicBezTo>
                      <a:pt x="2020" y="1583"/>
                      <a:pt x="1562" y="2021"/>
                      <a:pt x="1021" y="2021"/>
                    </a:cubicBezTo>
                    <a:cubicBezTo>
                      <a:pt x="458" y="2021"/>
                      <a:pt x="0" y="1583"/>
                      <a:pt x="0" y="1021"/>
                    </a:cubicBezTo>
                    <a:cubicBezTo>
                      <a:pt x="0" y="459"/>
                      <a:pt x="458" y="1"/>
                      <a:pt x="1021" y="1"/>
                    </a:cubicBezTo>
                    <a:cubicBezTo>
                      <a:pt x="1562" y="1"/>
                      <a:pt x="2020" y="459"/>
                      <a:pt x="2020" y="1021"/>
                    </a:cubicBezTo>
                    <a:close/>
                  </a:path>
                </a:pathLst>
              </a:custGeom>
              <a:noFill/>
              <a:ln w="13025" cap="flat" cmpd="sng">
                <a:solidFill>
                  <a:schemeClr val="accent1"/>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7"/>
              <p:cNvSpPr/>
              <p:nvPr/>
            </p:nvSpPr>
            <p:spPr>
              <a:xfrm>
                <a:off x="685100" y="2940750"/>
                <a:ext cx="50525" cy="50550"/>
              </a:xfrm>
              <a:custGeom>
                <a:avLst/>
                <a:gdLst/>
                <a:ahLst/>
                <a:cxnLst/>
                <a:rect l="l" t="t" r="r" b="b"/>
                <a:pathLst>
                  <a:path w="2021" h="2022" fill="none" extrusionOk="0">
                    <a:moveTo>
                      <a:pt x="2021" y="1001"/>
                    </a:moveTo>
                    <a:cubicBezTo>
                      <a:pt x="2021" y="1563"/>
                      <a:pt x="1562" y="2021"/>
                      <a:pt x="1021" y="2021"/>
                    </a:cubicBezTo>
                    <a:cubicBezTo>
                      <a:pt x="459" y="2021"/>
                      <a:pt x="1" y="1563"/>
                      <a:pt x="1" y="1001"/>
                    </a:cubicBezTo>
                    <a:cubicBezTo>
                      <a:pt x="1" y="459"/>
                      <a:pt x="459" y="1"/>
                      <a:pt x="1021" y="1"/>
                    </a:cubicBezTo>
                    <a:cubicBezTo>
                      <a:pt x="1562" y="1"/>
                      <a:pt x="2021" y="459"/>
                      <a:pt x="2021" y="1001"/>
                    </a:cubicBezTo>
                    <a:close/>
                  </a:path>
                </a:pathLst>
              </a:custGeom>
              <a:noFill/>
              <a:ln w="13025" cap="flat" cmpd="sng">
                <a:solidFill>
                  <a:schemeClr val="accent1"/>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17"/>
              <p:cNvSpPr/>
              <p:nvPr/>
            </p:nvSpPr>
            <p:spPr>
              <a:xfrm>
                <a:off x="443525" y="2370125"/>
                <a:ext cx="37500" cy="38050"/>
              </a:xfrm>
              <a:custGeom>
                <a:avLst/>
                <a:gdLst/>
                <a:ahLst/>
                <a:cxnLst/>
                <a:rect l="l" t="t" r="r" b="b"/>
                <a:pathLst>
                  <a:path w="1500" h="1522" extrusionOk="0">
                    <a:moveTo>
                      <a:pt x="750" y="1"/>
                    </a:moveTo>
                    <a:cubicBezTo>
                      <a:pt x="334" y="1"/>
                      <a:pt x="0" y="355"/>
                      <a:pt x="0" y="771"/>
                    </a:cubicBezTo>
                    <a:cubicBezTo>
                      <a:pt x="0" y="1167"/>
                      <a:pt x="334" y="1521"/>
                      <a:pt x="750" y="1521"/>
                    </a:cubicBezTo>
                    <a:cubicBezTo>
                      <a:pt x="1167" y="1521"/>
                      <a:pt x="1500" y="1167"/>
                      <a:pt x="1500" y="771"/>
                    </a:cubicBezTo>
                    <a:cubicBezTo>
                      <a:pt x="1500" y="355"/>
                      <a:pt x="1167" y="1"/>
                      <a:pt x="75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17"/>
              <p:cNvSpPr/>
              <p:nvPr/>
            </p:nvSpPr>
            <p:spPr>
              <a:xfrm>
                <a:off x="443525" y="2635675"/>
                <a:ext cx="37500" cy="37500"/>
              </a:xfrm>
              <a:custGeom>
                <a:avLst/>
                <a:gdLst/>
                <a:ahLst/>
                <a:cxnLst/>
                <a:rect l="l" t="t" r="r" b="b"/>
                <a:pathLst>
                  <a:path w="1500" h="1500" extrusionOk="0">
                    <a:moveTo>
                      <a:pt x="750" y="0"/>
                    </a:moveTo>
                    <a:cubicBezTo>
                      <a:pt x="334" y="0"/>
                      <a:pt x="0" y="333"/>
                      <a:pt x="0" y="750"/>
                    </a:cubicBezTo>
                    <a:cubicBezTo>
                      <a:pt x="0" y="1166"/>
                      <a:pt x="334" y="1499"/>
                      <a:pt x="750" y="1499"/>
                    </a:cubicBezTo>
                    <a:cubicBezTo>
                      <a:pt x="1167" y="1499"/>
                      <a:pt x="1500" y="1166"/>
                      <a:pt x="1500" y="750"/>
                    </a:cubicBezTo>
                    <a:cubicBezTo>
                      <a:pt x="1500" y="333"/>
                      <a:pt x="1167" y="0"/>
                      <a:pt x="75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7" name="Google Shape;667;p17"/>
            <p:cNvSpPr/>
            <p:nvPr/>
          </p:nvSpPr>
          <p:spPr>
            <a:xfrm flipH="1">
              <a:off x="7585675" y="246777"/>
              <a:ext cx="43225" cy="100000"/>
            </a:xfrm>
            <a:custGeom>
              <a:avLst/>
              <a:gdLst/>
              <a:ahLst/>
              <a:cxnLst/>
              <a:rect l="l" t="t" r="r" b="b"/>
              <a:pathLst>
                <a:path w="1729" h="4000" fill="none" extrusionOk="0">
                  <a:moveTo>
                    <a:pt x="375" y="1"/>
                  </a:moveTo>
                  <a:lnTo>
                    <a:pt x="1375" y="1"/>
                  </a:lnTo>
                  <a:cubicBezTo>
                    <a:pt x="1562" y="1"/>
                    <a:pt x="1729" y="146"/>
                    <a:pt x="1729" y="355"/>
                  </a:cubicBezTo>
                  <a:lnTo>
                    <a:pt x="1729" y="3624"/>
                  </a:lnTo>
                  <a:cubicBezTo>
                    <a:pt x="1729" y="3833"/>
                    <a:pt x="1562" y="3999"/>
                    <a:pt x="1375" y="3999"/>
                  </a:cubicBezTo>
                  <a:lnTo>
                    <a:pt x="375" y="3999"/>
                  </a:lnTo>
                  <a:cubicBezTo>
                    <a:pt x="167" y="3999"/>
                    <a:pt x="0" y="3833"/>
                    <a:pt x="0" y="3624"/>
                  </a:cubicBezTo>
                  <a:lnTo>
                    <a:pt x="0" y="355"/>
                  </a:lnTo>
                  <a:cubicBezTo>
                    <a:pt x="0" y="146"/>
                    <a:pt x="167" y="1"/>
                    <a:pt x="375" y="1"/>
                  </a:cubicBezTo>
                  <a:close/>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8" name="Google Shape;668;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669" name="Google Shape;669;p17"/>
          <p:cNvGrpSpPr/>
          <p:nvPr/>
        </p:nvGrpSpPr>
        <p:grpSpPr>
          <a:xfrm>
            <a:off x="8664357" y="4248997"/>
            <a:ext cx="232288" cy="162334"/>
            <a:chOff x="1680638" y="3081963"/>
            <a:chExt cx="346750" cy="242325"/>
          </a:xfrm>
        </p:grpSpPr>
        <p:sp>
          <p:nvSpPr>
            <p:cNvPr id="670" name="Google Shape;670;p17"/>
            <p:cNvSpPr/>
            <p:nvPr/>
          </p:nvSpPr>
          <p:spPr>
            <a:xfrm>
              <a:off x="1821338" y="3166713"/>
              <a:ext cx="65600" cy="27800"/>
            </a:xfrm>
            <a:custGeom>
              <a:avLst/>
              <a:gdLst/>
              <a:ahLst/>
              <a:cxnLst/>
              <a:rect l="l" t="t" r="r" b="b"/>
              <a:pathLst>
                <a:path w="2624" h="1112" extrusionOk="0">
                  <a:moveTo>
                    <a:pt x="1300" y="0"/>
                  </a:moveTo>
                  <a:cubicBezTo>
                    <a:pt x="928" y="0"/>
                    <a:pt x="560" y="146"/>
                    <a:pt x="283" y="438"/>
                  </a:cubicBezTo>
                  <a:cubicBezTo>
                    <a:pt x="0" y="721"/>
                    <a:pt x="260" y="1112"/>
                    <a:pt x="563" y="1112"/>
                  </a:cubicBezTo>
                  <a:cubicBezTo>
                    <a:pt x="655" y="1112"/>
                    <a:pt x="750" y="1076"/>
                    <a:pt x="836" y="990"/>
                  </a:cubicBezTo>
                  <a:cubicBezTo>
                    <a:pt x="959" y="868"/>
                    <a:pt x="1128" y="806"/>
                    <a:pt x="1300" y="806"/>
                  </a:cubicBezTo>
                  <a:cubicBezTo>
                    <a:pt x="1473" y="806"/>
                    <a:pt x="1650" y="868"/>
                    <a:pt x="1788" y="990"/>
                  </a:cubicBezTo>
                  <a:cubicBezTo>
                    <a:pt x="1873" y="1076"/>
                    <a:pt x="1969" y="1112"/>
                    <a:pt x="2061" y="1112"/>
                  </a:cubicBezTo>
                  <a:cubicBezTo>
                    <a:pt x="2363" y="1112"/>
                    <a:pt x="2623" y="721"/>
                    <a:pt x="2341" y="438"/>
                  </a:cubicBezTo>
                  <a:cubicBezTo>
                    <a:pt x="2049" y="146"/>
                    <a:pt x="1673" y="0"/>
                    <a:pt x="13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17"/>
            <p:cNvSpPr/>
            <p:nvPr/>
          </p:nvSpPr>
          <p:spPr>
            <a:xfrm>
              <a:off x="1790863" y="3124663"/>
              <a:ext cx="122775" cy="40350"/>
            </a:xfrm>
            <a:custGeom>
              <a:avLst/>
              <a:gdLst/>
              <a:ahLst/>
              <a:cxnLst/>
              <a:rect l="l" t="t" r="r" b="b"/>
              <a:pathLst>
                <a:path w="4911" h="1614" extrusionOk="0">
                  <a:moveTo>
                    <a:pt x="2531" y="1"/>
                  </a:moveTo>
                  <a:cubicBezTo>
                    <a:pt x="1725" y="1"/>
                    <a:pt x="919" y="308"/>
                    <a:pt x="305" y="922"/>
                  </a:cubicBezTo>
                  <a:cubicBezTo>
                    <a:pt x="0" y="1203"/>
                    <a:pt x="267" y="1609"/>
                    <a:pt x="575" y="1609"/>
                  </a:cubicBezTo>
                  <a:cubicBezTo>
                    <a:pt x="670" y="1609"/>
                    <a:pt x="770" y="1570"/>
                    <a:pt x="857" y="1475"/>
                  </a:cubicBezTo>
                  <a:cubicBezTo>
                    <a:pt x="1318" y="1014"/>
                    <a:pt x="1924" y="784"/>
                    <a:pt x="2531" y="784"/>
                  </a:cubicBezTo>
                  <a:cubicBezTo>
                    <a:pt x="3137" y="784"/>
                    <a:pt x="3744" y="1014"/>
                    <a:pt x="4204" y="1475"/>
                  </a:cubicBezTo>
                  <a:cubicBezTo>
                    <a:pt x="4281" y="1567"/>
                    <a:pt x="4381" y="1613"/>
                    <a:pt x="4481" y="1613"/>
                  </a:cubicBezTo>
                  <a:cubicBezTo>
                    <a:pt x="4581" y="1613"/>
                    <a:pt x="4680" y="1567"/>
                    <a:pt x="4757" y="1475"/>
                  </a:cubicBezTo>
                  <a:cubicBezTo>
                    <a:pt x="4911" y="1321"/>
                    <a:pt x="4911" y="1076"/>
                    <a:pt x="4757" y="922"/>
                  </a:cubicBezTo>
                  <a:cubicBezTo>
                    <a:pt x="4143" y="308"/>
                    <a:pt x="3337" y="1"/>
                    <a:pt x="25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17"/>
            <p:cNvSpPr/>
            <p:nvPr/>
          </p:nvSpPr>
          <p:spPr>
            <a:xfrm>
              <a:off x="1761463" y="3082063"/>
              <a:ext cx="186125" cy="52575"/>
            </a:xfrm>
            <a:custGeom>
              <a:avLst/>
              <a:gdLst/>
              <a:ahLst/>
              <a:cxnLst/>
              <a:rect l="l" t="t" r="r" b="b"/>
              <a:pathLst>
                <a:path w="7445" h="2103" extrusionOk="0">
                  <a:moveTo>
                    <a:pt x="3722" y="1"/>
                  </a:moveTo>
                  <a:cubicBezTo>
                    <a:pt x="2479" y="1"/>
                    <a:pt x="1235" y="477"/>
                    <a:pt x="283" y="1429"/>
                  </a:cubicBezTo>
                  <a:cubicBezTo>
                    <a:pt x="0" y="1711"/>
                    <a:pt x="260" y="2103"/>
                    <a:pt x="563" y="2103"/>
                  </a:cubicBezTo>
                  <a:cubicBezTo>
                    <a:pt x="655" y="2103"/>
                    <a:pt x="750" y="2067"/>
                    <a:pt x="836" y="1981"/>
                  </a:cubicBezTo>
                  <a:cubicBezTo>
                    <a:pt x="1619" y="1183"/>
                    <a:pt x="2663" y="784"/>
                    <a:pt x="3707" y="784"/>
                  </a:cubicBezTo>
                  <a:cubicBezTo>
                    <a:pt x="4751" y="784"/>
                    <a:pt x="5795" y="1183"/>
                    <a:pt x="6578" y="1981"/>
                  </a:cubicBezTo>
                  <a:cubicBezTo>
                    <a:pt x="6664" y="2067"/>
                    <a:pt x="6761" y="2103"/>
                    <a:pt x="6855" y="2103"/>
                  </a:cubicBezTo>
                  <a:cubicBezTo>
                    <a:pt x="7166" y="2103"/>
                    <a:pt x="7444" y="1711"/>
                    <a:pt x="7161" y="1429"/>
                  </a:cubicBezTo>
                  <a:cubicBezTo>
                    <a:pt x="6209" y="477"/>
                    <a:pt x="4966" y="1"/>
                    <a:pt x="37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17"/>
            <p:cNvSpPr/>
            <p:nvPr/>
          </p:nvSpPr>
          <p:spPr>
            <a:xfrm>
              <a:off x="1680638" y="3081963"/>
              <a:ext cx="346750" cy="242325"/>
            </a:xfrm>
            <a:custGeom>
              <a:avLst/>
              <a:gdLst/>
              <a:ahLst/>
              <a:cxnLst/>
              <a:rect l="l" t="t" r="r" b="b"/>
              <a:pathLst>
                <a:path w="13870" h="9693" extrusionOk="0">
                  <a:moveTo>
                    <a:pt x="10333" y="7236"/>
                  </a:moveTo>
                  <a:cubicBezTo>
                    <a:pt x="10855" y="7236"/>
                    <a:pt x="10855" y="8034"/>
                    <a:pt x="10333" y="8034"/>
                  </a:cubicBezTo>
                  <a:lnTo>
                    <a:pt x="3547" y="8034"/>
                  </a:lnTo>
                  <a:cubicBezTo>
                    <a:pt x="2994" y="8034"/>
                    <a:pt x="2994" y="7236"/>
                    <a:pt x="3547" y="7236"/>
                  </a:cubicBezTo>
                  <a:close/>
                  <a:moveTo>
                    <a:pt x="552" y="0"/>
                  </a:moveTo>
                  <a:cubicBezTo>
                    <a:pt x="281" y="0"/>
                    <a:pt x="1" y="287"/>
                    <a:pt x="169" y="604"/>
                  </a:cubicBezTo>
                  <a:lnTo>
                    <a:pt x="2871" y="5547"/>
                  </a:lnTo>
                  <a:lnTo>
                    <a:pt x="538" y="5547"/>
                  </a:lnTo>
                  <a:cubicBezTo>
                    <a:pt x="323" y="5547"/>
                    <a:pt x="139" y="5701"/>
                    <a:pt x="139" y="5916"/>
                  </a:cubicBezTo>
                  <a:lnTo>
                    <a:pt x="139" y="9324"/>
                  </a:lnTo>
                  <a:cubicBezTo>
                    <a:pt x="139" y="9539"/>
                    <a:pt x="323" y="9693"/>
                    <a:pt x="538" y="9693"/>
                  </a:cubicBezTo>
                  <a:lnTo>
                    <a:pt x="13342" y="9693"/>
                  </a:lnTo>
                  <a:cubicBezTo>
                    <a:pt x="13557" y="9693"/>
                    <a:pt x="13711" y="9539"/>
                    <a:pt x="13711" y="9324"/>
                  </a:cubicBezTo>
                  <a:lnTo>
                    <a:pt x="13711" y="5916"/>
                  </a:lnTo>
                  <a:cubicBezTo>
                    <a:pt x="13711" y="5701"/>
                    <a:pt x="13557" y="5547"/>
                    <a:pt x="13342" y="5547"/>
                  </a:cubicBezTo>
                  <a:lnTo>
                    <a:pt x="11008" y="5547"/>
                  </a:lnTo>
                  <a:lnTo>
                    <a:pt x="13680" y="604"/>
                  </a:lnTo>
                  <a:cubicBezTo>
                    <a:pt x="13870" y="287"/>
                    <a:pt x="13596" y="0"/>
                    <a:pt x="13327" y="0"/>
                  </a:cubicBezTo>
                  <a:cubicBezTo>
                    <a:pt x="13204" y="0"/>
                    <a:pt x="13081" y="60"/>
                    <a:pt x="13004" y="204"/>
                  </a:cubicBezTo>
                  <a:lnTo>
                    <a:pt x="10087" y="5547"/>
                  </a:lnTo>
                  <a:lnTo>
                    <a:pt x="3762" y="5547"/>
                  </a:lnTo>
                  <a:lnTo>
                    <a:pt x="875" y="204"/>
                  </a:lnTo>
                  <a:cubicBezTo>
                    <a:pt x="798" y="60"/>
                    <a:pt x="676" y="0"/>
                    <a:pt x="5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674"/>
        <p:cNvGrpSpPr/>
        <p:nvPr/>
      </p:nvGrpSpPr>
      <p:grpSpPr>
        <a:xfrm>
          <a:off x="0" y="0"/>
          <a:ext cx="0" cy="0"/>
          <a:chOff x="0" y="0"/>
          <a:chExt cx="0" cy="0"/>
        </a:xfrm>
      </p:grpSpPr>
      <p:sp>
        <p:nvSpPr>
          <p:cNvPr id="675" name="Google Shape;675;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676" name="Google Shape;676;p18"/>
          <p:cNvGrpSpPr/>
          <p:nvPr/>
        </p:nvGrpSpPr>
        <p:grpSpPr>
          <a:xfrm>
            <a:off x="8664357" y="4248997"/>
            <a:ext cx="232288" cy="162334"/>
            <a:chOff x="1680638" y="3081963"/>
            <a:chExt cx="346750" cy="242325"/>
          </a:xfrm>
        </p:grpSpPr>
        <p:sp>
          <p:nvSpPr>
            <p:cNvPr id="677" name="Google Shape;677;p18"/>
            <p:cNvSpPr/>
            <p:nvPr/>
          </p:nvSpPr>
          <p:spPr>
            <a:xfrm>
              <a:off x="1821338" y="3166713"/>
              <a:ext cx="65600" cy="27800"/>
            </a:xfrm>
            <a:custGeom>
              <a:avLst/>
              <a:gdLst/>
              <a:ahLst/>
              <a:cxnLst/>
              <a:rect l="l" t="t" r="r" b="b"/>
              <a:pathLst>
                <a:path w="2624" h="1112" extrusionOk="0">
                  <a:moveTo>
                    <a:pt x="1300" y="0"/>
                  </a:moveTo>
                  <a:cubicBezTo>
                    <a:pt x="928" y="0"/>
                    <a:pt x="560" y="146"/>
                    <a:pt x="283" y="438"/>
                  </a:cubicBezTo>
                  <a:cubicBezTo>
                    <a:pt x="0" y="721"/>
                    <a:pt x="260" y="1112"/>
                    <a:pt x="563" y="1112"/>
                  </a:cubicBezTo>
                  <a:cubicBezTo>
                    <a:pt x="655" y="1112"/>
                    <a:pt x="750" y="1076"/>
                    <a:pt x="836" y="990"/>
                  </a:cubicBezTo>
                  <a:cubicBezTo>
                    <a:pt x="959" y="868"/>
                    <a:pt x="1128" y="806"/>
                    <a:pt x="1300" y="806"/>
                  </a:cubicBezTo>
                  <a:cubicBezTo>
                    <a:pt x="1473" y="806"/>
                    <a:pt x="1650" y="868"/>
                    <a:pt x="1788" y="990"/>
                  </a:cubicBezTo>
                  <a:cubicBezTo>
                    <a:pt x="1873" y="1076"/>
                    <a:pt x="1969" y="1112"/>
                    <a:pt x="2061" y="1112"/>
                  </a:cubicBezTo>
                  <a:cubicBezTo>
                    <a:pt x="2363" y="1112"/>
                    <a:pt x="2623" y="721"/>
                    <a:pt x="2341" y="438"/>
                  </a:cubicBezTo>
                  <a:cubicBezTo>
                    <a:pt x="2049" y="146"/>
                    <a:pt x="1673" y="0"/>
                    <a:pt x="13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18"/>
            <p:cNvSpPr/>
            <p:nvPr/>
          </p:nvSpPr>
          <p:spPr>
            <a:xfrm>
              <a:off x="1790863" y="3124663"/>
              <a:ext cx="122775" cy="40350"/>
            </a:xfrm>
            <a:custGeom>
              <a:avLst/>
              <a:gdLst/>
              <a:ahLst/>
              <a:cxnLst/>
              <a:rect l="l" t="t" r="r" b="b"/>
              <a:pathLst>
                <a:path w="4911" h="1614" extrusionOk="0">
                  <a:moveTo>
                    <a:pt x="2531" y="1"/>
                  </a:moveTo>
                  <a:cubicBezTo>
                    <a:pt x="1725" y="1"/>
                    <a:pt x="919" y="308"/>
                    <a:pt x="305" y="922"/>
                  </a:cubicBezTo>
                  <a:cubicBezTo>
                    <a:pt x="0" y="1203"/>
                    <a:pt x="267" y="1609"/>
                    <a:pt x="575" y="1609"/>
                  </a:cubicBezTo>
                  <a:cubicBezTo>
                    <a:pt x="670" y="1609"/>
                    <a:pt x="770" y="1570"/>
                    <a:pt x="857" y="1475"/>
                  </a:cubicBezTo>
                  <a:cubicBezTo>
                    <a:pt x="1318" y="1014"/>
                    <a:pt x="1924" y="784"/>
                    <a:pt x="2531" y="784"/>
                  </a:cubicBezTo>
                  <a:cubicBezTo>
                    <a:pt x="3137" y="784"/>
                    <a:pt x="3744" y="1014"/>
                    <a:pt x="4204" y="1475"/>
                  </a:cubicBezTo>
                  <a:cubicBezTo>
                    <a:pt x="4281" y="1567"/>
                    <a:pt x="4381" y="1613"/>
                    <a:pt x="4481" y="1613"/>
                  </a:cubicBezTo>
                  <a:cubicBezTo>
                    <a:pt x="4581" y="1613"/>
                    <a:pt x="4680" y="1567"/>
                    <a:pt x="4757" y="1475"/>
                  </a:cubicBezTo>
                  <a:cubicBezTo>
                    <a:pt x="4911" y="1321"/>
                    <a:pt x="4911" y="1076"/>
                    <a:pt x="4757" y="922"/>
                  </a:cubicBezTo>
                  <a:cubicBezTo>
                    <a:pt x="4143" y="308"/>
                    <a:pt x="3337" y="1"/>
                    <a:pt x="25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18"/>
            <p:cNvSpPr/>
            <p:nvPr/>
          </p:nvSpPr>
          <p:spPr>
            <a:xfrm>
              <a:off x="1761463" y="3082063"/>
              <a:ext cx="186125" cy="52575"/>
            </a:xfrm>
            <a:custGeom>
              <a:avLst/>
              <a:gdLst/>
              <a:ahLst/>
              <a:cxnLst/>
              <a:rect l="l" t="t" r="r" b="b"/>
              <a:pathLst>
                <a:path w="7445" h="2103" extrusionOk="0">
                  <a:moveTo>
                    <a:pt x="3722" y="1"/>
                  </a:moveTo>
                  <a:cubicBezTo>
                    <a:pt x="2479" y="1"/>
                    <a:pt x="1235" y="477"/>
                    <a:pt x="283" y="1429"/>
                  </a:cubicBezTo>
                  <a:cubicBezTo>
                    <a:pt x="0" y="1711"/>
                    <a:pt x="260" y="2103"/>
                    <a:pt x="563" y="2103"/>
                  </a:cubicBezTo>
                  <a:cubicBezTo>
                    <a:pt x="655" y="2103"/>
                    <a:pt x="750" y="2067"/>
                    <a:pt x="836" y="1981"/>
                  </a:cubicBezTo>
                  <a:cubicBezTo>
                    <a:pt x="1619" y="1183"/>
                    <a:pt x="2663" y="784"/>
                    <a:pt x="3707" y="784"/>
                  </a:cubicBezTo>
                  <a:cubicBezTo>
                    <a:pt x="4751" y="784"/>
                    <a:pt x="5795" y="1183"/>
                    <a:pt x="6578" y="1981"/>
                  </a:cubicBezTo>
                  <a:cubicBezTo>
                    <a:pt x="6664" y="2067"/>
                    <a:pt x="6761" y="2103"/>
                    <a:pt x="6855" y="2103"/>
                  </a:cubicBezTo>
                  <a:cubicBezTo>
                    <a:pt x="7166" y="2103"/>
                    <a:pt x="7444" y="1711"/>
                    <a:pt x="7161" y="1429"/>
                  </a:cubicBezTo>
                  <a:cubicBezTo>
                    <a:pt x="6209" y="477"/>
                    <a:pt x="4966" y="1"/>
                    <a:pt x="37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8"/>
            <p:cNvSpPr/>
            <p:nvPr/>
          </p:nvSpPr>
          <p:spPr>
            <a:xfrm>
              <a:off x="1680638" y="3081963"/>
              <a:ext cx="346750" cy="242325"/>
            </a:xfrm>
            <a:custGeom>
              <a:avLst/>
              <a:gdLst/>
              <a:ahLst/>
              <a:cxnLst/>
              <a:rect l="l" t="t" r="r" b="b"/>
              <a:pathLst>
                <a:path w="13870" h="9693" extrusionOk="0">
                  <a:moveTo>
                    <a:pt x="10333" y="7236"/>
                  </a:moveTo>
                  <a:cubicBezTo>
                    <a:pt x="10855" y="7236"/>
                    <a:pt x="10855" y="8034"/>
                    <a:pt x="10333" y="8034"/>
                  </a:cubicBezTo>
                  <a:lnTo>
                    <a:pt x="3547" y="8034"/>
                  </a:lnTo>
                  <a:cubicBezTo>
                    <a:pt x="2994" y="8034"/>
                    <a:pt x="2994" y="7236"/>
                    <a:pt x="3547" y="7236"/>
                  </a:cubicBezTo>
                  <a:close/>
                  <a:moveTo>
                    <a:pt x="552" y="0"/>
                  </a:moveTo>
                  <a:cubicBezTo>
                    <a:pt x="281" y="0"/>
                    <a:pt x="1" y="287"/>
                    <a:pt x="169" y="604"/>
                  </a:cubicBezTo>
                  <a:lnTo>
                    <a:pt x="2871" y="5547"/>
                  </a:lnTo>
                  <a:lnTo>
                    <a:pt x="538" y="5547"/>
                  </a:lnTo>
                  <a:cubicBezTo>
                    <a:pt x="323" y="5547"/>
                    <a:pt x="139" y="5701"/>
                    <a:pt x="139" y="5916"/>
                  </a:cubicBezTo>
                  <a:lnTo>
                    <a:pt x="139" y="9324"/>
                  </a:lnTo>
                  <a:cubicBezTo>
                    <a:pt x="139" y="9539"/>
                    <a:pt x="323" y="9693"/>
                    <a:pt x="538" y="9693"/>
                  </a:cubicBezTo>
                  <a:lnTo>
                    <a:pt x="13342" y="9693"/>
                  </a:lnTo>
                  <a:cubicBezTo>
                    <a:pt x="13557" y="9693"/>
                    <a:pt x="13711" y="9539"/>
                    <a:pt x="13711" y="9324"/>
                  </a:cubicBezTo>
                  <a:lnTo>
                    <a:pt x="13711" y="5916"/>
                  </a:lnTo>
                  <a:cubicBezTo>
                    <a:pt x="13711" y="5701"/>
                    <a:pt x="13557" y="5547"/>
                    <a:pt x="13342" y="5547"/>
                  </a:cubicBezTo>
                  <a:lnTo>
                    <a:pt x="11008" y="5547"/>
                  </a:lnTo>
                  <a:lnTo>
                    <a:pt x="13680" y="604"/>
                  </a:lnTo>
                  <a:cubicBezTo>
                    <a:pt x="13870" y="287"/>
                    <a:pt x="13596" y="0"/>
                    <a:pt x="13327" y="0"/>
                  </a:cubicBezTo>
                  <a:cubicBezTo>
                    <a:pt x="13204" y="0"/>
                    <a:pt x="13081" y="60"/>
                    <a:pt x="13004" y="204"/>
                  </a:cubicBezTo>
                  <a:lnTo>
                    <a:pt x="10087" y="5547"/>
                  </a:lnTo>
                  <a:lnTo>
                    <a:pt x="3762" y="5547"/>
                  </a:lnTo>
                  <a:lnTo>
                    <a:pt x="875" y="204"/>
                  </a:lnTo>
                  <a:cubicBezTo>
                    <a:pt x="798" y="60"/>
                    <a:pt x="676" y="0"/>
                    <a:pt x="5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1" name="Google Shape;681;p18"/>
          <p:cNvGrpSpPr/>
          <p:nvPr/>
        </p:nvGrpSpPr>
        <p:grpSpPr>
          <a:xfrm flipH="1">
            <a:off x="8251125" y="-163875"/>
            <a:ext cx="647725" cy="2014925"/>
            <a:chOff x="905325" y="1001350"/>
            <a:chExt cx="647725" cy="2014925"/>
          </a:xfrm>
        </p:grpSpPr>
        <p:sp>
          <p:nvSpPr>
            <p:cNvPr id="682" name="Google Shape;682;p18"/>
            <p:cNvSpPr/>
            <p:nvPr/>
          </p:nvSpPr>
          <p:spPr>
            <a:xfrm>
              <a:off x="1353600" y="2453950"/>
              <a:ext cx="25" cy="511825"/>
            </a:xfrm>
            <a:custGeom>
              <a:avLst/>
              <a:gdLst/>
              <a:ahLst/>
              <a:cxnLst/>
              <a:rect l="l" t="t" r="r" b="b"/>
              <a:pathLst>
                <a:path w="1" h="20473" fill="none" extrusionOk="0">
                  <a:moveTo>
                    <a:pt x="1" y="1"/>
                  </a:moveTo>
                  <a:lnTo>
                    <a:pt x="1" y="20473"/>
                  </a:lnTo>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8"/>
            <p:cNvSpPr/>
            <p:nvPr/>
          </p:nvSpPr>
          <p:spPr>
            <a:xfrm>
              <a:off x="1353600" y="2187375"/>
              <a:ext cx="25" cy="173400"/>
            </a:xfrm>
            <a:custGeom>
              <a:avLst/>
              <a:gdLst/>
              <a:ahLst/>
              <a:cxnLst/>
              <a:rect l="l" t="t" r="r" b="b"/>
              <a:pathLst>
                <a:path w="1" h="6936" fill="none" extrusionOk="0">
                  <a:moveTo>
                    <a:pt x="1" y="1"/>
                  </a:moveTo>
                  <a:lnTo>
                    <a:pt x="1" y="6936"/>
                  </a:lnTo>
                </a:path>
              </a:pathLst>
            </a:custGeom>
            <a:noFill/>
            <a:ln w="12500"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18"/>
            <p:cNvSpPr/>
            <p:nvPr/>
          </p:nvSpPr>
          <p:spPr>
            <a:xfrm>
              <a:off x="955325" y="1026350"/>
              <a:ext cx="398300" cy="1051200"/>
            </a:xfrm>
            <a:custGeom>
              <a:avLst/>
              <a:gdLst/>
              <a:ahLst/>
              <a:cxnLst/>
              <a:rect l="l" t="t" r="r" b="b"/>
              <a:pathLst>
                <a:path w="15932" h="42048" fill="none" extrusionOk="0">
                  <a:moveTo>
                    <a:pt x="15932" y="42048"/>
                  </a:moveTo>
                  <a:lnTo>
                    <a:pt x="15932" y="3124"/>
                  </a:lnTo>
                  <a:cubicBezTo>
                    <a:pt x="15932" y="1416"/>
                    <a:pt x="14537" y="0"/>
                    <a:pt x="12808" y="0"/>
                  </a:cubicBezTo>
                  <a:lnTo>
                    <a:pt x="0" y="0"/>
                  </a:lnTo>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8"/>
            <p:cNvSpPr/>
            <p:nvPr/>
          </p:nvSpPr>
          <p:spPr>
            <a:xfrm>
              <a:off x="1328625" y="2965750"/>
              <a:ext cx="50525" cy="50525"/>
            </a:xfrm>
            <a:custGeom>
              <a:avLst/>
              <a:gdLst/>
              <a:ahLst/>
              <a:cxnLst/>
              <a:rect l="l" t="t" r="r" b="b"/>
              <a:pathLst>
                <a:path w="2021" h="2021" extrusionOk="0">
                  <a:moveTo>
                    <a:pt x="1000" y="1"/>
                  </a:moveTo>
                  <a:cubicBezTo>
                    <a:pt x="458" y="1"/>
                    <a:pt x="0" y="459"/>
                    <a:pt x="0" y="1021"/>
                  </a:cubicBezTo>
                  <a:cubicBezTo>
                    <a:pt x="0" y="1583"/>
                    <a:pt x="458" y="2021"/>
                    <a:pt x="1000" y="2021"/>
                  </a:cubicBezTo>
                  <a:cubicBezTo>
                    <a:pt x="1562" y="2021"/>
                    <a:pt x="2020" y="1583"/>
                    <a:pt x="2020" y="1021"/>
                  </a:cubicBezTo>
                  <a:cubicBezTo>
                    <a:pt x="2020" y="459"/>
                    <a:pt x="1562" y="1"/>
                    <a:pt x="1000"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8"/>
            <p:cNvSpPr/>
            <p:nvPr/>
          </p:nvSpPr>
          <p:spPr>
            <a:xfrm>
              <a:off x="905325" y="1001350"/>
              <a:ext cx="50025" cy="50525"/>
            </a:xfrm>
            <a:custGeom>
              <a:avLst/>
              <a:gdLst/>
              <a:ahLst/>
              <a:cxnLst/>
              <a:rect l="l" t="t" r="r" b="b"/>
              <a:pathLst>
                <a:path w="2001" h="2021" extrusionOk="0">
                  <a:moveTo>
                    <a:pt x="1000" y="1"/>
                  </a:moveTo>
                  <a:cubicBezTo>
                    <a:pt x="438" y="1"/>
                    <a:pt x="1" y="459"/>
                    <a:pt x="1" y="1000"/>
                  </a:cubicBezTo>
                  <a:cubicBezTo>
                    <a:pt x="1" y="1563"/>
                    <a:pt x="438" y="2021"/>
                    <a:pt x="1000" y="2021"/>
                  </a:cubicBezTo>
                  <a:cubicBezTo>
                    <a:pt x="1563" y="2021"/>
                    <a:pt x="2000" y="1563"/>
                    <a:pt x="2000" y="1000"/>
                  </a:cubicBezTo>
                  <a:cubicBezTo>
                    <a:pt x="2000" y="459"/>
                    <a:pt x="1563" y="1"/>
                    <a:pt x="1000" y="1"/>
                  </a:cubicBez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8"/>
            <p:cNvSpPr/>
            <p:nvPr/>
          </p:nvSpPr>
          <p:spPr>
            <a:xfrm>
              <a:off x="1320800" y="1427750"/>
              <a:ext cx="65625" cy="65650"/>
            </a:xfrm>
            <a:custGeom>
              <a:avLst/>
              <a:gdLst/>
              <a:ahLst/>
              <a:cxnLst/>
              <a:rect l="l" t="t" r="r" b="b"/>
              <a:pathLst>
                <a:path w="2625" h="2626" extrusionOk="0">
                  <a:moveTo>
                    <a:pt x="1313" y="1"/>
                  </a:moveTo>
                  <a:cubicBezTo>
                    <a:pt x="605" y="1"/>
                    <a:pt x="1" y="584"/>
                    <a:pt x="1" y="1313"/>
                  </a:cubicBezTo>
                  <a:cubicBezTo>
                    <a:pt x="1" y="2042"/>
                    <a:pt x="605" y="2625"/>
                    <a:pt x="1313" y="2625"/>
                  </a:cubicBezTo>
                  <a:cubicBezTo>
                    <a:pt x="2042" y="2625"/>
                    <a:pt x="2625" y="2042"/>
                    <a:pt x="2625" y="1313"/>
                  </a:cubicBezTo>
                  <a:cubicBezTo>
                    <a:pt x="2625" y="584"/>
                    <a:pt x="2042" y="1"/>
                    <a:pt x="1313"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8"/>
            <p:cNvSpPr/>
            <p:nvPr/>
          </p:nvSpPr>
          <p:spPr>
            <a:xfrm>
              <a:off x="1298950" y="2077525"/>
              <a:ext cx="109875" cy="109875"/>
            </a:xfrm>
            <a:custGeom>
              <a:avLst/>
              <a:gdLst/>
              <a:ahLst/>
              <a:cxnLst/>
              <a:rect l="l" t="t" r="r" b="b"/>
              <a:pathLst>
                <a:path w="4395" h="4395" fill="none" extrusionOk="0">
                  <a:moveTo>
                    <a:pt x="4394" y="2208"/>
                  </a:moveTo>
                  <a:cubicBezTo>
                    <a:pt x="4394" y="3416"/>
                    <a:pt x="3416" y="4395"/>
                    <a:pt x="2187" y="4395"/>
                  </a:cubicBezTo>
                  <a:cubicBezTo>
                    <a:pt x="979" y="4395"/>
                    <a:pt x="0" y="3416"/>
                    <a:pt x="0" y="2208"/>
                  </a:cubicBezTo>
                  <a:cubicBezTo>
                    <a:pt x="0" y="979"/>
                    <a:pt x="979" y="1"/>
                    <a:pt x="2187" y="1"/>
                  </a:cubicBezTo>
                  <a:cubicBezTo>
                    <a:pt x="3416" y="1"/>
                    <a:pt x="4394" y="979"/>
                    <a:pt x="4394" y="2208"/>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8"/>
            <p:cNvSpPr/>
            <p:nvPr/>
          </p:nvSpPr>
          <p:spPr>
            <a:xfrm>
              <a:off x="1278650" y="1245025"/>
              <a:ext cx="150475" cy="64575"/>
            </a:xfrm>
            <a:custGeom>
              <a:avLst/>
              <a:gdLst/>
              <a:ahLst/>
              <a:cxnLst/>
              <a:rect l="l" t="t" r="r" b="b"/>
              <a:pathLst>
                <a:path w="6019" h="2583" extrusionOk="0">
                  <a:moveTo>
                    <a:pt x="541" y="0"/>
                  </a:moveTo>
                  <a:cubicBezTo>
                    <a:pt x="229" y="0"/>
                    <a:pt x="0" y="250"/>
                    <a:pt x="0" y="542"/>
                  </a:cubicBezTo>
                  <a:lnTo>
                    <a:pt x="0" y="2041"/>
                  </a:lnTo>
                  <a:cubicBezTo>
                    <a:pt x="0" y="2333"/>
                    <a:pt x="229" y="2582"/>
                    <a:pt x="541" y="2582"/>
                  </a:cubicBezTo>
                  <a:lnTo>
                    <a:pt x="5456" y="2582"/>
                  </a:lnTo>
                  <a:cubicBezTo>
                    <a:pt x="5769" y="2582"/>
                    <a:pt x="6019" y="2333"/>
                    <a:pt x="6019" y="2041"/>
                  </a:cubicBezTo>
                  <a:lnTo>
                    <a:pt x="6019" y="542"/>
                  </a:lnTo>
                  <a:cubicBezTo>
                    <a:pt x="6019" y="250"/>
                    <a:pt x="5769" y="0"/>
                    <a:pt x="5456"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18"/>
            <p:cNvSpPr/>
            <p:nvPr/>
          </p:nvSpPr>
          <p:spPr>
            <a:xfrm>
              <a:off x="1333825" y="2360750"/>
              <a:ext cx="40125" cy="93225"/>
            </a:xfrm>
            <a:custGeom>
              <a:avLst/>
              <a:gdLst/>
              <a:ahLst/>
              <a:cxnLst/>
              <a:rect l="l" t="t" r="r" b="b"/>
              <a:pathLst>
                <a:path w="1605" h="3729" fill="none" extrusionOk="0">
                  <a:moveTo>
                    <a:pt x="334" y="1"/>
                  </a:moveTo>
                  <a:lnTo>
                    <a:pt x="1250" y="1"/>
                  </a:lnTo>
                  <a:cubicBezTo>
                    <a:pt x="1438" y="1"/>
                    <a:pt x="1604" y="147"/>
                    <a:pt x="1604" y="334"/>
                  </a:cubicBezTo>
                  <a:lnTo>
                    <a:pt x="1604" y="3375"/>
                  </a:lnTo>
                  <a:cubicBezTo>
                    <a:pt x="1604" y="3562"/>
                    <a:pt x="1438" y="3729"/>
                    <a:pt x="1250" y="3729"/>
                  </a:cubicBezTo>
                  <a:lnTo>
                    <a:pt x="334" y="3729"/>
                  </a:lnTo>
                  <a:cubicBezTo>
                    <a:pt x="146" y="3729"/>
                    <a:pt x="1" y="3562"/>
                    <a:pt x="1" y="3375"/>
                  </a:cubicBezTo>
                  <a:lnTo>
                    <a:pt x="1" y="334"/>
                  </a:lnTo>
                  <a:cubicBezTo>
                    <a:pt x="1" y="147"/>
                    <a:pt x="146" y="1"/>
                    <a:pt x="334" y="1"/>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18"/>
            <p:cNvSpPr/>
            <p:nvPr/>
          </p:nvSpPr>
          <p:spPr>
            <a:xfrm>
              <a:off x="1408779" y="2134275"/>
              <a:ext cx="94250" cy="25"/>
            </a:xfrm>
            <a:custGeom>
              <a:avLst/>
              <a:gdLst/>
              <a:ahLst/>
              <a:cxnLst/>
              <a:rect l="l" t="t" r="r" b="b"/>
              <a:pathLst>
                <a:path w="3770" h="1" fill="none" extrusionOk="0">
                  <a:moveTo>
                    <a:pt x="0" y="1"/>
                  </a:moveTo>
                  <a:lnTo>
                    <a:pt x="3770"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18"/>
            <p:cNvSpPr/>
            <p:nvPr/>
          </p:nvSpPr>
          <p:spPr>
            <a:xfrm>
              <a:off x="987600" y="1679750"/>
              <a:ext cx="311375" cy="453000"/>
            </a:xfrm>
            <a:custGeom>
              <a:avLst/>
              <a:gdLst/>
              <a:ahLst/>
              <a:cxnLst/>
              <a:rect l="l" t="t" r="r" b="b"/>
              <a:pathLst>
                <a:path w="12455" h="18120" fill="none" extrusionOk="0">
                  <a:moveTo>
                    <a:pt x="0" y="15620"/>
                  </a:moveTo>
                  <a:lnTo>
                    <a:pt x="0" y="3208"/>
                  </a:lnTo>
                  <a:cubicBezTo>
                    <a:pt x="21" y="1438"/>
                    <a:pt x="1458" y="1"/>
                    <a:pt x="3228" y="1"/>
                  </a:cubicBezTo>
                  <a:lnTo>
                    <a:pt x="6915" y="1"/>
                  </a:lnTo>
                  <a:cubicBezTo>
                    <a:pt x="8685" y="1"/>
                    <a:pt x="10122" y="1438"/>
                    <a:pt x="10122" y="3208"/>
                  </a:cubicBezTo>
                  <a:lnTo>
                    <a:pt x="10122" y="14912"/>
                  </a:lnTo>
                  <a:cubicBezTo>
                    <a:pt x="10122" y="16682"/>
                    <a:pt x="10642" y="18119"/>
                    <a:pt x="11288" y="18119"/>
                  </a:cubicBezTo>
                  <a:lnTo>
                    <a:pt x="12454" y="18119"/>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8"/>
            <p:cNvSpPr/>
            <p:nvPr/>
          </p:nvSpPr>
          <p:spPr>
            <a:xfrm>
              <a:off x="1503025" y="2107200"/>
              <a:ext cx="50025" cy="50525"/>
            </a:xfrm>
            <a:custGeom>
              <a:avLst/>
              <a:gdLst/>
              <a:ahLst/>
              <a:cxnLst/>
              <a:rect l="l" t="t" r="r" b="b"/>
              <a:pathLst>
                <a:path w="2001" h="2021" extrusionOk="0">
                  <a:moveTo>
                    <a:pt x="1001" y="1"/>
                  </a:moveTo>
                  <a:cubicBezTo>
                    <a:pt x="438" y="1"/>
                    <a:pt x="1" y="459"/>
                    <a:pt x="1" y="1021"/>
                  </a:cubicBezTo>
                  <a:cubicBezTo>
                    <a:pt x="1" y="1563"/>
                    <a:pt x="438" y="2021"/>
                    <a:pt x="1001" y="2021"/>
                  </a:cubicBezTo>
                  <a:cubicBezTo>
                    <a:pt x="1563" y="2021"/>
                    <a:pt x="2000" y="1563"/>
                    <a:pt x="2000" y="1021"/>
                  </a:cubicBezTo>
                  <a:cubicBezTo>
                    <a:pt x="2000" y="459"/>
                    <a:pt x="1563" y="1"/>
                    <a:pt x="1001"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18"/>
            <p:cNvSpPr/>
            <p:nvPr/>
          </p:nvSpPr>
          <p:spPr>
            <a:xfrm>
              <a:off x="962600" y="2037950"/>
              <a:ext cx="50525" cy="50550"/>
            </a:xfrm>
            <a:custGeom>
              <a:avLst/>
              <a:gdLst/>
              <a:ahLst/>
              <a:cxnLst/>
              <a:rect l="l" t="t" r="r" b="b"/>
              <a:pathLst>
                <a:path w="2021" h="2022" extrusionOk="0">
                  <a:moveTo>
                    <a:pt x="1000" y="1"/>
                  </a:moveTo>
                  <a:cubicBezTo>
                    <a:pt x="459" y="1"/>
                    <a:pt x="1" y="459"/>
                    <a:pt x="1" y="1021"/>
                  </a:cubicBezTo>
                  <a:cubicBezTo>
                    <a:pt x="1" y="1584"/>
                    <a:pt x="459" y="2021"/>
                    <a:pt x="1000" y="2021"/>
                  </a:cubicBezTo>
                  <a:cubicBezTo>
                    <a:pt x="1563" y="2021"/>
                    <a:pt x="2021" y="1584"/>
                    <a:pt x="2021" y="1021"/>
                  </a:cubicBezTo>
                  <a:cubicBezTo>
                    <a:pt x="2021" y="459"/>
                    <a:pt x="1563" y="1"/>
                    <a:pt x="1000"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5" name="Google Shape;695;p18"/>
          <p:cNvGrpSpPr/>
          <p:nvPr/>
        </p:nvGrpSpPr>
        <p:grpSpPr>
          <a:xfrm flipH="1">
            <a:off x="8625400" y="273650"/>
            <a:ext cx="518600" cy="1291750"/>
            <a:chOff x="202975" y="1362675"/>
            <a:chExt cx="518600" cy="1291750"/>
          </a:xfrm>
        </p:grpSpPr>
        <p:sp>
          <p:nvSpPr>
            <p:cNvPr id="696" name="Google Shape;696;p18"/>
            <p:cNvSpPr/>
            <p:nvPr/>
          </p:nvSpPr>
          <p:spPr>
            <a:xfrm>
              <a:off x="202975" y="1362675"/>
              <a:ext cx="518600" cy="1291750"/>
            </a:xfrm>
            <a:custGeom>
              <a:avLst/>
              <a:gdLst/>
              <a:ahLst/>
              <a:cxnLst/>
              <a:rect l="l" t="t" r="r" b="b"/>
              <a:pathLst>
                <a:path w="20744" h="51670" fill="none" extrusionOk="0">
                  <a:moveTo>
                    <a:pt x="1" y="1"/>
                  </a:moveTo>
                  <a:lnTo>
                    <a:pt x="13100" y="1"/>
                  </a:lnTo>
                  <a:cubicBezTo>
                    <a:pt x="14829" y="1"/>
                    <a:pt x="16224" y="1396"/>
                    <a:pt x="16224" y="3125"/>
                  </a:cubicBezTo>
                  <a:lnTo>
                    <a:pt x="16224" y="13933"/>
                  </a:lnTo>
                  <a:cubicBezTo>
                    <a:pt x="16224" y="15662"/>
                    <a:pt x="14829" y="17057"/>
                    <a:pt x="13100" y="17057"/>
                  </a:cubicBezTo>
                  <a:lnTo>
                    <a:pt x="7373" y="17057"/>
                  </a:lnTo>
                  <a:cubicBezTo>
                    <a:pt x="5645" y="17057"/>
                    <a:pt x="4249" y="18452"/>
                    <a:pt x="4249" y="20181"/>
                  </a:cubicBezTo>
                  <a:lnTo>
                    <a:pt x="4249" y="48546"/>
                  </a:lnTo>
                  <a:cubicBezTo>
                    <a:pt x="4249" y="50274"/>
                    <a:pt x="5645" y="51670"/>
                    <a:pt x="7373" y="51670"/>
                  </a:cubicBezTo>
                  <a:lnTo>
                    <a:pt x="20743" y="51670"/>
                  </a:ln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8"/>
            <p:cNvSpPr/>
            <p:nvPr/>
          </p:nvSpPr>
          <p:spPr>
            <a:xfrm>
              <a:off x="272225" y="1984850"/>
              <a:ext cx="74475" cy="75000"/>
            </a:xfrm>
            <a:custGeom>
              <a:avLst/>
              <a:gdLst/>
              <a:ahLst/>
              <a:cxnLst/>
              <a:rect l="l" t="t" r="r" b="b"/>
              <a:pathLst>
                <a:path w="2979" h="3000" extrusionOk="0">
                  <a:moveTo>
                    <a:pt x="1500" y="1"/>
                  </a:moveTo>
                  <a:cubicBezTo>
                    <a:pt x="667" y="1"/>
                    <a:pt x="1" y="667"/>
                    <a:pt x="1" y="1500"/>
                  </a:cubicBezTo>
                  <a:cubicBezTo>
                    <a:pt x="1" y="2333"/>
                    <a:pt x="667" y="3000"/>
                    <a:pt x="1500" y="3000"/>
                  </a:cubicBezTo>
                  <a:cubicBezTo>
                    <a:pt x="2312" y="3000"/>
                    <a:pt x="2979" y="2333"/>
                    <a:pt x="2979" y="1500"/>
                  </a:cubicBezTo>
                  <a:cubicBezTo>
                    <a:pt x="2979" y="667"/>
                    <a:pt x="2312" y="1"/>
                    <a:pt x="1500"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8"/>
            <p:cNvSpPr/>
            <p:nvPr/>
          </p:nvSpPr>
          <p:spPr>
            <a:xfrm>
              <a:off x="587225" y="1566250"/>
              <a:ext cx="43225" cy="100000"/>
            </a:xfrm>
            <a:custGeom>
              <a:avLst/>
              <a:gdLst/>
              <a:ahLst/>
              <a:cxnLst/>
              <a:rect l="l" t="t" r="r" b="b"/>
              <a:pathLst>
                <a:path w="1729" h="4000" extrusionOk="0">
                  <a:moveTo>
                    <a:pt x="375" y="1"/>
                  </a:moveTo>
                  <a:cubicBezTo>
                    <a:pt x="167" y="1"/>
                    <a:pt x="0" y="167"/>
                    <a:pt x="0" y="376"/>
                  </a:cubicBezTo>
                  <a:lnTo>
                    <a:pt x="0" y="3645"/>
                  </a:lnTo>
                  <a:cubicBezTo>
                    <a:pt x="0" y="3833"/>
                    <a:pt x="167" y="3999"/>
                    <a:pt x="375" y="3999"/>
                  </a:cubicBezTo>
                  <a:lnTo>
                    <a:pt x="1354" y="3999"/>
                  </a:lnTo>
                  <a:cubicBezTo>
                    <a:pt x="1562" y="3999"/>
                    <a:pt x="1729" y="3833"/>
                    <a:pt x="1729" y="3645"/>
                  </a:cubicBezTo>
                  <a:lnTo>
                    <a:pt x="1729" y="376"/>
                  </a:lnTo>
                  <a:cubicBezTo>
                    <a:pt x="1729" y="167"/>
                    <a:pt x="1562" y="1"/>
                    <a:pt x="1354"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9" name="Google Shape;699;p18"/>
          <p:cNvGrpSpPr/>
          <p:nvPr/>
        </p:nvGrpSpPr>
        <p:grpSpPr>
          <a:xfrm flipH="1">
            <a:off x="8651100" y="1085525"/>
            <a:ext cx="328550" cy="892950"/>
            <a:chOff x="443525" y="2098350"/>
            <a:chExt cx="328550" cy="892950"/>
          </a:xfrm>
        </p:grpSpPr>
        <p:sp>
          <p:nvSpPr>
            <p:cNvPr id="700" name="Google Shape;700;p18"/>
            <p:cNvSpPr/>
            <p:nvPr/>
          </p:nvSpPr>
          <p:spPr>
            <a:xfrm>
              <a:off x="462275" y="2123875"/>
              <a:ext cx="259300" cy="842425"/>
            </a:xfrm>
            <a:custGeom>
              <a:avLst/>
              <a:gdLst/>
              <a:ahLst/>
              <a:cxnLst/>
              <a:rect l="l" t="t" r="r" b="b"/>
              <a:pathLst>
                <a:path w="10372" h="33697" fill="none" extrusionOk="0">
                  <a:moveTo>
                    <a:pt x="10371" y="0"/>
                  </a:moveTo>
                  <a:lnTo>
                    <a:pt x="3124" y="0"/>
                  </a:lnTo>
                  <a:cubicBezTo>
                    <a:pt x="1395" y="0"/>
                    <a:pt x="0" y="1396"/>
                    <a:pt x="0" y="3124"/>
                  </a:cubicBezTo>
                  <a:lnTo>
                    <a:pt x="0" y="30573"/>
                  </a:lnTo>
                  <a:cubicBezTo>
                    <a:pt x="0" y="32280"/>
                    <a:pt x="1395" y="33696"/>
                    <a:pt x="3124" y="33696"/>
                  </a:cubicBezTo>
                  <a:lnTo>
                    <a:pt x="8789" y="33696"/>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8"/>
            <p:cNvSpPr/>
            <p:nvPr/>
          </p:nvSpPr>
          <p:spPr>
            <a:xfrm>
              <a:off x="721550" y="2098350"/>
              <a:ext cx="50525" cy="50525"/>
            </a:xfrm>
            <a:custGeom>
              <a:avLst/>
              <a:gdLst/>
              <a:ahLst/>
              <a:cxnLst/>
              <a:rect l="l" t="t" r="r" b="b"/>
              <a:pathLst>
                <a:path w="2021" h="2021" fill="none" extrusionOk="0">
                  <a:moveTo>
                    <a:pt x="2020" y="1021"/>
                  </a:moveTo>
                  <a:cubicBezTo>
                    <a:pt x="2020" y="1583"/>
                    <a:pt x="1562" y="2021"/>
                    <a:pt x="1021" y="2021"/>
                  </a:cubicBezTo>
                  <a:cubicBezTo>
                    <a:pt x="458" y="2021"/>
                    <a:pt x="0" y="1583"/>
                    <a:pt x="0" y="1021"/>
                  </a:cubicBezTo>
                  <a:cubicBezTo>
                    <a:pt x="0" y="459"/>
                    <a:pt x="458" y="1"/>
                    <a:pt x="1021" y="1"/>
                  </a:cubicBezTo>
                  <a:cubicBezTo>
                    <a:pt x="1562" y="1"/>
                    <a:pt x="2020" y="459"/>
                    <a:pt x="2020" y="1021"/>
                  </a:cubicBezTo>
                  <a:close/>
                </a:path>
              </a:pathLst>
            </a:custGeom>
            <a:noFill/>
            <a:ln w="13025" cap="flat" cmpd="sng">
              <a:solidFill>
                <a:schemeClr val="accen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18"/>
            <p:cNvSpPr/>
            <p:nvPr/>
          </p:nvSpPr>
          <p:spPr>
            <a:xfrm>
              <a:off x="685100" y="2940750"/>
              <a:ext cx="50525" cy="50550"/>
            </a:xfrm>
            <a:custGeom>
              <a:avLst/>
              <a:gdLst/>
              <a:ahLst/>
              <a:cxnLst/>
              <a:rect l="l" t="t" r="r" b="b"/>
              <a:pathLst>
                <a:path w="2021" h="2022" fill="none" extrusionOk="0">
                  <a:moveTo>
                    <a:pt x="2021" y="1001"/>
                  </a:moveTo>
                  <a:cubicBezTo>
                    <a:pt x="2021" y="1563"/>
                    <a:pt x="1562" y="2021"/>
                    <a:pt x="1021" y="2021"/>
                  </a:cubicBezTo>
                  <a:cubicBezTo>
                    <a:pt x="459" y="2021"/>
                    <a:pt x="1" y="1563"/>
                    <a:pt x="1" y="1001"/>
                  </a:cubicBezTo>
                  <a:cubicBezTo>
                    <a:pt x="1" y="459"/>
                    <a:pt x="459" y="1"/>
                    <a:pt x="1021" y="1"/>
                  </a:cubicBezTo>
                  <a:cubicBezTo>
                    <a:pt x="1562" y="1"/>
                    <a:pt x="2021" y="459"/>
                    <a:pt x="2021" y="1001"/>
                  </a:cubicBezTo>
                  <a:close/>
                </a:path>
              </a:pathLst>
            </a:custGeom>
            <a:noFill/>
            <a:ln w="13025" cap="flat" cmpd="sng">
              <a:solidFill>
                <a:schemeClr val="accen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18"/>
            <p:cNvSpPr/>
            <p:nvPr/>
          </p:nvSpPr>
          <p:spPr>
            <a:xfrm>
              <a:off x="443525" y="2370125"/>
              <a:ext cx="37500" cy="38050"/>
            </a:xfrm>
            <a:custGeom>
              <a:avLst/>
              <a:gdLst/>
              <a:ahLst/>
              <a:cxnLst/>
              <a:rect l="l" t="t" r="r" b="b"/>
              <a:pathLst>
                <a:path w="1500" h="1522" extrusionOk="0">
                  <a:moveTo>
                    <a:pt x="750" y="1"/>
                  </a:moveTo>
                  <a:cubicBezTo>
                    <a:pt x="334" y="1"/>
                    <a:pt x="0" y="355"/>
                    <a:pt x="0" y="771"/>
                  </a:cubicBezTo>
                  <a:cubicBezTo>
                    <a:pt x="0" y="1167"/>
                    <a:pt x="334" y="1521"/>
                    <a:pt x="750" y="1521"/>
                  </a:cubicBezTo>
                  <a:cubicBezTo>
                    <a:pt x="1167" y="1521"/>
                    <a:pt x="1500" y="1167"/>
                    <a:pt x="1500" y="771"/>
                  </a:cubicBezTo>
                  <a:cubicBezTo>
                    <a:pt x="1500" y="355"/>
                    <a:pt x="1167" y="1"/>
                    <a:pt x="75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8"/>
            <p:cNvSpPr/>
            <p:nvPr/>
          </p:nvSpPr>
          <p:spPr>
            <a:xfrm>
              <a:off x="443525" y="2635675"/>
              <a:ext cx="37500" cy="37500"/>
            </a:xfrm>
            <a:custGeom>
              <a:avLst/>
              <a:gdLst/>
              <a:ahLst/>
              <a:cxnLst/>
              <a:rect l="l" t="t" r="r" b="b"/>
              <a:pathLst>
                <a:path w="1500" h="1500" extrusionOk="0">
                  <a:moveTo>
                    <a:pt x="750" y="0"/>
                  </a:moveTo>
                  <a:cubicBezTo>
                    <a:pt x="334" y="0"/>
                    <a:pt x="0" y="333"/>
                    <a:pt x="0" y="750"/>
                  </a:cubicBezTo>
                  <a:cubicBezTo>
                    <a:pt x="0" y="1166"/>
                    <a:pt x="334" y="1499"/>
                    <a:pt x="750" y="1499"/>
                  </a:cubicBezTo>
                  <a:cubicBezTo>
                    <a:pt x="1167" y="1499"/>
                    <a:pt x="1500" y="1166"/>
                    <a:pt x="1500" y="750"/>
                  </a:cubicBezTo>
                  <a:cubicBezTo>
                    <a:pt x="1500" y="333"/>
                    <a:pt x="1167" y="0"/>
                    <a:pt x="75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5" name="Google Shape;705;p18"/>
          <p:cNvGrpSpPr/>
          <p:nvPr/>
        </p:nvGrpSpPr>
        <p:grpSpPr>
          <a:xfrm flipH="1">
            <a:off x="-89225" y="4330421"/>
            <a:ext cx="1300100" cy="1115804"/>
            <a:chOff x="139375" y="4254221"/>
            <a:chExt cx="1300100" cy="1115804"/>
          </a:xfrm>
        </p:grpSpPr>
        <p:grpSp>
          <p:nvGrpSpPr>
            <p:cNvPr id="706" name="Google Shape;706;p18"/>
            <p:cNvGrpSpPr/>
            <p:nvPr/>
          </p:nvGrpSpPr>
          <p:grpSpPr>
            <a:xfrm>
              <a:off x="627750" y="4254221"/>
              <a:ext cx="615425" cy="887204"/>
              <a:chOff x="627750" y="4254221"/>
              <a:chExt cx="615425" cy="887204"/>
            </a:xfrm>
          </p:grpSpPr>
          <p:grpSp>
            <p:nvGrpSpPr>
              <p:cNvPr id="707" name="Google Shape;707;p18"/>
              <p:cNvGrpSpPr/>
              <p:nvPr/>
            </p:nvGrpSpPr>
            <p:grpSpPr>
              <a:xfrm>
                <a:off x="627750" y="4302650"/>
                <a:ext cx="615425" cy="838775"/>
                <a:chOff x="5029400" y="3925325"/>
                <a:chExt cx="615425" cy="838775"/>
              </a:xfrm>
            </p:grpSpPr>
            <p:sp>
              <p:nvSpPr>
                <p:cNvPr id="708" name="Google Shape;708;p18"/>
                <p:cNvSpPr/>
                <p:nvPr/>
              </p:nvSpPr>
              <p:spPr>
                <a:xfrm>
                  <a:off x="5048150" y="4412125"/>
                  <a:ext cx="567000" cy="141125"/>
                </a:xfrm>
                <a:custGeom>
                  <a:avLst/>
                  <a:gdLst/>
                  <a:ahLst/>
                  <a:cxnLst/>
                  <a:rect l="l" t="t" r="r" b="b"/>
                  <a:pathLst>
                    <a:path w="22680" h="5645" fill="none" extrusionOk="0">
                      <a:moveTo>
                        <a:pt x="22680" y="5644"/>
                      </a:moveTo>
                      <a:lnTo>
                        <a:pt x="3124" y="5644"/>
                      </a:lnTo>
                      <a:cubicBezTo>
                        <a:pt x="1396" y="5644"/>
                        <a:pt x="0" y="4374"/>
                        <a:pt x="0" y="2812"/>
                      </a:cubicBezTo>
                      <a:lnTo>
                        <a:pt x="0" y="0"/>
                      </a:lnTo>
                    </a:path>
                  </a:pathLst>
                </a:custGeom>
                <a:noFill/>
                <a:ln w="130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8"/>
                <p:cNvSpPr/>
                <p:nvPr/>
              </p:nvSpPr>
              <p:spPr>
                <a:xfrm>
                  <a:off x="5496425" y="3925325"/>
                  <a:ext cx="124450" cy="838775"/>
                </a:xfrm>
                <a:custGeom>
                  <a:avLst/>
                  <a:gdLst/>
                  <a:ahLst/>
                  <a:cxnLst/>
                  <a:rect l="l" t="t" r="r" b="b"/>
                  <a:pathLst>
                    <a:path w="4978" h="33551" fill="none" extrusionOk="0">
                      <a:moveTo>
                        <a:pt x="4978" y="33551"/>
                      </a:moveTo>
                      <a:lnTo>
                        <a:pt x="4978" y="21659"/>
                      </a:lnTo>
                      <a:cubicBezTo>
                        <a:pt x="4978" y="19931"/>
                        <a:pt x="3853" y="18535"/>
                        <a:pt x="2479" y="18535"/>
                      </a:cubicBezTo>
                      <a:cubicBezTo>
                        <a:pt x="1104" y="18535"/>
                        <a:pt x="0" y="17119"/>
                        <a:pt x="0" y="15411"/>
                      </a:cubicBezTo>
                      <a:lnTo>
                        <a:pt x="0" y="0"/>
                      </a:lnTo>
                    </a:path>
                  </a:pathLst>
                </a:custGeom>
                <a:noFill/>
                <a:ln w="130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8"/>
                <p:cNvSpPr/>
                <p:nvPr/>
              </p:nvSpPr>
              <p:spPr>
                <a:xfrm>
                  <a:off x="5596375" y="4527175"/>
                  <a:ext cx="48450" cy="48450"/>
                </a:xfrm>
                <a:custGeom>
                  <a:avLst/>
                  <a:gdLst/>
                  <a:ahLst/>
                  <a:cxnLst/>
                  <a:rect l="l" t="t" r="r" b="b"/>
                  <a:pathLst>
                    <a:path w="1938" h="1938" extrusionOk="0">
                      <a:moveTo>
                        <a:pt x="980" y="1"/>
                      </a:moveTo>
                      <a:cubicBezTo>
                        <a:pt x="438" y="1"/>
                        <a:pt x="1" y="438"/>
                        <a:pt x="1" y="980"/>
                      </a:cubicBezTo>
                      <a:cubicBezTo>
                        <a:pt x="1" y="1500"/>
                        <a:pt x="438" y="1938"/>
                        <a:pt x="980" y="1938"/>
                      </a:cubicBezTo>
                      <a:cubicBezTo>
                        <a:pt x="1500" y="1938"/>
                        <a:pt x="1938" y="1500"/>
                        <a:pt x="1938" y="980"/>
                      </a:cubicBezTo>
                      <a:cubicBezTo>
                        <a:pt x="1938" y="438"/>
                        <a:pt x="1500" y="1"/>
                        <a:pt x="980"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18"/>
                <p:cNvSpPr/>
                <p:nvPr/>
              </p:nvSpPr>
              <p:spPr>
                <a:xfrm>
                  <a:off x="5029400" y="4363421"/>
                  <a:ext cx="48450" cy="48425"/>
                </a:xfrm>
                <a:custGeom>
                  <a:avLst/>
                  <a:gdLst/>
                  <a:ahLst/>
                  <a:cxnLst/>
                  <a:rect l="l" t="t" r="r" b="b"/>
                  <a:pathLst>
                    <a:path w="1938" h="1937" fill="none" extrusionOk="0">
                      <a:moveTo>
                        <a:pt x="1937" y="979"/>
                      </a:moveTo>
                      <a:cubicBezTo>
                        <a:pt x="1937" y="1500"/>
                        <a:pt x="1500" y="1937"/>
                        <a:pt x="979" y="1937"/>
                      </a:cubicBezTo>
                      <a:cubicBezTo>
                        <a:pt x="438" y="1937"/>
                        <a:pt x="1" y="1500"/>
                        <a:pt x="1" y="979"/>
                      </a:cubicBezTo>
                      <a:cubicBezTo>
                        <a:pt x="1" y="437"/>
                        <a:pt x="438" y="0"/>
                        <a:pt x="979" y="0"/>
                      </a:cubicBezTo>
                      <a:cubicBezTo>
                        <a:pt x="1500" y="0"/>
                        <a:pt x="1937" y="437"/>
                        <a:pt x="1937" y="979"/>
                      </a:cubicBezTo>
                      <a:close/>
                    </a:path>
                  </a:pathLst>
                </a:custGeom>
                <a:noFill/>
                <a:ln w="1302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2" name="Google Shape;712;p18"/>
              <p:cNvSpPr/>
              <p:nvPr/>
            </p:nvSpPr>
            <p:spPr>
              <a:xfrm>
                <a:off x="1070000" y="4254221"/>
                <a:ext cx="48450" cy="48425"/>
              </a:xfrm>
              <a:custGeom>
                <a:avLst/>
                <a:gdLst/>
                <a:ahLst/>
                <a:cxnLst/>
                <a:rect l="l" t="t" r="r" b="b"/>
                <a:pathLst>
                  <a:path w="1938" h="1937" fill="none" extrusionOk="0">
                    <a:moveTo>
                      <a:pt x="1937" y="979"/>
                    </a:moveTo>
                    <a:cubicBezTo>
                      <a:pt x="1937" y="1500"/>
                      <a:pt x="1500" y="1937"/>
                      <a:pt x="979" y="1937"/>
                    </a:cubicBezTo>
                    <a:cubicBezTo>
                      <a:pt x="438" y="1937"/>
                      <a:pt x="1" y="1500"/>
                      <a:pt x="1" y="979"/>
                    </a:cubicBezTo>
                    <a:cubicBezTo>
                      <a:pt x="1" y="437"/>
                      <a:pt x="438" y="0"/>
                      <a:pt x="979" y="0"/>
                    </a:cubicBezTo>
                    <a:cubicBezTo>
                      <a:pt x="1500" y="0"/>
                      <a:pt x="1937" y="437"/>
                      <a:pt x="1937" y="979"/>
                    </a:cubicBezTo>
                    <a:close/>
                  </a:path>
                </a:pathLst>
              </a:custGeom>
              <a:noFill/>
              <a:ln w="1302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3" name="Google Shape;713;p18"/>
            <p:cNvGrpSpPr/>
            <p:nvPr/>
          </p:nvGrpSpPr>
          <p:grpSpPr>
            <a:xfrm>
              <a:off x="139375" y="4480225"/>
              <a:ext cx="1300100" cy="889800"/>
              <a:chOff x="4541025" y="3874300"/>
              <a:chExt cx="1300100" cy="889800"/>
            </a:xfrm>
          </p:grpSpPr>
          <p:sp>
            <p:nvSpPr>
              <p:cNvPr id="714" name="Google Shape;714;p18"/>
              <p:cNvSpPr/>
              <p:nvPr/>
            </p:nvSpPr>
            <p:spPr>
              <a:xfrm>
                <a:off x="4592575" y="4337675"/>
                <a:ext cx="25" cy="426425"/>
              </a:xfrm>
              <a:custGeom>
                <a:avLst/>
                <a:gdLst/>
                <a:ahLst/>
                <a:cxnLst/>
                <a:rect l="l" t="t" r="r" b="b"/>
                <a:pathLst>
                  <a:path w="1" h="17057" fill="none" extrusionOk="0">
                    <a:moveTo>
                      <a:pt x="1" y="0"/>
                    </a:moveTo>
                    <a:lnTo>
                      <a:pt x="1" y="17057"/>
                    </a:lnTo>
                  </a:path>
                </a:pathLst>
              </a:custGeom>
              <a:noFill/>
              <a:ln w="145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18"/>
              <p:cNvSpPr/>
              <p:nvPr/>
            </p:nvSpPr>
            <p:spPr>
              <a:xfrm>
                <a:off x="4586850" y="3898250"/>
                <a:ext cx="1230825" cy="349375"/>
              </a:xfrm>
              <a:custGeom>
                <a:avLst/>
                <a:gdLst/>
                <a:ahLst/>
                <a:cxnLst/>
                <a:rect l="l" t="t" r="r" b="b"/>
                <a:pathLst>
                  <a:path w="49233" h="13975" fill="none" extrusionOk="0">
                    <a:moveTo>
                      <a:pt x="49233" y="0"/>
                    </a:moveTo>
                    <a:lnTo>
                      <a:pt x="18973" y="0"/>
                    </a:lnTo>
                    <a:cubicBezTo>
                      <a:pt x="17244" y="0"/>
                      <a:pt x="15849" y="1396"/>
                      <a:pt x="15849" y="3124"/>
                    </a:cubicBezTo>
                    <a:lnTo>
                      <a:pt x="15849" y="4165"/>
                    </a:lnTo>
                    <a:cubicBezTo>
                      <a:pt x="15849" y="5894"/>
                      <a:pt x="14454" y="7289"/>
                      <a:pt x="12725" y="7289"/>
                    </a:cubicBezTo>
                    <a:lnTo>
                      <a:pt x="3124" y="7289"/>
                    </a:lnTo>
                    <a:cubicBezTo>
                      <a:pt x="1396" y="7289"/>
                      <a:pt x="1" y="8685"/>
                      <a:pt x="1" y="10413"/>
                    </a:cubicBezTo>
                    <a:lnTo>
                      <a:pt x="1" y="13974"/>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18"/>
              <p:cNvSpPr/>
              <p:nvPr/>
            </p:nvSpPr>
            <p:spPr>
              <a:xfrm>
                <a:off x="5442800" y="3875825"/>
                <a:ext cx="106750" cy="45875"/>
              </a:xfrm>
              <a:custGeom>
                <a:avLst/>
                <a:gdLst/>
                <a:ahLst/>
                <a:cxnLst/>
                <a:rect l="l" t="t" r="r" b="b"/>
                <a:pathLst>
                  <a:path w="4270" h="1835" extrusionOk="0">
                    <a:moveTo>
                      <a:pt x="361" y="0"/>
                    </a:moveTo>
                    <a:cubicBezTo>
                      <a:pt x="150" y="0"/>
                      <a:pt x="0" y="180"/>
                      <a:pt x="0" y="397"/>
                    </a:cubicBezTo>
                    <a:lnTo>
                      <a:pt x="0" y="1439"/>
                    </a:lnTo>
                    <a:cubicBezTo>
                      <a:pt x="0" y="1668"/>
                      <a:pt x="188" y="1834"/>
                      <a:pt x="396" y="1834"/>
                    </a:cubicBezTo>
                    <a:lnTo>
                      <a:pt x="3874" y="1834"/>
                    </a:lnTo>
                    <a:cubicBezTo>
                      <a:pt x="4103" y="1834"/>
                      <a:pt x="4270" y="1647"/>
                      <a:pt x="4270" y="1439"/>
                    </a:cubicBezTo>
                    <a:lnTo>
                      <a:pt x="4270" y="397"/>
                    </a:lnTo>
                    <a:cubicBezTo>
                      <a:pt x="4270" y="168"/>
                      <a:pt x="4082" y="2"/>
                      <a:pt x="3874" y="2"/>
                    </a:cubicBezTo>
                    <a:lnTo>
                      <a:pt x="396" y="2"/>
                    </a:lnTo>
                    <a:cubicBezTo>
                      <a:pt x="384" y="1"/>
                      <a:pt x="373" y="0"/>
                      <a:pt x="361"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8"/>
              <p:cNvSpPr/>
              <p:nvPr/>
            </p:nvSpPr>
            <p:spPr>
              <a:xfrm>
                <a:off x="5792675" y="3874300"/>
                <a:ext cx="48450" cy="48450"/>
              </a:xfrm>
              <a:custGeom>
                <a:avLst/>
                <a:gdLst/>
                <a:ahLst/>
                <a:cxnLst/>
                <a:rect l="l" t="t" r="r" b="b"/>
                <a:pathLst>
                  <a:path w="1938" h="1938" extrusionOk="0">
                    <a:moveTo>
                      <a:pt x="958" y="0"/>
                    </a:moveTo>
                    <a:cubicBezTo>
                      <a:pt x="438" y="0"/>
                      <a:pt x="0" y="438"/>
                      <a:pt x="0" y="979"/>
                    </a:cubicBezTo>
                    <a:cubicBezTo>
                      <a:pt x="0" y="1500"/>
                      <a:pt x="438" y="1937"/>
                      <a:pt x="958" y="1937"/>
                    </a:cubicBezTo>
                    <a:cubicBezTo>
                      <a:pt x="1500" y="1937"/>
                      <a:pt x="1937" y="1500"/>
                      <a:pt x="1937" y="979"/>
                    </a:cubicBezTo>
                    <a:cubicBezTo>
                      <a:pt x="1937" y="438"/>
                      <a:pt x="1500" y="0"/>
                      <a:pt x="958"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8"/>
              <p:cNvSpPr/>
              <p:nvPr/>
            </p:nvSpPr>
            <p:spPr>
              <a:xfrm>
                <a:off x="4541025" y="4247600"/>
                <a:ext cx="91675" cy="91650"/>
              </a:xfrm>
              <a:custGeom>
                <a:avLst/>
                <a:gdLst/>
                <a:ahLst/>
                <a:cxnLst/>
                <a:rect l="l" t="t" r="r" b="b"/>
                <a:pathLst>
                  <a:path w="3667" h="3666" fill="none" extrusionOk="0">
                    <a:moveTo>
                      <a:pt x="3666" y="1833"/>
                    </a:moveTo>
                    <a:cubicBezTo>
                      <a:pt x="3666" y="2854"/>
                      <a:pt x="2833" y="3666"/>
                      <a:pt x="1834" y="3666"/>
                    </a:cubicBezTo>
                    <a:cubicBezTo>
                      <a:pt x="813" y="3666"/>
                      <a:pt x="1" y="2854"/>
                      <a:pt x="1" y="1833"/>
                    </a:cubicBezTo>
                    <a:cubicBezTo>
                      <a:pt x="1" y="813"/>
                      <a:pt x="813" y="0"/>
                      <a:pt x="1834" y="0"/>
                    </a:cubicBezTo>
                    <a:cubicBezTo>
                      <a:pt x="2833" y="0"/>
                      <a:pt x="3666" y="813"/>
                      <a:pt x="3666" y="1833"/>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719"/>
        <p:cNvGrpSpPr/>
        <p:nvPr/>
      </p:nvGrpSpPr>
      <p:grpSpPr>
        <a:xfrm>
          <a:off x="0" y="0"/>
          <a:ext cx="0" cy="0"/>
          <a:chOff x="0" y="0"/>
          <a:chExt cx="0" cy="0"/>
        </a:xfrm>
      </p:grpSpPr>
      <p:grpSp>
        <p:nvGrpSpPr>
          <p:cNvPr id="720" name="Google Shape;720;p19"/>
          <p:cNvGrpSpPr/>
          <p:nvPr/>
        </p:nvGrpSpPr>
        <p:grpSpPr>
          <a:xfrm>
            <a:off x="-29019" y="-2015950"/>
            <a:ext cx="9501631" cy="8229925"/>
            <a:chOff x="-29019" y="-2015950"/>
            <a:chExt cx="9501631" cy="8229925"/>
          </a:xfrm>
        </p:grpSpPr>
        <p:grpSp>
          <p:nvGrpSpPr>
            <p:cNvPr id="721" name="Google Shape;721;p19"/>
            <p:cNvGrpSpPr/>
            <p:nvPr/>
          </p:nvGrpSpPr>
          <p:grpSpPr>
            <a:xfrm rot="10800000">
              <a:off x="8128788" y="3373338"/>
              <a:ext cx="1343825" cy="645625"/>
              <a:chOff x="202975" y="2389400"/>
              <a:chExt cx="1343825" cy="645625"/>
            </a:xfrm>
          </p:grpSpPr>
          <p:sp>
            <p:nvSpPr>
              <p:cNvPr id="722" name="Google Shape;722;p19"/>
              <p:cNvSpPr/>
              <p:nvPr/>
            </p:nvSpPr>
            <p:spPr>
              <a:xfrm>
                <a:off x="202975" y="2389400"/>
                <a:ext cx="1343825" cy="645625"/>
              </a:xfrm>
              <a:custGeom>
                <a:avLst/>
                <a:gdLst/>
                <a:ahLst/>
                <a:cxnLst/>
                <a:rect l="l" t="t" r="r" b="b"/>
                <a:pathLst>
                  <a:path w="53753" h="25825" fill="none" extrusionOk="0">
                    <a:moveTo>
                      <a:pt x="1" y="18681"/>
                    </a:moveTo>
                    <a:lnTo>
                      <a:pt x="3791" y="18681"/>
                    </a:lnTo>
                    <a:cubicBezTo>
                      <a:pt x="5520" y="18681"/>
                      <a:pt x="6915" y="17286"/>
                      <a:pt x="6915" y="15557"/>
                    </a:cubicBezTo>
                    <a:lnTo>
                      <a:pt x="6915" y="3124"/>
                    </a:lnTo>
                    <a:cubicBezTo>
                      <a:pt x="6915" y="1396"/>
                      <a:pt x="8310" y="0"/>
                      <a:pt x="10039" y="0"/>
                    </a:cubicBezTo>
                    <a:lnTo>
                      <a:pt x="34134" y="0"/>
                    </a:lnTo>
                    <a:cubicBezTo>
                      <a:pt x="35842" y="0"/>
                      <a:pt x="37258" y="1396"/>
                      <a:pt x="37258" y="3124"/>
                    </a:cubicBezTo>
                    <a:lnTo>
                      <a:pt x="37258" y="14641"/>
                    </a:lnTo>
                    <a:cubicBezTo>
                      <a:pt x="37258" y="16349"/>
                      <a:pt x="38654" y="17765"/>
                      <a:pt x="40382" y="17765"/>
                    </a:cubicBezTo>
                    <a:lnTo>
                      <a:pt x="50628" y="17765"/>
                    </a:lnTo>
                    <a:cubicBezTo>
                      <a:pt x="52357" y="17765"/>
                      <a:pt x="53752" y="19160"/>
                      <a:pt x="53752" y="20889"/>
                    </a:cubicBezTo>
                    <a:lnTo>
                      <a:pt x="53752" y="25824"/>
                    </a:ln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9"/>
              <p:cNvSpPr/>
              <p:nvPr/>
            </p:nvSpPr>
            <p:spPr>
              <a:xfrm>
                <a:off x="358650" y="2610150"/>
                <a:ext cx="35950" cy="97375"/>
              </a:xfrm>
              <a:custGeom>
                <a:avLst/>
                <a:gdLst/>
                <a:ahLst/>
                <a:cxnLst/>
                <a:rect l="l" t="t" r="r" b="b"/>
                <a:pathLst>
                  <a:path w="1438" h="3895" extrusionOk="0">
                    <a:moveTo>
                      <a:pt x="313" y="1"/>
                    </a:moveTo>
                    <a:cubicBezTo>
                      <a:pt x="126" y="21"/>
                      <a:pt x="1" y="188"/>
                      <a:pt x="22" y="375"/>
                    </a:cubicBezTo>
                    <a:lnTo>
                      <a:pt x="22" y="3520"/>
                    </a:lnTo>
                    <a:cubicBezTo>
                      <a:pt x="1" y="3708"/>
                      <a:pt x="126" y="3874"/>
                      <a:pt x="313" y="3895"/>
                    </a:cubicBezTo>
                    <a:lnTo>
                      <a:pt x="1125" y="3895"/>
                    </a:lnTo>
                    <a:cubicBezTo>
                      <a:pt x="1313" y="3874"/>
                      <a:pt x="1438" y="3708"/>
                      <a:pt x="1438" y="3541"/>
                    </a:cubicBezTo>
                    <a:lnTo>
                      <a:pt x="1438" y="375"/>
                    </a:lnTo>
                    <a:cubicBezTo>
                      <a:pt x="1438" y="188"/>
                      <a:pt x="1313" y="21"/>
                      <a:pt x="11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4" name="Google Shape;724;p19"/>
            <p:cNvGrpSpPr/>
            <p:nvPr/>
          </p:nvGrpSpPr>
          <p:grpSpPr>
            <a:xfrm>
              <a:off x="-29019" y="-2015950"/>
              <a:ext cx="9196831" cy="8229925"/>
              <a:chOff x="-29019" y="-2015950"/>
              <a:chExt cx="9196831" cy="8229925"/>
            </a:xfrm>
          </p:grpSpPr>
          <p:grpSp>
            <p:nvGrpSpPr>
              <p:cNvPr id="725" name="Google Shape;725;p19"/>
              <p:cNvGrpSpPr/>
              <p:nvPr/>
            </p:nvGrpSpPr>
            <p:grpSpPr>
              <a:xfrm>
                <a:off x="-29019" y="-2015950"/>
                <a:ext cx="1529213" cy="3215125"/>
                <a:chOff x="-29019" y="-2015950"/>
                <a:chExt cx="1529213" cy="3215125"/>
              </a:xfrm>
            </p:grpSpPr>
            <p:grpSp>
              <p:nvGrpSpPr>
                <p:cNvPr id="726" name="Google Shape;726;p19"/>
                <p:cNvGrpSpPr/>
                <p:nvPr/>
              </p:nvGrpSpPr>
              <p:grpSpPr>
                <a:xfrm>
                  <a:off x="-12" y="-244625"/>
                  <a:ext cx="556075" cy="1443800"/>
                  <a:chOff x="1386400" y="363550"/>
                  <a:chExt cx="556075" cy="1443800"/>
                </a:xfrm>
              </p:grpSpPr>
              <p:sp>
                <p:nvSpPr>
                  <p:cNvPr id="727" name="Google Shape;727;p19"/>
                  <p:cNvSpPr/>
                  <p:nvPr/>
                </p:nvSpPr>
                <p:spPr>
                  <a:xfrm>
                    <a:off x="1574875" y="739475"/>
                    <a:ext cx="164550" cy="671125"/>
                  </a:xfrm>
                  <a:custGeom>
                    <a:avLst/>
                    <a:gdLst/>
                    <a:ahLst/>
                    <a:cxnLst/>
                    <a:rect l="l" t="t" r="r" b="b"/>
                    <a:pathLst>
                      <a:path w="6582" h="26845" fill="none" extrusionOk="0">
                        <a:moveTo>
                          <a:pt x="1" y="0"/>
                        </a:moveTo>
                        <a:lnTo>
                          <a:pt x="3458" y="0"/>
                        </a:lnTo>
                        <a:cubicBezTo>
                          <a:pt x="5187" y="0"/>
                          <a:pt x="6582" y="1395"/>
                          <a:pt x="6582" y="3124"/>
                        </a:cubicBezTo>
                        <a:lnTo>
                          <a:pt x="6582" y="26845"/>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19"/>
                  <p:cNvSpPr/>
                  <p:nvPr/>
                </p:nvSpPr>
                <p:spPr>
                  <a:xfrm>
                    <a:off x="1595200" y="363550"/>
                    <a:ext cx="36450" cy="36475"/>
                  </a:xfrm>
                  <a:custGeom>
                    <a:avLst/>
                    <a:gdLst/>
                    <a:ahLst/>
                    <a:cxnLst/>
                    <a:rect l="l" t="t" r="r" b="b"/>
                    <a:pathLst>
                      <a:path w="1458" h="1459" extrusionOk="0">
                        <a:moveTo>
                          <a:pt x="729" y="1"/>
                        </a:moveTo>
                        <a:cubicBezTo>
                          <a:pt x="313" y="1"/>
                          <a:pt x="0" y="334"/>
                          <a:pt x="0" y="730"/>
                        </a:cubicBezTo>
                        <a:cubicBezTo>
                          <a:pt x="0" y="1125"/>
                          <a:pt x="313" y="1459"/>
                          <a:pt x="729" y="1459"/>
                        </a:cubicBezTo>
                        <a:cubicBezTo>
                          <a:pt x="1125" y="1459"/>
                          <a:pt x="1458" y="1125"/>
                          <a:pt x="1458" y="730"/>
                        </a:cubicBezTo>
                        <a:cubicBezTo>
                          <a:pt x="1458" y="334"/>
                          <a:pt x="1125" y="1"/>
                          <a:pt x="729" y="1"/>
                        </a:cubicBezTo>
                        <a:close/>
                      </a:path>
                    </a:pathLst>
                  </a:custGeom>
                  <a:solidFill>
                    <a:schemeClr val="accen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19"/>
                  <p:cNvSpPr/>
                  <p:nvPr/>
                </p:nvSpPr>
                <p:spPr>
                  <a:xfrm>
                    <a:off x="1906025" y="1770875"/>
                    <a:ext cx="36450" cy="36475"/>
                  </a:xfrm>
                  <a:custGeom>
                    <a:avLst/>
                    <a:gdLst/>
                    <a:ahLst/>
                    <a:cxnLst/>
                    <a:rect l="l" t="t" r="r" b="b"/>
                    <a:pathLst>
                      <a:path w="1458" h="1459" extrusionOk="0">
                        <a:moveTo>
                          <a:pt x="729" y="0"/>
                        </a:moveTo>
                        <a:cubicBezTo>
                          <a:pt x="333" y="0"/>
                          <a:pt x="0" y="333"/>
                          <a:pt x="0" y="729"/>
                        </a:cubicBezTo>
                        <a:cubicBezTo>
                          <a:pt x="0" y="1146"/>
                          <a:pt x="333" y="1458"/>
                          <a:pt x="729" y="1458"/>
                        </a:cubicBezTo>
                        <a:cubicBezTo>
                          <a:pt x="1125" y="1458"/>
                          <a:pt x="1458" y="1146"/>
                          <a:pt x="1458" y="729"/>
                        </a:cubicBezTo>
                        <a:cubicBezTo>
                          <a:pt x="1458" y="333"/>
                          <a:pt x="1125" y="0"/>
                          <a:pt x="729"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19"/>
                  <p:cNvSpPr/>
                  <p:nvPr/>
                </p:nvSpPr>
                <p:spPr>
                  <a:xfrm>
                    <a:off x="1718075" y="1410575"/>
                    <a:ext cx="43225" cy="100000"/>
                  </a:xfrm>
                  <a:custGeom>
                    <a:avLst/>
                    <a:gdLst/>
                    <a:ahLst/>
                    <a:cxnLst/>
                    <a:rect l="l" t="t" r="r" b="b"/>
                    <a:pathLst>
                      <a:path w="1729" h="4000" fill="none" extrusionOk="0">
                        <a:moveTo>
                          <a:pt x="375" y="1"/>
                        </a:moveTo>
                        <a:lnTo>
                          <a:pt x="1375" y="1"/>
                        </a:lnTo>
                        <a:cubicBezTo>
                          <a:pt x="1562" y="1"/>
                          <a:pt x="1729" y="146"/>
                          <a:pt x="1729" y="355"/>
                        </a:cubicBezTo>
                        <a:lnTo>
                          <a:pt x="1729" y="3624"/>
                        </a:lnTo>
                        <a:cubicBezTo>
                          <a:pt x="1729" y="3833"/>
                          <a:pt x="1562" y="3999"/>
                          <a:pt x="1375" y="3999"/>
                        </a:cubicBezTo>
                        <a:lnTo>
                          <a:pt x="375" y="3999"/>
                        </a:lnTo>
                        <a:cubicBezTo>
                          <a:pt x="167" y="3999"/>
                          <a:pt x="0" y="3833"/>
                          <a:pt x="0" y="3624"/>
                        </a:cubicBezTo>
                        <a:lnTo>
                          <a:pt x="0" y="355"/>
                        </a:lnTo>
                        <a:cubicBezTo>
                          <a:pt x="0" y="146"/>
                          <a:pt x="167" y="1"/>
                          <a:pt x="375" y="1"/>
                        </a:cubicBezTo>
                        <a:close/>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9"/>
                  <p:cNvSpPr/>
                  <p:nvPr/>
                </p:nvSpPr>
                <p:spPr>
                  <a:xfrm>
                    <a:off x="1481175" y="699900"/>
                    <a:ext cx="93725" cy="93225"/>
                  </a:xfrm>
                  <a:custGeom>
                    <a:avLst/>
                    <a:gdLst/>
                    <a:ahLst/>
                    <a:cxnLst/>
                    <a:rect l="l" t="t" r="r" b="b"/>
                    <a:pathLst>
                      <a:path w="3749" h="3729" fill="none" extrusionOk="0">
                        <a:moveTo>
                          <a:pt x="3749" y="1854"/>
                        </a:moveTo>
                        <a:cubicBezTo>
                          <a:pt x="3749" y="2895"/>
                          <a:pt x="2916" y="3728"/>
                          <a:pt x="1875" y="3728"/>
                        </a:cubicBezTo>
                        <a:cubicBezTo>
                          <a:pt x="854" y="3728"/>
                          <a:pt x="0" y="2895"/>
                          <a:pt x="0" y="1854"/>
                        </a:cubicBezTo>
                        <a:cubicBezTo>
                          <a:pt x="0" y="833"/>
                          <a:pt x="854" y="0"/>
                          <a:pt x="1875" y="0"/>
                        </a:cubicBezTo>
                        <a:cubicBezTo>
                          <a:pt x="2916" y="0"/>
                          <a:pt x="3749" y="833"/>
                          <a:pt x="3749" y="1854"/>
                        </a:cubicBezTo>
                        <a:close/>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9"/>
                  <p:cNvSpPr/>
                  <p:nvPr/>
                </p:nvSpPr>
                <p:spPr>
                  <a:xfrm>
                    <a:off x="1386400" y="381775"/>
                    <a:ext cx="208300" cy="364475"/>
                  </a:xfrm>
                  <a:custGeom>
                    <a:avLst/>
                    <a:gdLst/>
                    <a:ahLst/>
                    <a:cxnLst/>
                    <a:rect l="l" t="t" r="r" b="b"/>
                    <a:pathLst>
                      <a:path w="8332" h="14579" fill="none" extrusionOk="0">
                        <a:moveTo>
                          <a:pt x="3812" y="14579"/>
                        </a:moveTo>
                        <a:lnTo>
                          <a:pt x="1896" y="14579"/>
                        </a:lnTo>
                        <a:cubicBezTo>
                          <a:pt x="855" y="14579"/>
                          <a:pt x="1" y="13184"/>
                          <a:pt x="1" y="11455"/>
                        </a:cubicBezTo>
                        <a:lnTo>
                          <a:pt x="1" y="3125"/>
                        </a:lnTo>
                        <a:cubicBezTo>
                          <a:pt x="1" y="1396"/>
                          <a:pt x="1396" y="1"/>
                          <a:pt x="3125" y="1"/>
                        </a:cubicBezTo>
                        <a:lnTo>
                          <a:pt x="8331" y="1"/>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9"/>
                  <p:cNvSpPr/>
                  <p:nvPr/>
                </p:nvSpPr>
                <p:spPr>
                  <a:xfrm>
                    <a:off x="1739925" y="1510550"/>
                    <a:ext cx="166125" cy="275450"/>
                  </a:xfrm>
                  <a:custGeom>
                    <a:avLst/>
                    <a:gdLst/>
                    <a:ahLst/>
                    <a:cxnLst/>
                    <a:rect l="l" t="t" r="r" b="b"/>
                    <a:pathLst>
                      <a:path w="6645" h="11018" fill="none" extrusionOk="0">
                        <a:moveTo>
                          <a:pt x="1" y="0"/>
                        </a:moveTo>
                        <a:lnTo>
                          <a:pt x="1" y="7893"/>
                        </a:lnTo>
                        <a:cubicBezTo>
                          <a:pt x="1" y="9622"/>
                          <a:pt x="1396" y="11017"/>
                          <a:pt x="3125" y="11017"/>
                        </a:cubicBezTo>
                        <a:lnTo>
                          <a:pt x="6644" y="11017"/>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4" name="Google Shape;734;p19"/>
                <p:cNvGrpSpPr/>
                <p:nvPr/>
              </p:nvGrpSpPr>
              <p:grpSpPr>
                <a:xfrm>
                  <a:off x="-29019" y="197438"/>
                  <a:ext cx="1529213" cy="204178"/>
                  <a:chOff x="202975" y="1442797"/>
                  <a:chExt cx="1529213" cy="204178"/>
                </a:xfrm>
              </p:grpSpPr>
              <p:sp>
                <p:nvSpPr>
                  <p:cNvPr id="735" name="Google Shape;735;p19"/>
                  <p:cNvSpPr/>
                  <p:nvPr/>
                </p:nvSpPr>
                <p:spPr>
                  <a:xfrm>
                    <a:off x="202975" y="1458475"/>
                    <a:ext cx="1504175" cy="157775"/>
                  </a:xfrm>
                  <a:custGeom>
                    <a:avLst/>
                    <a:gdLst/>
                    <a:ahLst/>
                    <a:cxnLst/>
                    <a:rect l="l" t="t" r="r" b="b"/>
                    <a:pathLst>
                      <a:path w="60167" h="6311" fill="none" extrusionOk="0">
                        <a:moveTo>
                          <a:pt x="1" y="6311"/>
                        </a:moveTo>
                        <a:lnTo>
                          <a:pt x="24284" y="6311"/>
                        </a:lnTo>
                        <a:cubicBezTo>
                          <a:pt x="26012" y="6311"/>
                          <a:pt x="27408" y="4916"/>
                          <a:pt x="27408" y="3187"/>
                        </a:cubicBezTo>
                        <a:cubicBezTo>
                          <a:pt x="27408" y="1459"/>
                          <a:pt x="28803" y="63"/>
                          <a:pt x="30531" y="63"/>
                        </a:cubicBezTo>
                        <a:lnTo>
                          <a:pt x="60167"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19"/>
                  <p:cNvSpPr/>
                  <p:nvPr/>
                </p:nvSpPr>
                <p:spPr>
                  <a:xfrm>
                    <a:off x="546811" y="1572500"/>
                    <a:ext cx="74475" cy="74475"/>
                  </a:xfrm>
                  <a:custGeom>
                    <a:avLst/>
                    <a:gdLst/>
                    <a:ahLst/>
                    <a:cxnLst/>
                    <a:rect l="l" t="t" r="r" b="b"/>
                    <a:pathLst>
                      <a:path w="2979" h="2979" extrusionOk="0">
                        <a:moveTo>
                          <a:pt x="1500" y="1"/>
                        </a:moveTo>
                        <a:cubicBezTo>
                          <a:pt x="667" y="1"/>
                          <a:pt x="0" y="667"/>
                          <a:pt x="0" y="1500"/>
                        </a:cubicBezTo>
                        <a:cubicBezTo>
                          <a:pt x="0" y="2312"/>
                          <a:pt x="667" y="2979"/>
                          <a:pt x="1500" y="2979"/>
                        </a:cubicBezTo>
                        <a:cubicBezTo>
                          <a:pt x="2312" y="2979"/>
                          <a:pt x="2979" y="2312"/>
                          <a:pt x="2979" y="1500"/>
                        </a:cubicBezTo>
                        <a:cubicBezTo>
                          <a:pt x="2979" y="667"/>
                          <a:pt x="2312" y="1"/>
                          <a:pt x="15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19"/>
                  <p:cNvSpPr/>
                  <p:nvPr/>
                </p:nvSpPr>
                <p:spPr>
                  <a:xfrm>
                    <a:off x="1695713" y="1442797"/>
                    <a:ext cx="36475" cy="36475"/>
                  </a:xfrm>
                  <a:custGeom>
                    <a:avLst/>
                    <a:gdLst/>
                    <a:ahLst/>
                    <a:cxnLst/>
                    <a:rect l="l" t="t" r="r" b="b"/>
                    <a:pathLst>
                      <a:path w="1459" h="1459" extrusionOk="0">
                        <a:moveTo>
                          <a:pt x="729" y="0"/>
                        </a:moveTo>
                        <a:cubicBezTo>
                          <a:pt x="334" y="0"/>
                          <a:pt x="0" y="334"/>
                          <a:pt x="0" y="729"/>
                        </a:cubicBezTo>
                        <a:cubicBezTo>
                          <a:pt x="0" y="1125"/>
                          <a:pt x="334" y="1458"/>
                          <a:pt x="729" y="1458"/>
                        </a:cubicBezTo>
                        <a:cubicBezTo>
                          <a:pt x="1125" y="1458"/>
                          <a:pt x="1458" y="1125"/>
                          <a:pt x="1458" y="729"/>
                        </a:cubicBezTo>
                        <a:cubicBezTo>
                          <a:pt x="1458" y="334"/>
                          <a:pt x="1125" y="0"/>
                          <a:pt x="7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8" name="Google Shape;738;p19"/>
                <p:cNvGrpSpPr/>
                <p:nvPr/>
              </p:nvGrpSpPr>
              <p:grpSpPr>
                <a:xfrm>
                  <a:off x="720006" y="-2015950"/>
                  <a:ext cx="595625" cy="2708950"/>
                  <a:chOff x="671575" y="486950"/>
                  <a:chExt cx="595625" cy="2708950"/>
                </a:xfrm>
              </p:grpSpPr>
              <p:sp>
                <p:nvSpPr>
                  <p:cNvPr id="739" name="Google Shape;739;p19"/>
                  <p:cNvSpPr/>
                  <p:nvPr/>
                </p:nvSpPr>
                <p:spPr>
                  <a:xfrm>
                    <a:off x="721550" y="537450"/>
                    <a:ext cx="441525" cy="2606400"/>
                  </a:xfrm>
                  <a:custGeom>
                    <a:avLst/>
                    <a:gdLst/>
                    <a:ahLst/>
                    <a:cxnLst/>
                    <a:rect l="l" t="t" r="r" b="b"/>
                    <a:pathLst>
                      <a:path w="17661" h="104256" fill="none" extrusionOk="0">
                        <a:moveTo>
                          <a:pt x="0" y="1"/>
                        </a:moveTo>
                        <a:lnTo>
                          <a:pt x="0" y="55752"/>
                        </a:lnTo>
                        <a:cubicBezTo>
                          <a:pt x="0" y="57480"/>
                          <a:pt x="1396" y="58875"/>
                          <a:pt x="3124" y="58875"/>
                        </a:cubicBezTo>
                        <a:lnTo>
                          <a:pt x="7518" y="58875"/>
                        </a:lnTo>
                        <a:cubicBezTo>
                          <a:pt x="9247" y="58875"/>
                          <a:pt x="10642" y="60271"/>
                          <a:pt x="10642" y="61999"/>
                        </a:cubicBezTo>
                        <a:lnTo>
                          <a:pt x="10642" y="101131"/>
                        </a:lnTo>
                        <a:cubicBezTo>
                          <a:pt x="10642" y="102860"/>
                          <a:pt x="12059" y="104255"/>
                          <a:pt x="13766" y="104255"/>
                        </a:cubicBezTo>
                        <a:lnTo>
                          <a:pt x="17661" y="104255"/>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9"/>
                  <p:cNvSpPr/>
                  <p:nvPr/>
                </p:nvSpPr>
                <p:spPr>
                  <a:xfrm>
                    <a:off x="696550" y="486950"/>
                    <a:ext cx="50525" cy="50525"/>
                  </a:xfrm>
                  <a:custGeom>
                    <a:avLst/>
                    <a:gdLst/>
                    <a:ahLst/>
                    <a:cxnLst/>
                    <a:rect l="l" t="t" r="r" b="b"/>
                    <a:pathLst>
                      <a:path w="2021" h="2021" fill="none" extrusionOk="0">
                        <a:moveTo>
                          <a:pt x="2021" y="1021"/>
                        </a:moveTo>
                        <a:cubicBezTo>
                          <a:pt x="2021" y="1583"/>
                          <a:pt x="1563" y="2021"/>
                          <a:pt x="1000" y="2021"/>
                        </a:cubicBezTo>
                        <a:cubicBezTo>
                          <a:pt x="438" y="2021"/>
                          <a:pt x="1" y="1583"/>
                          <a:pt x="1" y="1021"/>
                        </a:cubicBezTo>
                        <a:cubicBezTo>
                          <a:pt x="1" y="459"/>
                          <a:pt x="438" y="1"/>
                          <a:pt x="1000" y="1"/>
                        </a:cubicBezTo>
                        <a:cubicBezTo>
                          <a:pt x="1563" y="1"/>
                          <a:pt x="2021" y="459"/>
                          <a:pt x="2021" y="1021"/>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19"/>
                  <p:cNvSpPr/>
                  <p:nvPr/>
                </p:nvSpPr>
                <p:spPr>
                  <a:xfrm>
                    <a:off x="695525" y="1583950"/>
                    <a:ext cx="52075" cy="51575"/>
                  </a:xfrm>
                  <a:custGeom>
                    <a:avLst/>
                    <a:gdLst/>
                    <a:ahLst/>
                    <a:cxnLst/>
                    <a:rect l="l" t="t" r="r" b="b"/>
                    <a:pathLst>
                      <a:path w="2083" h="2063" extrusionOk="0">
                        <a:moveTo>
                          <a:pt x="1041" y="1"/>
                        </a:moveTo>
                        <a:cubicBezTo>
                          <a:pt x="479" y="1"/>
                          <a:pt x="0" y="459"/>
                          <a:pt x="0" y="1042"/>
                        </a:cubicBezTo>
                        <a:cubicBezTo>
                          <a:pt x="0" y="1604"/>
                          <a:pt x="479" y="2062"/>
                          <a:pt x="1041" y="2062"/>
                        </a:cubicBezTo>
                        <a:cubicBezTo>
                          <a:pt x="1624" y="2062"/>
                          <a:pt x="2083" y="1604"/>
                          <a:pt x="2083" y="1042"/>
                        </a:cubicBezTo>
                        <a:cubicBezTo>
                          <a:pt x="2083" y="459"/>
                          <a:pt x="1624" y="1"/>
                          <a:pt x="10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19"/>
                  <p:cNvSpPr/>
                  <p:nvPr/>
                </p:nvSpPr>
                <p:spPr>
                  <a:xfrm>
                    <a:off x="671575" y="856100"/>
                    <a:ext cx="100500" cy="43225"/>
                  </a:xfrm>
                  <a:custGeom>
                    <a:avLst/>
                    <a:gdLst/>
                    <a:ahLst/>
                    <a:cxnLst/>
                    <a:rect l="l" t="t" r="r" b="b"/>
                    <a:pathLst>
                      <a:path w="4020" h="1729" extrusionOk="0">
                        <a:moveTo>
                          <a:pt x="375" y="0"/>
                        </a:moveTo>
                        <a:cubicBezTo>
                          <a:pt x="167" y="0"/>
                          <a:pt x="0" y="167"/>
                          <a:pt x="0" y="375"/>
                        </a:cubicBezTo>
                        <a:lnTo>
                          <a:pt x="0" y="1375"/>
                        </a:lnTo>
                        <a:cubicBezTo>
                          <a:pt x="0" y="1583"/>
                          <a:pt x="167" y="1729"/>
                          <a:pt x="375" y="1729"/>
                        </a:cubicBezTo>
                        <a:lnTo>
                          <a:pt x="3645" y="1729"/>
                        </a:lnTo>
                        <a:cubicBezTo>
                          <a:pt x="3853" y="1729"/>
                          <a:pt x="4019" y="1583"/>
                          <a:pt x="4019" y="1375"/>
                        </a:cubicBezTo>
                        <a:lnTo>
                          <a:pt x="4019" y="375"/>
                        </a:lnTo>
                        <a:cubicBezTo>
                          <a:pt x="4019" y="167"/>
                          <a:pt x="3853" y="0"/>
                          <a:pt x="36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19"/>
                  <p:cNvSpPr/>
                  <p:nvPr/>
                </p:nvSpPr>
                <p:spPr>
                  <a:xfrm>
                    <a:off x="961575" y="2650750"/>
                    <a:ext cx="52600" cy="122900"/>
                  </a:xfrm>
                  <a:custGeom>
                    <a:avLst/>
                    <a:gdLst/>
                    <a:ahLst/>
                    <a:cxnLst/>
                    <a:rect l="l" t="t" r="r" b="b"/>
                    <a:pathLst>
                      <a:path w="2104" h="4916" extrusionOk="0">
                        <a:moveTo>
                          <a:pt x="437" y="1"/>
                        </a:moveTo>
                        <a:cubicBezTo>
                          <a:pt x="187" y="1"/>
                          <a:pt x="0" y="209"/>
                          <a:pt x="0" y="459"/>
                        </a:cubicBezTo>
                        <a:lnTo>
                          <a:pt x="0" y="4458"/>
                        </a:lnTo>
                        <a:cubicBezTo>
                          <a:pt x="0" y="4708"/>
                          <a:pt x="187" y="4916"/>
                          <a:pt x="437" y="4916"/>
                        </a:cubicBezTo>
                        <a:lnTo>
                          <a:pt x="1645" y="4916"/>
                        </a:lnTo>
                        <a:cubicBezTo>
                          <a:pt x="1916" y="4916"/>
                          <a:pt x="2103" y="4708"/>
                          <a:pt x="2103" y="4458"/>
                        </a:cubicBezTo>
                        <a:lnTo>
                          <a:pt x="2103" y="459"/>
                        </a:lnTo>
                        <a:cubicBezTo>
                          <a:pt x="2103" y="209"/>
                          <a:pt x="1916" y="1"/>
                          <a:pt x="16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19"/>
                  <p:cNvSpPr/>
                  <p:nvPr/>
                </p:nvSpPr>
                <p:spPr>
                  <a:xfrm>
                    <a:off x="1163050" y="3091750"/>
                    <a:ext cx="104150" cy="104150"/>
                  </a:xfrm>
                  <a:custGeom>
                    <a:avLst/>
                    <a:gdLst/>
                    <a:ahLst/>
                    <a:cxnLst/>
                    <a:rect l="l" t="t" r="r" b="b"/>
                    <a:pathLst>
                      <a:path w="4166" h="4166" fill="none" extrusionOk="0">
                        <a:moveTo>
                          <a:pt x="4166" y="2083"/>
                        </a:moveTo>
                        <a:cubicBezTo>
                          <a:pt x="4166" y="3228"/>
                          <a:pt x="3229" y="4166"/>
                          <a:pt x="2083" y="4166"/>
                        </a:cubicBezTo>
                        <a:cubicBezTo>
                          <a:pt x="938" y="4166"/>
                          <a:pt x="1" y="3228"/>
                          <a:pt x="1" y="2083"/>
                        </a:cubicBezTo>
                        <a:cubicBezTo>
                          <a:pt x="1" y="938"/>
                          <a:pt x="938" y="0"/>
                          <a:pt x="2083" y="0"/>
                        </a:cubicBezTo>
                        <a:cubicBezTo>
                          <a:pt x="3229" y="0"/>
                          <a:pt x="4166" y="938"/>
                          <a:pt x="4166" y="2083"/>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45" name="Google Shape;745;p19"/>
              <p:cNvGrpSpPr/>
              <p:nvPr/>
            </p:nvGrpSpPr>
            <p:grpSpPr>
              <a:xfrm>
                <a:off x="5663975" y="2943575"/>
                <a:ext cx="3503838" cy="3270400"/>
                <a:chOff x="5663975" y="2943575"/>
                <a:chExt cx="3503838" cy="3270400"/>
              </a:xfrm>
            </p:grpSpPr>
            <p:grpSp>
              <p:nvGrpSpPr>
                <p:cNvPr id="746" name="Google Shape;746;p19"/>
                <p:cNvGrpSpPr/>
                <p:nvPr/>
              </p:nvGrpSpPr>
              <p:grpSpPr>
                <a:xfrm rot="10800000">
                  <a:off x="7404500" y="4662925"/>
                  <a:ext cx="556075" cy="1443800"/>
                  <a:chOff x="1386400" y="363550"/>
                  <a:chExt cx="556075" cy="1443800"/>
                </a:xfrm>
              </p:grpSpPr>
              <p:sp>
                <p:nvSpPr>
                  <p:cNvPr id="747" name="Google Shape;747;p19"/>
                  <p:cNvSpPr/>
                  <p:nvPr/>
                </p:nvSpPr>
                <p:spPr>
                  <a:xfrm>
                    <a:off x="1574875" y="739475"/>
                    <a:ext cx="164550" cy="671125"/>
                  </a:xfrm>
                  <a:custGeom>
                    <a:avLst/>
                    <a:gdLst/>
                    <a:ahLst/>
                    <a:cxnLst/>
                    <a:rect l="l" t="t" r="r" b="b"/>
                    <a:pathLst>
                      <a:path w="6582" h="26845" fill="none" extrusionOk="0">
                        <a:moveTo>
                          <a:pt x="1" y="0"/>
                        </a:moveTo>
                        <a:lnTo>
                          <a:pt x="3458" y="0"/>
                        </a:lnTo>
                        <a:cubicBezTo>
                          <a:pt x="5187" y="0"/>
                          <a:pt x="6582" y="1395"/>
                          <a:pt x="6582" y="3124"/>
                        </a:cubicBezTo>
                        <a:lnTo>
                          <a:pt x="6582" y="26845"/>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19"/>
                  <p:cNvSpPr/>
                  <p:nvPr/>
                </p:nvSpPr>
                <p:spPr>
                  <a:xfrm>
                    <a:off x="1595200" y="363550"/>
                    <a:ext cx="36450" cy="36475"/>
                  </a:xfrm>
                  <a:custGeom>
                    <a:avLst/>
                    <a:gdLst/>
                    <a:ahLst/>
                    <a:cxnLst/>
                    <a:rect l="l" t="t" r="r" b="b"/>
                    <a:pathLst>
                      <a:path w="1458" h="1459" extrusionOk="0">
                        <a:moveTo>
                          <a:pt x="729" y="1"/>
                        </a:moveTo>
                        <a:cubicBezTo>
                          <a:pt x="313" y="1"/>
                          <a:pt x="0" y="334"/>
                          <a:pt x="0" y="730"/>
                        </a:cubicBezTo>
                        <a:cubicBezTo>
                          <a:pt x="0" y="1125"/>
                          <a:pt x="313" y="1459"/>
                          <a:pt x="729" y="1459"/>
                        </a:cubicBezTo>
                        <a:cubicBezTo>
                          <a:pt x="1125" y="1459"/>
                          <a:pt x="1458" y="1125"/>
                          <a:pt x="1458" y="730"/>
                        </a:cubicBezTo>
                        <a:cubicBezTo>
                          <a:pt x="1458" y="334"/>
                          <a:pt x="1125" y="1"/>
                          <a:pt x="7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19"/>
                  <p:cNvSpPr/>
                  <p:nvPr/>
                </p:nvSpPr>
                <p:spPr>
                  <a:xfrm>
                    <a:off x="1906025" y="1770875"/>
                    <a:ext cx="36450" cy="36475"/>
                  </a:xfrm>
                  <a:custGeom>
                    <a:avLst/>
                    <a:gdLst/>
                    <a:ahLst/>
                    <a:cxnLst/>
                    <a:rect l="l" t="t" r="r" b="b"/>
                    <a:pathLst>
                      <a:path w="1458" h="1459" extrusionOk="0">
                        <a:moveTo>
                          <a:pt x="729" y="0"/>
                        </a:moveTo>
                        <a:cubicBezTo>
                          <a:pt x="333" y="0"/>
                          <a:pt x="0" y="333"/>
                          <a:pt x="0" y="729"/>
                        </a:cubicBezTo>
                        <a:cubicBezTo>
                          <a:pt x="0" y="1146"/>
                          <a:pt x="333" y="1458"/>
                          <a:pt x="729" y="1458"/>
                        </a:cubicBezTo>
                        <a:cubicBezTo>
                          <a:pt x="1125" y="1458"/>
                          <a:pt x="1458" y="1146"/>
                          <a:pt x="1458" y="729"/>
                        </a:cubicBezTo>
                        <a:cubicBezTo>
                          <a:pt x="1458" y="333"/>
                          <a:pt x="1125" y="0"/>
                          <a:pt x="7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19"/>
                  <p:cNvSpPr/>
                  <p:nvPr/>
                </p:nvSpPr>
                <p:spPr>
                  <a:xfrm>
                    <a:off x="1718075" y="1410575"/>
                    <a:ext cx="43225" cy="100000"/>
                  </a:xfrm>
                  <a:custGeom>
                    <a:avLst/>
                    <a:gdLst/>
                    <a:ahLst/>
                    <a:cxnLst/>
                    <a:rect l="l" t="t" r="r" b="b"/>
                    <a:pathLst>
                      <a:path w="1729" h="4000" fill="none" extrusionOk="0">
                        <a:moveTo>
                          <a:pt x="375" y="1"/>
                        </a:moveTo>
                        <a:lnTo>
                          <a:pt x="1375" y="1"/>
                        </a:lnTo>
                        <a:cubicBezTo>
                          <a:pt x="1562" y="1"/>
                          <a:pt x="1729" y="146"/>
                          <a:pt x="1729" y="355"/>
                        </a:cubicBezTo>
                        <a:lnTo>
                          <a:pt x="1729" y="3624"/>
                        </a:lnTo>
                        <a:cubicBezTo>
                          <a:pt x="1729" y="3833"/>
                          <a:pt x="1562" y="3999"/>
                          <a:pt x="1375" y="3999"/>
                        </a:cubicBezTo>
                        <a:lnTo>
                          <a:pt x="375" y="3999"/>
                        </a:lnTo>
                        <a:cubicBezTo>
                          <a:pt x="167" y="3999"/>
                          <a:pt x="0" y="3833"/>
                          <a:pt x="0" y="3624"/>
                        </a:cubicBezTo>
                        <a:lnTo>
                          <a:pt x="0" y="355"/>
                        </a:lnTo>
                        <a:cubicBezTo>
                          <a:pt x="0" y="146"/>
                          <a:pt x="167" y="1"/>
                          <a:pt x="375" y="1"/>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19"/>
                  <p:cNvSpPr/>
                  <p:nvPr/>
                </p:nvSpPr>
                <p:spPr>
                  <a:xfrm>
                    <a:off x="1481175" y="699900"/>
                    <a:ext cx="93725" cy="93225"/>
                  </a:xfrm>
                  <a:custGeom>
                    <a:avLst/>
                    <a:gdLst/>
                    <a:ahLst/>
                    <a:cxnLst/>
                    <a:rect l="l" t="t" r="r" b="b"/>
                    <a:pathLst>
                      <a:path w="3749" h="3729" fill="none" extrusionOk="0">
                        <a:moveTo>
                          <a:pt x="3749" y="1854"/>
                        </a:moveTo>
                        <a:cubicBezTo>
                          <a:pt x="3749" y="2895"/>
                          <a:pt x="2916" y="3728"/>
                          <a:pt x="1875" y="3728"/>
                        </a:cubicBezTo>
                        <a:cubicBezTo>
                          <a:pt x="854" y="3728"/>
                          <a:pt x="0" y="2895"/>
                          <a:pt x="0" y="1854"/>
                        </a:cubicBezTo>
                        <a:cubicBezTo>
                          <a:pt x="0" y="833"/>
                          <a:pt x="854" y="0"/>
                          <a:pt x="1875" y="0"/>
                        </a:cubicBezTo>
                        <a:cubicBezTo>
                          <a:pt x="2916" y="0"/>
                          <a:pt x="3749" y="833"/>
                          <a:pt x="3749" y="1854"/>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19"/>
                  <p:cNvSpPr/>
                  <p:nvPr/>
                </p:nvSpPr>
                <p:spPr>
                  <a:xfrm>
                    <a:off x="1386400" y="381775"/>
                    <a:ext cx="208300" cy="364475"/>
                  </a:xfrm>
                  <a:custGeom>
                    <a:avLst/>
                    <a:gdLst/>
                    <a:ahLst/>
                    <a:cxnLst/>
                    <a:rect l="l" t="t" r="r" b="b"/>
                    <a:pathLst>
                      <a:path w="8332" h="14579" fill="none" extrusionOk="0">
                        <a:moveTo>
                          <a:pt x="3812" y="14579"/>
                        </a:moveTo>
                        <a:lnTo>
                          <a:pt x="1896" y="14579"/>
                        </a:lnTo>
                        <a:cubicBezTo>
                          <a:pt x="855" y="14579"/>
                          <a:pt x="1" y="13184"/>
                          <a:pt x="1" y="11455"/>
                        </a:cubicBezTo>
                        <a:lnTo>
                          <a:pt x="1" y="3125"/>
                        </a:lnTo>
                        <a:cubicBezTo>
                          <a:pt x="1" y="1396"/>
                          <a:pt x="1396" y="1"/>
                          <a:pt x="3125" y="1"/>
                        </a:cubicBezTo>
                        <a:lnTo>
                          <a:pt x="8331" y="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9"/>
                  <p:cNvSpPr/>
                  <p:nvPr/>
                </p:nvSpPr>
                <p:spPr>
                  <a:xfrm>
                    <a:off x="1739925" y="1510550"/>
                    <a:ext cx="166125" cy="275450"/>
                  </a:xfrm>
                  <a:custGeom>
                    <a:avLst/>
                    <a:gdLst/>
                    <a:ahLst/>
                    <a:cxnLst/>
                    <a:rect l="l" t="t" r="r" b="b"/>
                    <a:pathLst>
                      <a:path w="6645" h="11018" fill="none" extrusionOk="0">
                        <a:moveTo>
                          <a:pt x="1" y="0"/>
                        </a:moveTo>
                        <a:lnTo>
                          <a:pt x="1" y="7893"/>
                        </a:lnTo>
                        <a:cubicBezTo>
                          <a:pt x="1" y="9622"/>
                          <a:pt x="1396" y="11017"/>
                          <a:pt x="3125" y="11017"/>
                        </a:cubicBezTo>
                        <a:lnTo>
                          <a:pt x="6644" y="11017"/>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4" name="Google Shape;754;p19"/>
                <p:cNvGrpSpPr/>
                <p:nvPr/>
              </p:nvGrpSpPr>
              <p:grpSpPr>
                <a:xfrm rot="10800000">
                  <a:off x="5663975" y="4846175"/>
                  <a:ext cx="1385975" cy="1132950"/>
                  <a:chOff x="2297025" y="262550"/>
                  <a:chExt cx="1385975" cy="1132950"/>
                </a:xfrm>
              </p:grpSpPr>
              <p:sp>
                <p:nvSpPr>
                  <p:cNvPr id="755" name="Google Shape;755;p19"/>
                  <p:cNvSpPr/>
                  <p:nvPr/>
                </p:nvSpPr>
                <p:spPr>
                  <a:xfrm>
                    <a:off x="2297025" y="262550"/>
                    <a:ext cx="122900" cy="160900"/>
                  </a:xfrm>
                  <a:custGeom>
                    <a:avLst/>
                    <a:gdLst/>
                    <a:ahLst/>
                    <a:cxnLst/>
                    <a:rect l="l" t="t" r="r" b="b"/>
                    <a:pathLst>
                      <a:path w="4916" h="6436" fill="none" extrusionOk="0">
                        <a:moveTo>
                          <a:pt x="4915" y="6436"/>
                        </a:moveTo>
                        <a:lnTo>
                          <a:pt x="2458" y="6436"/>
                        </a:lnTo>
                        <a:cubicBezTo>
                          <a:pt x="1104" y="6436"/>
                          <a:pt x="0" y="5041"/>
                          <a:pt x="0" y="3312"/>
                        </a:cubicBezTo>
                        <a:lnTo>
                          <a:pt x="0" y="1"/>
                        </a:lnTo>
                      </a:path>
                    </a:pathLst>
                  </a:custGeom>
                  <a:noFill/>
                  <a:ln w="1302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19"/>
                  <p:cNvSpPr/>
                  <p:nvPr/>
                </p:nvSpPr>
                <p:spPr>
                  <a:xfrm>
                    <a:off x="2522975" y="422400"/>
                    <a:ext cx="1139200" cy="940300"/>
                  </a:xfrm>
                  <a:custGeom>
                    <a:avLst/>
                    <a:gdLst/>
                    <a:ahLst/>
                    <a:cxnLst/>
                    <a:rect l="l" t="t" r="r" b="b"/>
                    <a:pathLst>
                      <a:path w="45568" h="37612" fill="none" extrusionOk="0">
                        <a:moveTo>
                          <a:pt x="1" y="0"/>
                        </a:moveTo>
                        <a:lnTo>
                          <a:pt x="2958" y="0"/>
                        </a:lnTo>
                        <a:cubicBezTo>
                          <a:pt x="4583" y="0"/>
                          <a:pt x="5915" y="1396"/>
                          <a:pt x="5915" y="3124"/>
                        </a:cubicBezTo>
                        <a:lnTo>
                          <a:pt x="5915" y="9788"/>
                        </a:lnTo>
                        <a:cubicBezTo>
                          <a:pt x="5915" y="11517"/>
                          <a:pt x="7332" y="12912"/>
                          <a:pt x="9039" y="12912"/>
                        </a:cubicBezTo>
                        <a:lnTo>
                          <a:pt x="21431" y="12912"/>
                        </a:lnTo>
                        <a:cubicBezTo>
                          <a:pt x="23159" y="12912"/>
                          <a:pt x="24555" y="14308"/>
                          <a:pt x="24555" y="16036"/>
                        </a:cubicBezTo>
                        <a:lnTo>
                          <a:pt x="24555" y="21097"/>
                        </a:lnTo>
                        <a:cubicBezTo>
                          <a:pt x="24555" y="22825"/>
                          <a:pt x="25950" y="24221"/>
                          <a:pt x="27678" y="24221"/>
                        </a:cubicBezTo>
                        <a:lnTo>
                          <a:pt x="42444" y="24221"/>
                        </a:lnTo>
                        <a:cubicBezTo>
                          <a:pt x="44173" y="24221"/>
                          <a:pt x="45568" y="25616"/>
                          <a:pt x="45568" y="27345"/>
                        </a:cubicBezTo>
                        <a:lnTo>
                          <a:pt x="45568" y="37612"/>
                        </a:lnTo>
                      </a:path>
                    </a:pathLst>
                  </a:custGeom>
                  <a:noFill/>
                  <a:ln w="1302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19"/>
                  <p:cNvSpPr/>
                  <p:nvPr/>
                </p:nvSpPr>
                <p:spPr>
                  <a:xfrm>
                    <a:off x="2419900" y="401050"/>
                    <a:ext cx="103100" cy="44275"/>
                  </a:xfrm>
                  <a:custGeom>
                    <a:avLst/>
                    <a:gdLst/>
                    <a:ahLst/>
                    <a:cxnLst/>
                    <a:rect l="l" t="t" r="r" b="b"/>
                    <a:pathLst>
                      <a:path w="4124" h="1771" fill="none" extrusionOk="0">
                        <a:moveTo>
                          <a:pt x="396" y="0"/>
                        </a:moveTo>
                        <a:lnTo>
                          <a:pt x="3728" y="0"/>
                        </a:lnTo>
                        <a:cubicBezTo>
                          <a:pt x="3936" y="0"/>
                          <a:pt x="4124" y="188"/>
                          <a:pt x="4124" y="396"/>
                        </a:cubicBezTo>
                        <a:lnTo>
                          <a:pt x="4124" y="1396"/>
                        </a:lnTo>
                        <a:cubicBezTo>
                          <a:pt x="4124" y="1604"/>
                          <a:pt x="3936" y="1771"/>
                          <a:pt x="3728" y="1771"/>
                        </a:cubicBezTo>
                        <a:lnTo>
                          <a:pt x="396" y="1771"/>
                        </a:lnTo>
                        <a:cubicBezTo>
                          <a:pt x="188" y="1771"/>
                          <a:pt x="0" y="1604"/>
                          <a:pt x="0" y="1396"/>
                        </a:cubicBezTo>
                        <a:lnTo>
                          <a:pt x="0" y="396"/>
                        </a:lnTo>
                        <a:cubicBezTo>
                          <a:pt x="0" y="188"/>
                          <a:pt x="188" y="0"/>
                          <a:pt x="396" y="0"/>
                        </a:cubicBezTo>
                        <a:close/>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19"/>
                  <p:cNvSpPr/>
                  <p:nvPr/>
                </p:nvSpPr>
                <p:spPr>
                  <a:xfrm>
                    <a:off x="3384650" y="1008650"/>
                    <a:ext cx="103125" cy="44275"/>
                  </a:xfrm>
                  <a:custGeom>
                    <a:avLst/>
                    <a:gdLst/>
                    <a:ahLst/>
                    <a:cxnLst/>
                    <a:rect l="l" t="t" r="r" b="b"/>
                    <a:pathLst>
                      <a:path w="4125" h="1771" extrusionOk="0">
                        <a:moveTo>
                          <a:pt x="396" y="0"/>
                        </a:moveTo>
                        <a:cubicBezTo>
                          <a:pt x="188" y="0"/>
                          <a:pt x="1" y="167"/>
                          <a:pt x="1" y="375"/>
                        </a:cubicBezTo>
                        <a:lnTo>
                          <a:pt x="1" y="1395"/>
                        </a:lnTo>
                        <a:cubicBezTo>
                          <a:pt x="1" y="1604"/>
                          <a:pt x="188" y="1770"/>
                          <a:pt x="396" y="1770"/>
                        </a:cubicBezTo>
                        <a:lnTo>
                          <a:pt x="3729" y="1770"/>
                        </a:lnTo>
                        <a:cubicBezTo>
                          <a:pt x="3937" y="1770"/>
                          <a:pt x="4124" y="1604"/>
                          <a:pt x="4124" y="1395"/>
                        </a:cubicBezTo>
                        <a:lnTo>
                          <a:pt x="4124" y="375"/>
                        </a:lnTo>
                        <a:cubicBezTo>
                          <a:pt x="4124" y="167"/>
                          <a:pt x="3937" y="0"/>
                          <a:pt x="37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19"/>
                  <p:cNvSpPr/>
                  <p:nvPr/>
                </p:nvSpPr>
                <p:spPr>
                  <a:xfrm>
                    <a:off x="3099850" y="842025"/>
                    <a:ext cx="71875" cy="71875"/>
                  </a:xfrm>
                  <a:custGeom>
                    <a:avLst/>
                    <a:gdLst/>
                    <a:ahLst/>
                    <a:cxnLst/>
                    <a:rect l="l" t="t" r="r" b="b"/>
                    <a:pathLst>
                      <a:path w="2875" h="2875" extrusionOk="0">
                        <a:moveTo>
                          <a:pt x="1438" y="1"/>
                        </a:moveTo>
                        <a:cubicBezTo>
                          <a:pt x="647" y="1"/>
                          <a:pt x="1" y="646"/>
                          <a:pt x="1" y="1438"/>
                        </a:cubicBezTo>
                        <a:cubicBezTo>
                          <a:pt x="1" y="2229"/>
                          <a:pt x="647" y="2875"/>
                          <a:pt x="1438" y="2875"/>
                        </a:cubicBezTo>
                        <a:cubicBezTo>
                          <a:pt x="2229" y="2875"/>
                          <a:pt x="2875" y="2229"/>
                          <a:pt x="2875" y="1438"/>
                        </a:cubicBezTo>
                        <a:cubicBezTo>
                          <a:pt x="2875" y="646"/>
                          <a:pt x="2229" y="1"/>
                          <a:pt x="14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19"/>
                  <p:cNvSpPr/>
                  <p:nvPr/>
                </p:nvSpPr>
                <p:spPr>
                  <a:xfrm>
                    <a:off x="3641850" y="1354875"/>
                    <a:ext cx="41150" cy="40625"/>
                  </a:xfrm>
                  <a:custGeom>
                    <a:avLst/>
                    <a:gdLst/>
                    <a:ahLst/>
                    <a:cxnLst/>
                    <a:rect l="l" t="t" r="r" b="b"/>
                    <a:pathLst>
                      <a:path w="1646" h="1625" fill="none" extrusionOk="0">
                        <a:moveTo>
                          <a:pt x="1646" y="813"/>
                        </a:moveTo>
                        <a:cubicBezTo>
                          <a:pt x="1646" y="1271"/>
                          <a:pt x="1271" y="1625"/>
                          <a:pt x="813" y="1625"/>
                        </a:cubicBezTo>
                        <a:cubicBezTo>
                          <a:pt x="376" y="1625"/>
                          <a:pt x="1" y="1271"/>
                          <a:pt x="1" y="813"/>
                        </a:cubicBezTo>
                        <a:cubicBezTo>
                          <a:pt x="1" y="354"/>
                          <a:pt x="376" y="0"/>
                          <a:pt x="813" y="0"/>
                        </a:cubicBezTo>
                        <a:cubicBezTo>
                          <a:pt x="1271" y="0"/>
                          <a:pt x="1646" y="354"/>
                          <a:pt x="1646" y="813"/>
                        </a:cubicBezTo>
                        <a:close/>
                      </a:path>
                    </a:pathLst>
                  </a:custGeom>
                  <a:noFill/>
                  <a:ln w="1302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1" name="Google Shape;761;p19"/>
                <p:cNvGrpSpPr/>
                <p:nvPr/>
              </p:nvGrpSpPr>
              <p:grpSpPr>
                <a:xfrm rot="10800000">
                  <a:off x="7422700" y="4823300"/>
                  <a:ext cx="1721300" cy="369675"/>
                  <a:chOff x="202975" y="1277300"/>
                  <a:chExt cx="1721300" cy="369675"/>
                </a:xfrm>
              </p:grpSpPr>
              <p:sp>
                <p:nvSpPr>
                  <p:cNvPr id="762" name="Google Shape;762;p19"/>
                  <p:cNvSpPr/>
                  <p:nvPr/>
                </p:nvSpPr>
                <p:spPr>
                  <a:xfrm>
                    <a:off x="1767000" y="1293950"/>
                    <a:ext cx="144775" cy="163000"/>
                  </a:xfrm>
                  <a:custGeom>
                    <a:avLst/>
                    <a:gdLst/>
                    <a:ahLst/>
                    <a:cxnLst/>
                    <a:rect l="l" t="t" r="r" b="b"/>
                    <a:pathLst>
                      <a:path w="5791" h="6520" fill="none" extrusionOk="0">
                        <a:moveTo>
                          <a:pt x="1" y="6519"/>
                        </a:moveTo>
                        <a:lnTo>
                          <a:pt x="2895" y="6519"/>
                        </a:lnTo>
                        <a:cubicBezTo>
                          <a:pt x="4478" y="6519"/>
                          <a:pt x="5790" y="5124"/>
                          <a:pt x="5790" y="3395"/>
                        </a:cubicBezTo>
                        <a:lnTo>
                          <a:pt x="5790"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19"/>
                  <p:cNvSpPr/>
                  <p:nvPr/>
                </p:nvSpPr>
                <p:spPr>
                  <a:xfrm>
                    <a:off x="202975" y="1458475"/>
                    <a:ext cx="1504175" cy="157775"/>
                  </a:xfrm>
                  <a:custGeom>
                    <a:avLst/>
                    <a:gdLst/>
                    <a:ahLst/>
                    <a:cxnLst/>
                    <a:rect l="l" t="t" r="r" b="b"/>
                    <a:pathLst>
                      <a:path w="60167" h="6311" fill="none" extrusionOk="0">
                        <a:moveTo>
                          <a:pt x="1" y="6311"/>
                        </a:moveTo>
                        <a:lnTo>
                          <a:pt x="24284" y="6311"/>
                        </a:lnTo>
                        <a:cubicBezTo>
                          <a:pt x="26012" y="6311"/>
                          <a:pt x="27408" y="4916"/>
                          <a:pt x="27408" y="3187"/>
                        </a:cubicBezTo>
                        <a:cubicBezTo>
                          <a:pt x="27408" y="1459"/>
                          <a:pt x="28803" y="63"/>
                          <a:pt x="30531" y="63"/>
                        </a:cubicBezTo>
                        <a:lnTo>
                          <a:pt x="60167"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19"/>
                  <p:cNvSpPr/>
                  <p:nvPr/>
                </p:nvSpPr>
                <p:spPr>
                  <a:xfrm>
                    <a:off x="326375" y="1572500"/>
                    <a:ext cx="74475" cy="74475"/>
                  </a:xfrm>
                  <a:custGeom>
                    <a:avLst/>
                    <a:gdLst/>
                    <a:ahLst/>
                    <a:cxnLst/>
                    <a:rect l="l" t="t" r="r" b="b"/>
                    <a:pathLst>
                      <a:path w="2979" h="2979" extrusionOk="0">
                        <a:moveTo>
                          <a:pt x="1500" y="1"/>
                        </a:moveTo>
                        <a:cubicBezTo>
                          <a:pt x="667" y="1"/>
                          <a:pt x="0" y="667"/>
                          <a:pt x="0" y="1500"/>
                        </a:cubicBezTo>
                        <a:cubicBezTo>
                          <a:pt x="0" y="2312"/>
                          <a:pt x="667" y="2979"/>
                          <a:pt x="1500" y="2979"/>
                        </a:cubicBezTo>
                        <a:cubicBezTo>
                          <a:pt x="2312" y="2979"/>
                          <a:pt x="2979" y="2312"/>
                          <a:pt x="2979" y="1500"/>
                        </a:cubicBezTo>
                        <a:cubicBezTo>
                          <a:pt x="2979" y="667"/>
                          <a:pt x="2312" y="1"/>
                          <a:pt x="15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9"/>
                  <p:cNvSpPr/>
                  <p:nvPr/>
                </p:nvSpPr>
                <p:spPr>
                  <a:xfrm>
                    <a:off x="1887800" y="1277300"/>
                    <a:ext cx="36475" cy="36475"/>
                  </a:xfrm>
                  <a:custGeom>
                    <a:avLst/>
                    <a:gdLst/>
                    <a:ahLst/>
                    <a:cxnLst/>
                    <a:rect l="l" t="t" r="r" b="b"/>
                    <a:pathLst>
                      <a:path w="1459" h="1459" extrusionOk="0">
                        <a:moveTo>
                          <a:pt x="729" y="0"/>
                        </a:moveTo>
                        <a:cubicBezTo>
                          <a:pt x="334" y="0"/>
                          <a:pt x="0" y="334"/>
                          <a:pt x="0" y="729"/>
                        </a:cubicBezTo>
                        <a:cubicBezTo>
                          <a:pt x="0" y="1125"/>
                          <a:pt x="334" y="1458"/>
                          <a:pt x="729" y="1458"/>
                        </a:cubicBezTo>
                        <a:cubicBezTo>
                          <a:pt x="1125" y="1458"/>
                          <a:pt x="1458" y="1125"/>
                          <a:pt x="1458" y="729"/>
                        </a:cubicBezTo>
                        <a:cubicBezTo>
                          <a:pt x="1458" y="334"/>
                          <a:pt x="1125" y="0"/>
                          <a:pt x="7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6" name="Google Shape;766;p19"/>
                <p:cNvGrpSpPr/>
                <p:nvPr/>
              </p:nvGrpSpPr>
              <p:grpSpPr>
                <a:xfrm rot="10800000">
                  <a:off x="6445450" y="4587450"/>
                  <a:ext cx="942400" cy="1626525"/>
                  <a:chOff x="1959125" y="256300"/>
                  <a:chExt cx="942400" cy="1626525"/>
                </a:xfrm>
              </p:grpSpPr>
              <p:sp>
                <p:nvSpPr>
                  <p:cNvPr id="767" name="Google Shape;767;p19"/>
                  <p:cNvSpPr/>
                  <p:nvPr/>
                </p:nvSpPr>
                <p:spPr>
                  <a:xfrm>
                    <a:off x="1959125" y="256300"/>
                    <a:ext cx="25" cy="328050"/>
                  </a:xfrm>
                  <a:custGeom>
                    <a:avLst/>
                    <a:gdLst/>
                    <a:ahLst/>
                    <a:cxnLst/>
                    <a:rect l="l" t="t" r="r" b="b"/>
                    <a:pathLst>
                      <a:path w="1" h="13122" fill="none" extrusionOk="0">
                        <a:moveTo>
                          <a:pt x="0" y="13121"/>
                        </a:moveTo>
                        <a:lnTo>
                          <a:pt x="0" y="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9"/>
                  <p:cNvSpPr/>
                  <p:nvPr/>
                </p:nvSpPr>
                <p:spPr>
                  <a:xfrm>
                    <a:off x="1959125" y="645225"/>
                    <a:ext cx="912200" cy="1210525"/>
                  </a:xfrm>
                  <a:custGeom>
                    <a:avLst/>
                    <a:gdLst/>
                    <a:ahLst/>
                    <a:cxnLst/>
                    <a:rect l="l" t="t" r="r" b="b"/>
                    <a:pathLst>
                      <a:path w="36488" h="48421" fill="none" extrusionOk="0">
                        <a:moveTo>
                          <a:pt x="0" y="1"/>
                        </a:moveTo>
                        <a:lnTo>
                          <a:pt x="0" y="9435"/>
                        </a:lnTo>
                        <a:cubicBezTo>
                          <a:pt x="0" y="11143"/>
                          <a:pt x="1396" y="12559"/>
                          <a:pt x="3124" y="12559"/>
                        </a:cubicBezTo>
                        <a:lnTo>
                          <a:pt x="21993" y="12496"/>
                        </a:lnTo>
                        <a:cubicBezTo>
                          <a:pt x="23721" y="12496"/>
                          <a:pt x="25116" y="13892"/>
                          <a:pt x="25116" y="15620"/>
                        </a:cubicBezTo>
                        <a:lnTo>
                          <a:pt x="25033" y="45297"/>
                        </a:lnTo>
                        <a:cubicBezTo>
                          <a:pt x="25033" y="47026"/>
                          <a:pt x="26428" y="48421"/>
                          <a:pt x="28157" y="48421"/>
                        </a:cubicBezTo>
                        <a:lnTo>
                          <a:pt x="36487" y="4842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19"/>
                  <p:cNvSpPr/>
                  <p:nvPr/>
                </p:nvSpPr>
                <p:spPr>
                  <a:xfrm>
                    <a:off x="2549525" y="1722975"/>
                    <a:ext cx="71875" cy="71875"/>
                  </a:xfrm>
                  <a:custGeom>
                    <a:avLst/>
                    <a:gdLst/>
                    <a:ahLst/>
                    <a:cxnLst/>
                    <a:rect l="l" t="t" r="r" b="b"/>
                    <a:pathLst>
                      <a:path w="2875" h="2875" extrusionOk="0">
                        <a:moveTo>
                          <a:pt x="1438" y="0"/>
                        </a:moveTo>
                        <a:cubicBezTo>
                          <a:pt x="647" y="0"/>
                          <a:pt x="1" y="646"/>
                          <a:pt x="1" y="1437"/>
                        </a:cubicBezTo>
                        <a:cubicBezTo>
                          <a:pt x="1" y="2229"/>
                          <a:pt x="647" y="2874"/>
                          <a:pt x="1438" y="2874"/>
                        </a:cubicBezTo>
                        <a:cubicBezTo>
                          <a:pt x="2229" y="2874"/>
                          <a:pt x="2875" y="2229"/>
                          <a:pt x="2875" y="1437"/>
                        </a:cubicBezTo>
                        <a:cubicBezTo>
                          <a:pt x="2875" y="646"/>
                          <a:pt x="2229" y="0"/>
                          <a:pt x="14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9"/>
                  <p:cNvSpPr/>
                  <p:nvPr/>
                </p:nvSpPr>
                <p:spPr>
                  <a:xfrm>
                    <a:off x="2558400" y="1181500"/>
                    <a:ext cx="54150" cy="54175"/>
                  </a:xfrm>
                  <a:custGeom>
                    <a:avLst/>
                    <a:gdLst/>
                    <a:ahLst/>
                    <a:cxnLst/>
                    <a:rect l="l" t="t" r="r" b="b"/>
                    <a:pathLst>
                      <a:path w="2166" h="2167" extrusionOk="0">
                        <a:moveTo>
                          <a:pt x="1083" y="0"/>
                        </a:moveTo>
                        <a:cubicBezTo>
                          <a:pt x="479" y="0"/>
                          <a:pt x="0" y="500"/>
                          <a:pt x="0" y="1083"/>
                        </a:cubicBezTo>
                        <a:cubicBezTo>
                          <a:pt x="0" y="1687"/>
                          <a:pt x="479" y="2166"/>
                          <a:pt x="1083" y="2166"/>
                        </a:cubicBezTo>
                        <a:cubicBezTo>
                          <a:pt x="1687" y="2166"/>
                          <a:pt x="2166" y="1687"/>
                          <a:pt x="2166" y="1083"/>
                        </a:cubicBezTo>
                        <a:cubicBezTo>
                          <a:pt x="2166" y="500"/>
                          <a:pt x="1687" y="0"/>
                          <a:pt x="10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19"/>
                  <p:cNvSpPr/>
                  <p:nvPr/>
                </p:nvSpPr>
                <p:spPr>
                  <a:xfrm>
                    <a:off x="2847350" y="1828650"/>
                    <a:ext cx="54175" cy="54175"/>
                  </a:xfrm>
                  <a:custGeom>
                    <a:avLst/>
                    <a:gdLst/>
                    <a:ahLst/>
                    <a:cxnLst/>
                    <a:rect l="l" t="t" r="r" b="b"/>
                    <a:pathLst>
                      <a:path w="2167" h="2167" extrusionOk="0">
                        <a:moveTo>
                          <a:pt x="1083" y="1"/>
                        </a:moveTo>
                        <a:cubicBezTo>
                          <a:pt x="479" y="1"/>
                          <a:pt x="0" y="480"/>
                          <a:pt x="0" y="1084"/>
                        </a:cubicBezTo>
                        <a:cubicBezTo>
                          <a:pt x="0" y="1667"/>
                          <a:pt x="479" y="2167"/>
                          <a:pt x="1083" y="2167"/>
                        </a:cubicBezTo>
                        <a:cubicBezTo>
                          <a:pt x="1687" y="2167"/>
                          <a:pt x="2166" y="1667"/>
                          <a:pt x="2166" y="1084"/>
                        </a:cubicBezTo>
                        <a:cubicBezTo>
                          <a:pt x="2166" y="480"/>
                          <a:pt x="1687" y="1"/>
                          <a:pt x="1083" y="1"/>
                        </a:cubicBezTo>
                        <a:close/>
                      </a:path>
                    </a:pathLst>
                  </a:custGeom>
                  <a:solidFill>
                    <a:srgbClr val="FFFFFF"/>
                  </a:solid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 name="Google Shape;772;p19"/>
                <p:cNvGrpSpPr/>
                <p:nvPr/>
              </p:nvGrpSpPr>
              <p:grpSpPr>
                <a:xfrm rot="10800000">
                  <a:off x="6071625" y="4898800"/>
                  <a:ext cx="508175" cy="1310475"/>
                  <a:chOff x="2767175" y="261000"/>
                  <a:chExt cx="508175" cy="1310475"/>
                </a:xfrm>
              </p:grpSpPr>
              <p:sp>
                <p:nvSpPr>
                  <p:cNvPr id="773" name="Google Shape;773;p19"/>
                  <p:cNvSpPr/>
                  <p:nvPr/>
                </p:nvSpPr>
                <p:spPr>
                  <a:xfrm>
                    <a:off x="2767175" y="586400"/>
                    <a:ext cx="100500" cy="43225"/>
                  </a:xfrm>
                  <a:custGeom>
                    <a:avLst/>
                    <a:gdLst/>
                    <a:ahLst/>
                    <a:cxnLst/>
                    <a:rect l="l" t="t" r="r" b="b"/>
                    <a:pathLst>
                      <a:path w="4020" h="1729" extrusionOk="0">
                        <a:moveTo>
                          <a:pt x="375" y="0"/>
                        </a:moveTo>
                        <a:cubicBezTo>
                          <a:pt x="167" y="0"/>
                          <a:pt x="0" y="146"/>
                          <a:pt x="0" y="354"/>
                        </a:cubicBezTo>
                        <a:lnTo>
                          <a:pt x="0" y="1354"/>
                        </a:lnTo>
                        <a:cubicBezTo>
                          <a:pt x="0" y="1562"/>
                          <a:pt x="167" y="1729"/>
                          <a:pt x="375" y="1729"/>
                        </a:cubicBezTo>
                        <a:lnTo>
                          <a:pt x="3645" y="1729"/>
                        </a:lnTo>
                        <a:cubicBezTo>
                          <a:pt x="3853" y="1729"/>
                          <a:pt x="4020" y="1562"/>
                          <a:pt x="4020" y="1354"/>
                        </a:cubicBezTo>
                        <a:lnTo>
                          <a:pt x="4020" y="354"/>
                        </a:lnTo>
                        <a:cubicBezTo>
                          <a:pt x="4020" y="146"/>
                          <a:pt x="3853" y="0"/>
                          <a:pt x="3645" y="0"/>
                        </a:cubicBezTo>
                        <a:close/>
                      </a:path>
                    </a:pathLst>
                  </a:custGeom>
                  <a:solidFill>
                    <a:srgbClr val="D73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19"/>
                  <p:cNvSpPr/>
                  <p:nvPr/>
                </p:nvSpPr>
                <p:spPr>
                  <a:xfrm>
                    <a:off x="2817675" y="261000"/>
                    <a:ext cx="437375" cy="1277175"/>
                  </a:xfrm>
                  <a:custGeom>
                    <a:avLst/>
                    <a:gdLst/>
                    <a:ahLst/>
                    <a:cxnLst/>
                    <a:rect l="l" t="t" r="r" b="b"/>
                    <a:pathLst>
                      <a:path w="17495" h="51087" fill="none" extrusionOk="0">
                        <a:moveTo>
                          <a:pt x="0" y="0"/>
                        </a:moveTo>
                        <a:lnTo>
                          <a:pt x="0" y="20160"/>
                        </a:lnTo>
                        <a:cubicBezTo>
                          <a:pt x="0" y="21888"/>
                          <a:pt x="1187" y="23304"/>
                          <a:pt x="2645" y="23304"/>
                        </a:cubicBezTo>
                        <a:cubicBezTo>
                          <a:pt x="4124" y="23304"/>
                          <a:pt x="5311" y="24700"/>
                          <a:pt x="5311" y="26428"/>
                        </a:cubicBezTo>
                        <a:lnTo>
                          <a:pt x="5311" y="47858"/>
                        </a:lnTo>
                        <a:cubicBezTo>
                          <a:pt x="5311" y="49587"/>
                          <a:pt x="6706" y="50982"/>
                          <a:pt x="8435" y="51003"/>
                        </a:cubicBezTo>
                        <a:lnTo>
                          <a:pt x="14370" y="51065"/>
                        </a:lnTo>
                        <a:cubicBezTo>
                          <a:pt x="16099" y="51086"/>
                          <a:pt x="17494" y="49691"/>
                          <a:pt x="17494" y="47962"/>
                        </a:cubicBezTo>
                        <a:lnTo>
                          <a:pt x="17494" y="43110"/>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9"/>
                  <p:cNvSpPr/>
                  <p:nvPr/>
                </p:nvSpPr>
                <p:spPr>
                  <a:xfrm>
                    <a:off x="3234700" y="1313750"/>
                    <a:ext cx="40650" cy="41150"/>
                  </a:xfrm>
                  <a:custGeom>
                    <a:avLst/>
                    <a:gdLst/>
                    <a:ahLst/>
                    <a:cxnLst/>
                    <a:rect l="l" t="t" r="r" b="b"/>
                    <a:pathLst>
                      <a:path w="1626" h="1646" extrusionOk="0">
                        <a:moveTo>
                          <a:pt x="1625" y="812"/>
                        </a:moveTo>
                        <a:cubicBezTo>
                          <a:pt x="1625" y="1270"/>
                          <a:pt x="1271" y="1645"/>
                          <a:pt x="813" y="1645"/>
                        </a:cubicBezTo>
                        <a:cubicBezTo>
                          <a:pt x="355" y="1645"/>
                          <a:pt x="1" y="1270"/>
                          <a:pt x="1" y="812"/>
                        </a:cubicBezTo>
                        <a:cubicBezTo>
                          <a:pt x="1" y="375"/>
                          <a:pt x="355" y="0"/>
                          <a:pt x="813" y="0"/>
                        </a:cubicBezTo>
                        <a:cubicBezTo>
                          <a:pt x="1271" y="0"/>
                          <a:pt x="1625" y="375"/>
                          <a:pt x="1625" y="812"/>
                        </a:cubicBezTo>
                        <a:close/>
                      </a:path>
                    </a:pathLst>
                  </a:custGeom>
                  <a:solidFill>
                    <a:srgbClr val="EDEEF0"/>
                  </a:solid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9"/>
                  <p:cNvSpPr/>
                  <p:nvPr/>
                </p:nvSpPr>
                <p:spPr>
                  <a:xfrm>
                    <a:off x="3070175" y="1505350"/>
                    <a:ext cx="65625" cy="66125"/>
                  </a:xfrm>
                  <a:custGeom>
                    <a:avLst/>
                    <a:gdLst/>
                    <a:ahLst/>
                    <a:cxnLst/>
                    <a:rect l="l" t="t" r="r" b="b"/>
                    <a:pathLst>
                      <a:path w="2625" h="2645" extrusionOk="0">
                        <a:moveTo>
                          <a:pt x="1313" y="0"/>
                        </a:moveTo>
                        <a:cubicBezTo>
                          <a:pt x="584" y="0"/>
                          <a:pt x="1" y="604"/>
                          <a:pt x="1" y="1312"/>
                        </a:cubicBezTo>
                        <a:cubicBezTo>
                          <a:pt x="1" y="2041"/>
                          <a:pt x="584" y="2645"/>
                          <a:pt x="1313" y="2645"/>
                        </a:cubicBezTo>
                        <a:cubicBezTo>
                          <a:pt x="2042" y="2645"/>
                          <a:pt x="2625" y="2041"/>
                          <a:pt x="2625" y="1312"/>
                        </a:cubicBezTo>
                        <a:cubicBezTo>
                          <a:pt x="2625" y="604"/>
                          <a:pt x="2042" y="0"/>
                          <a:pt x="13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19"/>
                  <p:cNvSpPr/>
                  <p:nvPr/>
                </p:nvSpPr>
                <p:spPr>
                  <a:xfrm>
                    <a:off x="2792675" y="721775"/>
                    <a:ext cx="49500" cy="49475"/>
                  </a:xfrm>
                  <a:custGeom>
                    <a:avLst/>
                    <a:gdLst/>
                    <a:ahLst/>
                    <a:cxnLst/>
                    <a:rect l="l" t="t" r="r" b="b"/>
                    <a:pathLst>
                      <a:path w="1980" h="1979" extrusionOk="0">
                        <a:moveTo>
                          <a:pt x="1000" y="0"/>
                        </a:moveTo>
                        <a:cubicBezTo>
                          <a:pt x="438" y="0"/>
                          <a:pt x="1" y="437"/>
                          <a:pt x="1" y="979"/>
                        </a:cubicBezTo>
                        <a:cubicBezTo>
                          <a:pt x="1" y="1520"/>
                          <a:pt x="438" y="1979"/>
                          <a:pt x="1000" y="1979"/>
                        </a:cubicBezTo>
                        <a:cubicBezTo>
                          <a:pt x="1542" y="1979"/>
                          <a:pt x="1979" y="1520"/>
                          <a:pt x="1979" y="979"/>
                        </a:cubicBezTo>
                        <a:cubicBezTo>
                          <a:pt x="1979" y="437"/>
                          <a:pt x="1542" y="0"/>
                          <a:pt x="10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8" name="Google Shape;778;p19"/>
                <p:cNvGrpSpPr/>
                <p:nvPr/>
              </p:nvGrpSpPr>
              <p:grpSpPr>
                <a:xfrm rot="10800000">
                  <a:off x="8638325" y="2943575"/>
                  <a:ext cx="529488" cy="1325825"/>
                  <a:chOff x="202975" y="1362675"/>
                  <a:chExt cx="529488" cy="1325825"/>
                </a:xfrm>
              </p:grpSpPr>
              <p:sp>
                <p:nvSpPr>
                  <p:cNvPr id="779" name="Google Shape;779;p19"/>
                  <p:cNvSpPr/>
                  <p:nvPr/>
                </p:nvSpPr>
                <p:spPr>
                  <a:xfrm>
                    <a:off x="202975" y="1362675"/>
                    <a:ext cx="518600" cy="1291750"/>
                  </a:xfrm>
                  <a:custGeom>
                    <a:avLst/>
                    <a:gdLst/>
                    <a:ahLst/>
                    <a:cxnLst/>
                    <a:rect l="l" t="t" r="r" b="b"/>
                    <a:pathLst>
                      <a:path w="20744" h="51670" fill="none" extrusionOk="0">
                        <a:moveTo>
                          <a:pt x="1" y="1"/>
                        </a:moveTo>
                        <a:lnTo>
                          <a:pt x="13100" y="1"/>
                        </a:lnTo>
                        <a:cubicBezTo>
                          <a:pt x="14829" y="1"/>
                          <a:pt x="16224" y="1396"/>
                          <a:pt x="16224" y="3125"/>
                        </a:cubicBezTo>
                        <a:lnTo>
                          <a:pt x="16224" y="13933"/>
                        </a:lnTo>
                        <a:cubicBezTo>
                          <a:pt x="16224" y="15662"/>
                          <a:pt x="14829" y="17057"/>
                          <a:pt x="13100" y="17057"/>
                        </a:cubicBezTo>
                        <a:lnTo>
                          <a:pt x="7373" y="17057"/>
                        </a:lnTo>
                        <a:cubicBezTo>
                          <a:pt x="5645" y="17057"/>
                          <a:pt x="4249" y="18452"/>
                          <a:pt x="4249" y="20181"/>
                        </a:cubicBezTo>
                        <a:lnTo>
                          <a:pt x="4249" y="48546"/>
                        </a:lnTo>
                        <a:cubicBezTo>
                          <a:pt x="4249" y="50274"/>
                          <a:pt x="5645" y="51670"/>
                          <a:pt x="7373" y="51670"/>
                        </a:cubicBezTo>
                        <a:lnTo>
                          <a:pt x="20743" y="51670"/>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9"/>
                  <p:cNvSpPr/>
                  <p:nvPr/>
                </p:nvSpPr>
                <p:spPr>
                  <a:xfrm>
                    <a:off x="657988" y="2613500"/>
                    <a:ext cx="74475" cy="75000"/>
                  </a:xfrm>
                  <a:custGeom>
                    <a:avLst/>
                    <a:gdLst/>
                    <a:ahLst/>
                    <a:cxnLst/>
                    <a:rect l="l" t="t" r="r" b="b"/>
                    <a:pathLst>
                      <a:path w="2979" h="3000" extrusionOk="0">
                        <a:moveTo>
                          <a:pt x="1500" y="1"/>
                        </a:moveTo>
                        <a:cubicBezTo>
                          <a:pt x="667" y="1"/>
                          <a:pt x="1" y="667"/>
                          <a:pt x="1" y="1500"/>
                        </a:cubicBezTo>
                        <a:cubicBezTo>
                          <a:pt x="1" y="2333"/>
                          <a:pt x="667" y="3000"/>
                          <a:pt x="1500" y="3000"/>
                        </a:cubicBezTo>
                        <a:cubicBezTo>
                          <a:pt x="2312" y="3000"/>
                          <a:pt x="2979" y="2333"/>
                          <a:pt x="2979" y="1500"/>
                        </a:cubicBezTo>
                        <a:cubicBezTo>
                          <a:pt x="2979" y="667"/>
                          <a:pt x="2312" y="1"/>
                          <a:pt x="15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9"/>
                  <p:cNvSpPr/>
                  <p:nvPr/>
                </p:nvSpPr>
                <p:spPr>
                  <a:xfrm>
                    <a:off x="587225" y="1566250"/>
                    <a:ext cx="43225" cy="100000"/>
                  </a:xfrm>
                  <a:custGeom>
                    <a:avLst/>
                    <a:gdLst/>
                    <a:ahLst/>
                    <a:cxnLst/>
                    <a:rect l="l" t="t" r="r" b="b"/>
                    <a:pathLst>
                      <a:path w="1729" h="4000" extrusionOk="0">
                        <a:moveTo>
                          <a:pt x="375" y="1"/>
                        </a:moveTo>
                        <a:cubicBezTo>
                          <a:pt x="167" y="1"/>
                          <a:pt x="0" y="167"/>
                          <a:pt x="0" y="376"/>
                        </a:cubicBezTo>
                        <a:lnTo>
                          <a:pt x="0" y="3645"/>
                        </a:lnTo>
                        <a:cubicBezTo>
                          <a:pt x="0" y="3833"/>
                          <a:pt x="167" y="3999"/>
                          <a:pt x="375" y="3999"/>
                        </a:cubicBezTo>
                        <a:lnTo>
                          <a:pt x="1354" y="3999"/>
                        </a:lnTo>
                        <a:cubicBezTo>
                          <a:pt x="1562" y="3999"/>
                          <a:pt x="1729" y="3833"/>
                          <a:pt x="1729" y="3645"/>
                        </a:cubicBezTo>
                        <a:lnTo>
                          <a:pt x="1729" y="376"/>
                        </a:lnTo>
                        <a:cubicBezTo>
                          <a:pt x="1729" y="167"/>
                          <a:pt x="1562" y="1"/>
                          <a:pt x="13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sp>
        <p:nvSpPr>
          <p:cNvPr id="782" name="Google Shape;782;p19"/>
          <p:cNvSpPr txBox="1">
            <a:spLocks noGrp="1"/>
          </p:cNvSpPr>
          <p:nvPr>
            <p:ph type="title"/>
          </p:nvPr>
        </p:nvSpPr>
        <p:spPr>
          <a:xfrm>
            <a:off x="720000" y="1226400"/>
            <a:ext cx="3965400" cy="16320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83" name="Google Shape;783;p19"/>
          <p:cNvSpPr txBox="1">
            <a:spLocks noGrp="1"/>
          </p:cNvSpPr>
          <p:nvPr>
            <p:ph type="subTitle" idx="1"/>
          </p:nvPr>
        </p:nvSpPr>
        <p:spPr>
          <a:xfrm>
            <a:off x="720000" y="3086998"/>
            <a:ext cx="3965400" cy="830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84" name="Google Shape;784;p19"/>
          <p:cNvSpPr>
            <a:spLocks noGrp="1"/>
          </p:cNvSpPr>
          <p:nvPr>
            <p:ph type="pic" idx="2"/>
          </p:nvPr>
        </p:nvSpPr>
        <p:spPr>
          <a:xfrm>
            <a:off x="5238550" y="977250"/>
            <a:ext cx="3192300" cy="3188700"/>
          </a:xfrm>
          <a:prstGeom prst="ellipse">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785"/>
        <p:cNvGrpSpPr/>
        <p:nvPr/>
      </p:nvGrpSpPr>
      <p:grpSpPr>
        <a:xfrm>
          <a:off x="0" y="0"/>
          <a:ext cx="0" cy="0"/>
          <a:chOff x="0" y="0"/>
          <a:chExt cx="0" cy="0"/>
        </a:xfrm>
      </p:grpSpPr>
      <p:sp>
        <p:nvSpPr>
          <p:cNvPr id="786" name="Google Shape;786;p20"/>
          <p:cNvSpPr txBox="1">
            <a:spLocks noGrp="1"/>
          </p:cNvSpPr>
          <p:nvPr>
            <p:ph type="title"/>
          </p:nvPr>
        </p:nvSpPr>
        <p:spPr>
          <a:xfrm>
            <a:off x="720000" y="1567700"/>
            <a:ext cx="3062700" cy="9132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87" name="Google Shape;787;p20"/>
          <p:cNvSpPr txBox="1">
            <a:spLocks noGrp="1"/>
          </p:cNvSpPr>
          <p:nvPr>
            <p:ph type="subTitle" idx="1"/>
          </p:nvPr>
        </p:nvSpPr>
        <p:spPr>
          <a:xfrm>
            <a:off x="720000" y="2557000"/>
            <a:ext cx="3062700" cy="101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788" name="Google Shape;788;p20"/>
          <p:cNvGrpSpPr/>
          <p:nvPr/>
        </p:nvGrpSpPr>
        <p:grpSpPr>
          <a:xfrm>
            <a:off x="5663975" y="2562575"/>
            <a:ext cx="3808638" cy="3270400"/>
            <a:chOff x="5663975" y="2562575"/>
            <a:chExt cx="3808638" cy="3270400"/>
          </a:xfrm>
        </p:grpSpPr>
        <p:grpSp>
          <p:nvGrpSpPr>
            <p:cNvPr id="789" name="Google Shape;789;p20"/>
            <p:cNvGrpSpPr/>
            <p:nvPr/>
          </p:nvGrpSpPr>
          <p:grpSpPr>
            <a:xfrm rot="10800000">
              <a:off x="8128788" y="2992338"/>
              <a:ext cx="1343825" cy="645625"/>
              <a:chOff x="202975" y="2389400"/>
              <a:chExt cx="1343825" cy="645625"/>
            </a:xfrm>
          </p:grpSpPr>
          <p:sp>
            <p:nvSpPr>
              <p:cNvPr id="790" name="Google Shape;790;p20"/>
              <p:cNvSpPr/>
              <p:nvPr/>
            </p:nvSpPr>
            <p:spPr>
              <a:xfrm>
                <a:off x="202975" y="2389400"/>
                <a:ext cx="1343825" cy="645625"/>
              </a:xfrm>
              <a:custGeom>
                <a:avLst/>
                <a:gdLst/>
                <a:ahLst/>
                <a:cxnLst/>
                <a:rect l="l" t="t" r="r" b="b"/>
                <a:pathLst>
                  <a:path w="53753" h="25825" fill="none" extrusionOk="0">
                    <a:moveTo>
                      <a:pt x="1" y="18681"/>
                    </a:moveTo>
                    <a:lnTo>
                      <a:pt x="3791" y="18681"/>
                    </a:lnTo>
                    <a:cubicBezTo>
                      <a:pt x="5520" y="18681"/>
                      <a:pt x="6915" y="17286"/>
                      <a:pt x="6915" y="15557"/>
                    </a:cubicBezTo>
                    <a:lnTo>
                      <a:pt x="6915" y="3124"/>
                    </a:lnTo>
                    <a:cubicBezTo>
                      <a:pt x="6915" y="1396"/>
                      <a:pt x="8310" y="0"/>
                      <a:pt x="10039" y="0"/>
                    </a:cubicBezTo>
                    <a:lnTo>
                      <a:pt x="34134" y="0"/>
                    </a:lnTo>
                    <a:cubicBezTo>
                      <a:pt x="35842" y="0"/>
                      <a:pt x="37258" y="1396"/>
                      <a:pt x="37258" y="3124"/>
                    </a:cubicBezTo>
                    <a:lnTo>
                      <a:pt x="37258" y="14641"/>
                    </a:lnTo>
                    <a:cubicBezTo>
                      <a:pt x="37258" y="16349"/>
                      <a:pt x="38654" y="17765"/>
                      <a:pt x="40382" y="17765"/>
                    </a:cubicBezTo>
                    <a:lnTo>
                      <a:pt x="50628" y="17765"/>
                    </a:lnTo>
                    <a:cubicBezTo>
                      <a:pt x="52357" y="17765"/>
                      <a:pt x="53752" y="19160"/>
                      <a:pt x="53752" y="20889"/>
                    </a:cubicBezTo>
                    <a:lnTo>
                      <a:pt x="53752" y="25824"/>
                    </a:ln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0"/>
              <p:cNvSpPr/>
              <p:nvPr/>
            </p:nvSpPr>
            <p:spPr>
              <a:xfrm>
                <a:off x="358650" y="2610150"/>
                <a:ext cx="35950" cy="97375"/>
              </a:xfrm>
              <a:custGeom>
                <a:avLst/>
                <a:gdLst/>
                <a:ahLst/>
                <a:cxnLst/>
                <a:rect l="l" t="t" r="r" b="b"/>
                <a:pathLst>
                  <a:path w="1438" h="3895" extrusionOk="0">
                    <a:moveTo>
                      <a:pt x="313" y="1"/>
                    </a:moveTo>
                    <a:cubicBezTo>
                      <a:pt x="126" y="21"/>
                      <a:pt x="1" y="188"/>
                      <a:pt x="22" y="375"/>
                    </a:cubicBezTo>
                    <a:lnTo>
                      <a:pt x="22" y="3520"/>
                    </a:lnTo>
                    <a:cubicBezTo>
                      <a:pt x="1" y="3708"/>
                      <a:pt x="126" y="3874"/>
                      <a:pt x="313" y="3895"/>
                    </a:cubicBezTo>
                    <a:lnTo>
                      <a:pt x="1125" y="3895"/>
                    </a:lnTo>
                    <a:cubicBezTo>
                      <a:pt x="1313" y="3874"/>
                      <a:pt x="1438" y="3708"/>
                      <a:pt x="1438" y="3541"/>
                    </a:cubicBezTo>
                    <a:lnTo>
                      <a:pt x="1438" y="375"/>
                    </a:lnTo>
                    <a:cubicBezTo>
                      <a:pt x="1438" y="188"/>
                      <a:pt x="1313" y="21"/>
                      <a:pt x="11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2" name="Google Shape;792;p20"/>
            <p:cNvGrpSpPr/>
            <p:nvPr/>
          </p:nvGrpSpPr>
          <p:grpSpPr>
            <a:xfrm rot="10800000">
              <a:off x="5663975" y="4465175"/>
              <a:ext cx="1385975" cy="1132950"/>
              <a:chOff x="2297025" y="262550"/>
              <a:chExt cx="1385975" cy="1132950"/>
            </a:xfrm>
          </p:grpSpPr>
          <p:sp>
            <p:nvSpPr>
              <p:cNvPr id="793" name="Google Shape;793;p20"/>
              <p:cNvSpPr/>
              <p:nvPr/>
            </p:nvSpPr>
            <p:spPr>
              <a:xfrm>
                <a:off x="2297025" y="262550"/>
                <a:ext cx="122900" cy="160900"/>
              </a:xfrm>
              <a:custGeom>
                <a:avLst/>
                <a:gdLst/>
                <a:ahLst/>
                <a:cxnLst/>
                <a:rect l="l" t="t" r="r" b="b"/>
                <a:pathLst>
                  <a:path w="4916" h="6436" fill="none" extrusionOk="0">
                    <a:moveTo>
                      <a:pt x="4915" y="6436"/>
                    </a:moveTo>
                    <a:lnTo>
                      <a:pt x="2458" y="6436"/>
                    </a:lnTo>
                    <a:cubicBezTo>
                      <a:pt x="1104" y="6436"/>
                      <a:pt x="0" y="5041"/>
                      <a:pt x="0" y="3312"/>
                    </a:cubicBezTo>
                    <a:lnTo>
                      <a:pt x="0" y="1"/>
                    </a:lnTo>
                  </a:path>
                </a:pathLst>
              </a:custGeom>
              <a:noFill/>
              <a:ln w="1302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0"/>
              <p:cNvSpPr/>
              <p:nvPr/>
            </p:nvSpPr>
            <p:spPr>
              <a:xfrm>
                <a:off x="2522975" y="422400"/>
                <a:ext cx="1139200" cy="940300"/>
              </a:xfrm>
              <a:custGeom>
                <a:avLst/>
                <a:gdLst/>
                <a:ahLst/>
                <a:cxnLst/>
                <a:rect l="l" t="t" r="r" b="b"/>
                <a:pathLst>
                  <a:path w="45568" h="37612" fill="none" extrusionOk="0">
                    <a:moveTo>
                      <a:pt x="1" y="0"/>
                    </a:moveTo>
                    <a:lnTo>
                      <a:pt x="2958" y="0"/>
                    </a:lnTo>
                    <a:cubicBezTo>
                      <a:pt x="4583" y="0"/>
                      <a:pt x="5915" y="1396"/>
                      <a:pt x="5915" y="3124"/>
                    </a:cubicBezTo>
                    <a:lnTo>
                      <a:pt x="5915" y="9788"/>
                    </a:lnTo>
                    <a:cubicBezTo>
                      <a:pt x="5915" y="11517"/>
                      <a:pt x="7332" y="12912"/>
                      <a:pt x="9039" y="12912"/>
                    </a:cubicBezTo>
                    <a:lnTo>
                      <a:pt x="21431" y="12912"/>
                    </a:lnTo>
                    <a:cubicBezTo>
                      <a:pt x="23159" y="12912"/>
                      <a:pt x="24555" y="14308"/>
                      <a:pt x="24555" y="16036"/>
                    </a:cubicBezTo>
                    <a:lnTo>
                      <a:pt x="24555" y="21097"/>
                    </a:lnTo>
                    <a:cubicBezTo>
                      <a:pt x="24555" y="22825"/>
                      <a:pt x="25950" y="24221"/>
                      <a:pt x="27678" y="24221"/>
                    </a:cubicBezTo>
                    <a:lnTo>
                      <a:pt x="42444" y="24221"/>
                    </a:lnTo>
                    <a:cubicBezTo>
                      <a:pt x="44173" y="24221"/>
                      <a:pt x="45568" y="25616"/>
                      <a:pt x="45568" y="27345"/>
                    </a:cubicBezTo>
                    <a:lnTo>
                      <a:pt x="45568" y="37612"/>
                    </a:lnTo>
                  </a:path>
                </a:pathLst>
              </a:custGeom>
              <a:noFill/>
              <a:ln w="1302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0"/>
              <p:cNvSpPr/>
              <p:nvPr/>
            </p:nvSpPr>
            <p:spPr>
              <a:xfrm>
                <a:off x="2419900" y="401050"/>
                <a:ext cx="103100" cy="44275"/>
              </a:xfrm>
              <a:custGeom>
                <a:avLst/>
                <a:gdLst/>
                <a:ahLst/>
                <a:cxnLst/>
                <a:rect l="l" t="t" r="r" b="b"/>
                <a:pathLst>
                  <a:path w="4124" h="1771" fill="none" extrusionOk="0">
                    <a:moveTo>
                      <a:pt x="396" y="0"/>
                    </a:moveTo>
                    <a:lnTo>
                      <a:pt x="3728" y="0"/>
                    </a:lnTo>
                    <a:cubicBezTo>
                      <a:pt x="3936" y="0"/>
                      <a:pt x="4124" y="188"/>
                      <a:pt x="4124" y="396"/>
                    </a:cubicBezTo>
                    <a:lnTo>
                      <a:pt x="4124" y="1396"/>
                    </a:lnTo>
                    <a:cubicBezTo>
                      <a:pt x="4124" y="1604"/>
                      <a:pt x="3936" y="1771"/>
                      <a:pt x="3728" y="1771"/>
                    </a:cubicBezTo>
                    <a:lnTo>
                      <a:pt x="396" y="1771"/>
                    </a:lnTo>
                    <a:cubicBezTo>
                      <a:pt x="188" y="1771"/>
                      <a:pt x="0" y="1604"/>
                      <a:pt x="0" y="1396"/>
                    </a:cubicBezTo>
                    <a:lnTo>
                      <a:pt x="0" y="396"/>
                    </a:lnTo>
                    <a:cubicBezTo>
                      <a:pt x="0" y="188"/>
                      <a:pt x="188" y="0"/>
                      <a:pt x="396" y="0"/>
                    </a:cubicBezTo>
                    <a:close/>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20"/>
              <p:cNvSpPr/>
              <p:nvPr/>
            </p:nvSpPr>
            <p:spPr>
              <a:xfrm>
                <a:off x="3384650" y="1008650"/>
                <a:ext cx="103125" cy="44275"/>
              </a:xfrm>
              <a:custGeom>
                <a:avLst/>
                <a:gdLst/>
                <a:ahLst/>
                <a:cxnLst/>
                <a:rect l="l" t="t" r="r" b="b"/>
                <a:pathLst>
                  <a:path w="4125" h="1771" extrusionOk="0">
                    <a:moveTo>
                      <a:pt x="396" y="0"/>
                    </a:moveTo>
                    <a:cubicBezTo>
                      <a:pt x="188" y="0"/>
                      <a:pt x="1" y="167"/>
                      <a:pt x="1" y="375"/>
                    </a:cubicBezTo>
                    <a:lnTo>
                      <a:pt x="1" y="1395"/>
                    </a:lnTo>
                    <a:cubicBezTo>
                      <a:pt x="1" y="1604"/>
                      <a:pt x="188" y="1770"/>
                      <a:pt x="396" y="1770"/>
                    </a:cubicBezTo>
                    <a:lnTo>
                      <a:pt x="3729" y="1770"/>
                    </a:lnTo>
                    <a:cubicBezTo>
                      <a:pt x="3937" y="1770"/>
                      <a:pt x="4124" y="1604"/>
                      <a:pt x="4124" y="1395"/>
                    </a:cubicBezTo>
                    <a:lnTo>
                      <a:pt x="4124" y="375"/>
                    </a:lnTo>
                    <a:cubicBezTo>
                      <a:pt x="4124" y="167"/>
                      <a:pt x="3937" y="0"/>
                      <a:pt x="37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20"/>
              <p:cNvSpPr/>
              <p:nvPr/>
            </p:nvSpPr>
            <p:spPr>
              <a:xfrm>
                <a:off x="3099850" y="842025"/>
                <a:ext cx="71875" cy="71875"/>
              </a:xfrm>
              <a:custGeom>
                <a:avLst/>
                <a:gdLst/>
                <a:ahLst/>
                <a:cxnLst/>
                <a:rect l="l" t="t" r="r" b="b"/>
                <a:pathLst>
                  <a:path w="2875" h="2875" extrusionOk="0">
                    <a:moveTo>
                      <a:pt x="1438" y="1"/>
                    </a:moveTo>
                    <a:cubicBezTo>
                      <a:pt x="647" y="1"/>
                      <a:pt x="1" y="646"/>
                      <a:pt x="1" y="1438"/>
                    </a:cubicBezTo>
                    <a:cubicBezTo>
                      <a:pt x="1" y="2229"/>
                      <a:pt x="647" y="2875"/>
                      <a:pt x="1438" y="2875"/>
                    </a:cubicBezTo>
                    <a:cubicBezTo>
                      <a:pt x="2229" y="2875"/>
                      <a:pt x="2875" y="2229"/>
                      <a:pt x="2875" y="1438"/>
                    </a:cubicBezTo>
                    <a:cubicBezTo>
                      <a:pt x="2875" y="646"/>
                      <a:pt x="2229" y="1"/>
                      <a:pt x="14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20"/>
              <p:cNvSpPr/>
              <p:nvPr/>
            </p:nvSpPr>
            <p:spPr>
              <a:xfrm>
                <a:off x="3641850" y="1354875"/>
                <a:ext cx="41150" cy="40625"/>
              </a:xfrm>
              <a:custGeom>
                <a:avLst/>
                <a:gdLst/>
                <a:ahLst/>
                <a:cxnLst/>
                <a:rect l="l" t="t" r="r" b="b"/>
                <a:pathLst>
                  <a:path w="1646" h="1625" fill="none" extrusionOk="0">
                    <a:moveTo>
                      <a:pt x="1646" y="813"/>
                    </a:moveTo>
                    <a:cubicBezTo>
                      <a:pt x="1646" y="1271"/>
                      <a:pt x="1271" y="1625"/>
                      <a:pt x="813" y="1625"/>
                    </a:cubicBezTo>
                    <a:cubicBezTo>
                      <a:pt x="376" y="1625"/>
                      <a:pt x="1" y="1271"/>
                      <a:pt x="1" y="813"/>
                    </a:cubicBezTo>
                    <a:cubicBezTo>
                      <a:pt x="1" y="354"/>
                      <a:pt x="376" y="0"/>
                      <a:pt x="813" y="0"/>
                    </a:cubicBezTo>
                    <a:cubicBezTo>
                      <a:pt x="1271" y="0"/>
                      <a:pt x="1646" y="354"/>
                      <a:pt x="1646" y="813"/>
                    </a:cubicBezTo>
                    <a:close/>
                  </a:path>
                </a:pathLst>
              </a:custGeom>
              <a:noFill/>
              <a:ln w="1302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9" name="Google Shape;799;p20"/>
            <p:cNvGrpSpPr/>
            <p:nvPr/>
          </p:nvGrpSpPr>
          <p:grpSpPr>
            <a:xfrm rot="10800000">
              <a:off x="5862850" y="3801375"/>
              <a:ext cx="1281850" cy="1633300"/>
              <a:chOff x="2202275" y="654600"/>
              <a:chExt cx="1281850" cy="1633300"/>
            </a:xfrm>
          </p:grpSpPr>
          <p:sp>
            <p:nvSpPr>
              <p:cNvPr id="800" name="Google Shape;800;p20"/>
              <p:cNvSpPr/>
              <p:nvPr/>
            </p:nvSpPr>
            <p:spPr>
              <a:xfrm>
                <a:off x="2231950" y="675950"/>
                <a:ext cx="1230825" cy="1569250"/>
              </a:xfrm>
              <a:custGeom>
                <a:avLst/>
                <a:gdLst/>
                <a:ahLst/>
                <a:cxnLst/>
                <a:rect l="l" t="t" r="r" b="b"/>
                <a:pathLst>
                  <a:path w="49233" h="62770" fill="none" extrusionOk="0">
                    <a:moveTo>
                      <a:pt x="49233" y="62770"/>
                    </a:moveTo>
                    <a:lnTo>
                      <a:pt x="49233" y="55272"/>
                    </a:lnTo>
                    <a:cubicBezTo>
                      <a:pt x="49233" y="53544"/>
                      <a:pt x="47837" y="52148"/>
                      <a:pt x="46109" y="52148"/>
                    </a:cubicBezTo>
                    <a:lnTo>
                      <a:pt x="3124" y="52148"/>
                    </a:lnTo>
                    <a:cubicBezTo>
                      <a:pt x="1396" y="52148"/>
                      <a:pt x="0" y="50753"/>
                      <a:pt x="0" y="49025"/>
                    </a:cubicBezTo>
                    <a:lnTo>
                      <a:pt x="0" y="3124"/>
                    </a:lnTo>
                    <a:cubicBezTo>
                      <a:pt x="0" y="1396"/>
                      <a:pt x="1396" y="0"/>
                      <a:pt x="3124" y="0"/>
                    </a:cubicBezTo>
                    <a:lnTo>
                      <a:pt x="6394" y="0"/>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0"/>
              <p:cNvSpPr/>
              <p:nvPr/>
            </p:nvSpPr>
            <p:spPr>
              <a:xfrm>
                <a:off x="2212150" y="1162750"/>
                <a:ext cx="39600" cy="92175"/>
              </a:xfrm>
              <a:custGeom>
                <a:avLst/>
                <a:gdLst/>
                <a:ahLst/>
                <a:cxnLst/>
                <a:rect l="l" t="t" r="r" b="b"/>
                <a:pathLst>
                  <a:path w="1584" h="3687" extrusionOk="0">
                    <a:moveTo>
                      <a:pt x="334" y="1"/>
                    </a:moveTo>
                    <a:cubicBezTo>
                      <a:pt x="147" y="1"/>
                      <a:pt x="1" y="146"/>
                      <a:pt x="1" y="334"/>
                    </a:cubicBezTo>
                    <a:lnTo>
                      <a:pt x="1" y="3333"/>
                    </a:lnTo>
                    <a:cubicBezTo>
                      <a:pt x="1" y="3520"/>
                      <a:pt x="147" y="3687"/>
                      <a:pt x="334" y="3687"/>
                    </a:cubicBezTo>
                    <a:lnTo>
                      <a:pt x="1250" y="3687"/>
                    </a:lnTo>
                    <a:cubicBezTo>
                      <a:pt x="1438" y="3687"/>
                      <a:pt x="1584" y="3520"/>
                      <a:pt x="1584" y="3333"/>
                    </a:cubicBezTo>
                    <a:lnTo>
                      <a:pt x="1584" y="334"/>
                    </a:lnTo>
                    <a:cubicBezTo>
                      <a:pt x="1584" y="146"/>
                      <a:pt x="1438" y="1"/>
                      <a:pt x="125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0"/>
              <p:cNvSpPr/>
              <p:nvPr/>
            </p:nvSpPr>
            <p:spPr>
              <a:xfrm>
                <a:off x="2986350" y="1953100"/>
                <a:ext cx="121875" cy="52600"/>
              </a:xfrm>
              <a:custGeom>
                <a:avLst/>
                <a:gdLst/>
                <a:ahLst/>
                <a:cxnLst/>
                <a:rect l="l" t="t" r="r" b="b"/>
                <a:pathLst>
                  <a:path w="4875" h="2104" extrusionOk="0">
                    <a:moveTo>
                      <a:pt x="438" y="0"/>
                    </a:moveTo>
                    <a:cubicBezTo>
                      <a:pt x="188" y="0"/>
                      <a:pt x="1" y="188"/>
                      <a:pt x="1" y="438"/>
                    </a:cubicBezTo>
                    <a:lnTo>
                      <a:pt x="1" y="1646"/>
                    </a:lnTo>
                    <a:cubicBezTo>
                      <a:pt x="1" y="1895"/>
                      <a:pt x="188" y="2104"/>
                      <a:pt x="438" y="2104"/>
                    </a:cubicBezTo>
                    <a:lnTo>
                      <a:pt x="4437" y="2104"/>
                    </a:lnTo>
                    <a:cubicBezTo>
                      <a:pt x="4687" y="2104"/>
                      <a:pt x="4874" y="1895"/>
                      <a:pt x="4874" y="1646"/>
                    </a:cubicBezTo>
                    <a:lnTo>
                      <a:pt x="4874" y="438"/>
                    </a:lnTo>
                    <a:cubicBezTo>
                      <a:pt x="4874" y="188"/>
                      <a:pt x="4687" y="0"/>
                      <a:pt x="443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0"/>
              <p:cNvSpPr/>
              <p:nvPr/>
            </p:nvSpPr>
            <p:spPr>
              <a:xfrm>
                <a:off x="2231950" y="1208575"/>
                <a:ext cx="535250" cy="25"/>
              </a:xfrm>
              <a:custGeom>
                <a:avLst/>
                <a:gdLst/>
                <a:ahLst/>
                <a:cxnLst/>
                <a:rect l="l" t="t" r="r" b="b"/>
                <a:pathLst>
                  <a:path w="21410" h="1" fill="none" extrusionOk="0">
                    <a:moveTo>
                      <a:pt x="0" y="0"/>
                    </a:moveTo>
                    <a:lnTo>
                      <a:pt x="21409" y="0"/>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0"/>
              <p:cNvSpPr/>
              <p:nvPr/>
            </p:nvSpPr>
            <p:spPr>
              <a:xfrm>
                <a:off x="2202275" y="1463675"/>
                <a:ext cx="58850" cy="58875"/>
              </a:xfrm>
              <a:custGeom>
                <a:avLst/>
                <a:gdLst/>
                <a:ahLst/>
                <a:cxnLst/>
                <a:rect l="l" t="t" r="r" b="b"/>
                <a:pathLst>
                  <a:path w="2354" h="2355" extrusionOk="0">
                    <a:moveTo>
                      <a:pt x="1187" y="1"/>
                    </a:moveTo>
                    <a:cubicBezTo>
                      <a:pt x="542" y="1"/>
                      <a:pt x="0" y="542"/>
                      <a:pt x="0" y="1188"/>
                    </a:cubicBezTo>
                    <a:cubicBezTo>
                      <a:pt x="0" y="1834"/>
                      <a:pt x="542" y="2354"/>
                      <a:pt x="1187" y="2354"/>
                    </a:cubicBezTo>
                    <a:cubicBezTo>
                      <a:pt x="1833" y="2354"/>
                      <a:pt x="2353" y="1834"/>
                      <a:pt x="2353" y="1188"/>
                    </a:cubicBezTo>
                    <a:cubicBezTo>
                      <a:pt x="2353" y="542"/>
                      <a:pt x="1833" y="1"/>
                      <a:pt x="118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0"/>
              <p:cNvSpPr/>
              <p:nvPr/>
            </p:nvSpPr>
            <p:spPr>
              <a:xfrm>
                <a:off x="2767175" y="1187225"/>
                <a:ext cx="42700" cy="42725"/>
              </a:xfrm>
              <a:custGeom>
                <a:avLst/>
                <a:gdLst/>
                <a:ahLst/>
                <a:cxnLst/>
                <a:rect l="l" t="t" r="r" b="b"/>
                <a:pathLst>
                  <a:path w="1708" h="1709" fill="none" extrusionOk="0">
                    <a:moveTo>
                      <a:pt x="1708" y="854"/>
                    </a:moveTo>
                    <a:cubicBezTo>
                      <a:pt x="1708" y="1333"/>
                      <a:pt x="1333" y="1708"/>
                      <a:pt x="854" y="1708"/>
                    </a:cubicBezTo>
                    <a:cubicBezTo>
                      <a:pt x="375" y="1708"/>
                      <a:pt x="0" y="1333"/>
                      <a:pt x="0" y="854"/>
                    </a:cubicBezTo>
                    <a:cubicBezTo>
                      <a:pt x="0" y="396"/>
                      <a:pt x="375" y="0"/>
                      <a:pt x="854" y="0"/>
                    </a:cubicBezTo>
                    <a:cubicBezTo>
                      <a:pt x="1333" y="0"/>
                      <a:pt x="1708" y="396"/>
                      <a:pt x="1708" y="854"/>
                    </a:cubicBezTo>
                    <a:close/>
                  </a:path>
                </a:pathLst>
              </a:custGeom>
              <a:noFill/>
              <a:ln w="13025" cap="flat" cmpd="sng">
                <a:solidFill>
                  <a:schemeClr val="accent4"/>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0"/>
              <p:cNvSpPr/>
              <p:nvPr/>
            </p:nvSpPr>
            <p:spPr>
              <a:xfrm>
                <a:off x="3441400" y="2245175"/>
                <a:ext cx="42725" cy="42725"/>
              </a:xfrm>
              <a:custGeom>
                <a:avLst/>
                <a:gdLst/>
                <a:ahLst/>
                <a:cxnLst/>
                <a:rect l="l" t="t" r="r" b="b"/>
                <a:pathLst>
                  <a:path w="1709" h="1709" extrusionOk="0">
                    <a:moveTo>
                      <a:pt x="855" y="1"/>
                    </a:moveTo>
                    <a:cubicBezTo>
                      <a:pt x="376" y="1"/>
                      <a:pt x="1" y="375"/>
                      <a:pt x="1" y="854"/>
                    </a:cubicBezTo>
                    <a:cubicBezTo>
                      <a:pt x="1" y="1313"/>
                      <a:pt x="376" y="1708"/>
                      <a:pt x="855" y="1708"/>
                    </a:cubicBezTo>
                    <a:cubicBezTo>
                      <a:pt x="1334" y="1708"/>
                      <a:pt x="1708" y="1313"/>
                      <a:pt x="1708" y="854"/>
                    </a:cubicBezTo>
                    <a:cubicBezTo>
                      <a:pt x="1708" y="375"/>
                      <a:pt x="1334" y="1"/>
                      <a:pt x="85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0"/>
              <p:cNvSpPr/>
              <p:nvPr/>
            </p:nvSpPr>
            <p:spPr>
              <a:xfrm>
                <a:off x="2372525" y="654600"/>
                <a:ext cx="42700" cy="42725"/>
              </a:xfrm>
              <a:custGeom>
                <a:avLst/>
                <a:gdLst/>
                <a:ahLst/>
                <a:cxnLst/>
                <a:rect l="l" t="t" r="r" b="b"/>
                <a:pathLst>
                  <a:path w="1708" h="1709" extrusionOk="0">
                    <a:moveTo>
                      <a:pt x="854" y="1"/>
                    </a:moveTo>
                    <a:cubicBezTo>
                      <a:pt x="375" y="1"/>
                      <a:pt x="0" y="375"/>
                      <a:pt x="0" y="854"/>
                    </a:cubicBezTo>
                    <a:cubicBezTo>
                      <a:pt x="0" y="1333"/>
                      <a:pt x="375" y="1708"/>
                      <a:pt x="854" y="1708"/>
                    </a:cubicBezTo>
                    <a:cubicBezTo>
                      <a:pt x="1312" y="1708"/>
                      <a:pt x="1708" y="1333"/>
                      <a:pt x="1708" y="854"/>
                    </a:cubicBezTo>
                    <a:cubicBezTo>
                      <a:pt x="1708" y="375"/>
                      <a:pt x="1312" y="1"/>
                      <a:pt x="8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 name="Google Shape;808;p20"/>
            <p:cNvGrpSpPr/>
            <p:nvPr/>
          </p:nvGrpSpPr>
          <p:grpSpPr>
            <a:xfrm rot="10800000">
              <a:off x="7422700" y="4442300"/>
              <a:ext cx="1721300" cy="369675"/>
              <a:chOff x="202975" y="1277300"/>
              <a:chExt cx="1721300" cy="369675"/>
            </a:xfrm>
          </p:grpSpPr>
          <p:sp>
            <p:nvSpPr>
              <p:cNvPr id="809" name="Google Shape;809;p20"/>
              <p:cNvSpPr/>
              <p:nvPr/>
            </p:nvSpPr>
            <p:spPr>
              <a:xfrm>
                <a:off x="1767000" y="1293950"/>
                <a:ext cx="144775" cy="163000"/>
              </a:xfrm>
              <a:custGeom>
                <a:avLst/>
                <a:gdLst/>
                <a:ahLst/>
                <a:cxnLst/>
                <a:rect l="l" t="t" r="r" b="b"/>
                <a:pathLst>
                  <a:path w="5791" h="6520" fill="none" extrusionOk="0">
                    <a:moveTo>
                      <a:pt x="1" y="6519"/>
                    </a:moveTo>
                    <a:lnTo>
                      <a:pt x="2895" y="6519"/>
                    </a:lnTo>
                    <a:cubicBezTo>
                      <a:pt x="4478" y="6519"/>
                      <a:pt x="5790" y="5124"/>
                      <a:pt x="5790" y="3395"/>
                    </a:cubicBezTo>
                    <a:lnTo>
                      <a:pt x="5790"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0"/>
              <p:cNvSpPr/>
              <p:nvPr/>
            </p:nvSpPr>
            <p:spPr>
              <a:xfrm>
                <a:off x="202975" y="1458475"/>
                <a:ext cx="1504175" cy="157775"/>
              </a:xfrm>
              <a:custGeom>
                <a:avLst/>
                <a:gdLst/>
                <a:ahLst/>
                <a:cxnLst/>
                <a:rect l="l" t="t" r="r" b="b"/>
                <a:pathLst>
                  <a:path w="60167" h="6311" fill="none" extrusionOk="0">
                    <a:moveTo>
                      <a:pt x="1" y="6311"/>
                    </a:moveTo>
                    <a:lnTo>
                      <a:pt x="24284" y="6311"/>
                    </a:lnTo>
                    <a:cubicBezTo>
                      <a:pt x="26012" y="6311"/>
                      <a:pt x="27408" y="4916"/>
                      <a:pt x="27408" y="3187"/>
                    </a:cubicBezTo>
                    <a:cubicBezTo>
                      <a:pt x="27408" y="1459"/>
                      <a:pt x="28803" y="63"/>
                      <a:pt x="30531" y="63"/>
                    </a:cubicBezTo>
                    <a:lnTo>
                      <a:pt x="60167"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20"/>
              <p:cNvSpPr/>
              <p:nvPr/>
            </p:nvSpPr>
            <p:spPr>
              <a:xfrm>
                <a:off x="326375" y="1572500"/>
                <a:ext cx="74475" cy="74475"/>
              </a:xfrm>
              <a:custGeom>
                <a:avLst/>
                <a:gdLst/>
                <a:ahLst/>
                <a:cxnLst/>
                <a:rect l="l" t="t" r="r" b="b"/>
                <a:pathLst>
                  <a:path w="2979" h="2979" extrusionOk="0">
                    <a:moveTo>
                      <a:pt x="1500" y="1"/>
                    </a:moveTo>
                    <a:cubicBezTo>
                      <a:pt x="667" y="1"/>
                      <a:pt x="0" y="667"/>
                      <a:pt x="0" y="1500"/>
                    </a:cubicBezTo>
                    <a:cubicBezTo>
                      <a:pt x="0" y="2312"/>
                      <a:pt x="667" y="2979"/>
                      <a:pt x="1500" y="2979"/>
                    </a:cubicBezTo>
                    <a:cubicBezTo>
                      <a:pt x="2312" y="2979"/>
                      <a:pt x="2979" y="2312"/>
                      <a:pt x="2979" y="1500"/>
                    </a:cubicBezTo>
                    <a:cubicBezTo>
                      <a:pt x="2979" y="667"/>
                      <a:pt x="2312" y="1"/>
                      <a:pt x="15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0"/>
              <p:cNvSpPr/>
              <p:nvPr/>
            </p:nvSpPr>
            <p:spPr>
              <a:xfrm>
                <a:off x="1887800" y="1277300"/>
                <a:ext cx="36475" cy="36475"/>
              </a:xfrm>
              <a:custGeom>
                <a:avLst/>
                <a:gdLst/>
                <a:ahLst/>
                <a:cxnLst/>
                <a:rect l="l" t="t" r="r" b="b"/>
                <a:pathLst>
                  <a:path w="1459" h="1459" extrusionOk="0">
                    <a:moveTo>
                      <a:pt x="729" y="0"/>
                    </a:moveTo>
                    <a:cubicBezTo>
                      <a:pt x="334" y="0"/>
                      <a:pt x="0" y="334"/>
                      <a:pt x="0" y="729"/>
                    </a:cubicBezTo>
                    <a:cubicBezTo>
                      <a:pt x="0" y="1125"/>
                      <a:pt x="334" y="1458"/>
                      <a:pt x="729" y="1458"/>
                    </a:cubicBezTo>
                    <a:cubicBezTo>
                      <a:pt x="1125" y="1458"/>
                      <a:pt x="1458" y="1125"/>
                      <a:pt x="1458" y="729"/>
                    </a:cubicBezTo>
                    <a:cubicBezTo>
                      <a:pt x="1458" y="334"/>
                      <a:pt x="1125" y="0"/>
                      <a:pt x="7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3" name="Google Shape;813;p20"/>
            <p:cNvGrpSpPr/>
            <p:nvPr/>
          </p:nvGrpSpPr>
          <p:grpSpPr>
            <a:xfrm rot="10800000">
              <a:off x="7205425" y="3434850"/>
              <a:ext cx="1641625" cy="1646825"/>
              <a:chOff x="423725" y="1007600"/>
              <a:chExt cx="1641625" cy="1646825"/>
            </a:xfrm>
          </p:grpSpPr>
          <p:sp>
            <p:nvSpPr>
              <p:cNvPr id="814" name="Google Shape;814;p20"/>
              <p:cNvSpPr/>
              <p:nvPr/>
            </p:nvSpPr>
            <p:spPr>
              <a:xfrm>
                <a:off x="448725" y="1056550"/>
                <a:ext cx="1583825" cy="1597875"/>
              </a:xfrm>
              <a:custGeom>
                <a:avLst/>
                <a:gdLst/>
                <a:ahLst/>
                <a:cxnLst/>
                <a:rect l="l" t="t" r="r" b="b"/>
                <a:pathLst>
                  <a:path w="63353" h="63915" fill="none" extrusionOk="0">
                    <a:moveTo>
                      <a:pt x="1" y="0"/>
                    </a:moveTo>
                    <a:lnTo>
                      <a:pt x="1" y="5873"/>
                    </a:lnTo>
                    <a:cubicBezTo>
                      <a:pt x="1" y="7602"/>
                      <a:pt x="1396" y="8997"/>
                      <a:pt x="3124" y="8997"/>
                    </a:cubicBezTo>
                    <a:lnTo>
                      <a:pt x="43464" y="8997"/>
                    </a:lnTo>
                    <a:cubicBezTo>
                      <a:pt x="45172" y="8997"/>
                      <a:pt x="46588" y="7602"/>
                      <a:pt x="46588" y="5873"/>
                    </a:cubicBezTo>
                    <a:lnTo>
                      <a:pt x="46588" y="4290"/>
                    </a:lnTo>
                    <a:cubicBezTo>
                      <a:pt x="46588" y="2562"/>
                      <a:pt x="47983" y="1166"/>
                      <a:pt x="49712" y="1166"/>
                    </a:cubicBezTo>
                    <a:lnTo>
                      <a:pt x="60229" y="1166"/>
                    </a:lnTo>
                    <a:cubicBezTo>
                      <a:pt x="61937" y="1166"/>
                      <a:pt x="63353" y="2562"/>
                      <a:pt x="63353" y="4290"/>
                    </a:cubicBezTo>
                    <a:lnTo>
                      <a:pt x="63353" y="33801"/>
                    </a:lnTo>
                    <a:cubicBezTo>
                      <a:pt x="63353" y="35529"/>
                      <a:pt x="61937" y="36924"/>
                      <a:pt x="60229" y="36924"/>
                    </a:cubicBezTo>
                    <a:lnTo>
                      <a:pt x="52357" y="36924"/>
                    </a:lnTo>
                    <a:cubicBezTo>
                      <a:pt x="50649" y="36924"/>
                      <a:pt x="49233" y="38320"/>
                      <a:pt x="49233" y="40048"/>
                    </a:cubicBezTo>
                    <a:lnTo>
                      <a:pt x="49233" y="44880"/>
                    </a:lnTo>
                    <a:cubicBezTo>
                      <a:pt x="49233" y="46588"/>
                      <a:pt x="50649" y="48004"/>
                      <a:pt x="52357" y="48004"/>
                    </a:cubicBezTo>
                    <a:lnTo>
                      <a:pt x="53294" y="48004"/>
                    </a:lnTo>
                    <a:cubicBezTo>
                      <a:pt x="55023" y="48004"/>
                      <a:pt x="56418" y="49399"/>
                      <a:pt x="56418" y="51128"/>
                    </a:cubicBezTo>
                    <a:lnTo>
                      <a:pt x="56418" y="63915"/>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0"/>
              <p:cNvSpPr/>
              <p:nvPr/>
            </p:nvSpPr>
            <p:spPr>
              <a:xfrm>
                <a:off x="1035500" y="1250750"/>
                <a:ext cx="52600" cy="53125"/>
              </a:xfrm>
              <a:custGeom>
                <a:avLst/>
                <a:gdLst/>
                <a:ahLst/>
                <a:cxnLst/>
                <a:rect l="l" t="t" r="r" b="b"/>
                <a:pathLst>
                  <a:path w="2104" h="2125" extrusionOk="0">
                    <a:moveTo>
                      <a:pt x="1062" y="0"/>
                    </a:moveTo>
                    <a:cubicBezTo>
                      <a:pt x="479" y="0"/>
                      <a:pt x="0" y="479"/>
                      <a:pt x="0" y="1062"/>
                    </a:cubicBezTo>
                    <a:cubicBezTo>
                      <a:pt x="0" y="1645"/>
                      <a:pt x="479" y="2124"/>
                      <a:pt x="1062" y="2124"/>
                    </a:cubicBezTo>
                    <a:cubicBezTo>
                      <a:pt x="1646" y="2124"/>
                      <a:pt x="2104" y="1645"/>
                      <a:pt x="2104" y="1062"/>
                    </a:cubicBezTo>
                    <a:cubicBezTo>
                      <a:pt x="2104" y="479"/>
                      <a:pt x="1646" y="0"/>
                      <a:pt x="1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20"/>
              <p:cNvSpPr/>
              <p:nvPr/>
            </p:nvSpPr>
            <p:spPr>
              <a:xfrm>
                <a:off x="423725" y="1007600"/>
                <a:ext cx="50550" cy="50525"/>
              </a:xfrm>
              <a:custGeom>
                <a:avLst/>
                <a:gdLst/>
                <a:ahLst/>
                <a:cxnLst/>
                <a:rect l="l" t="t" r="r" b="b"/>
                <a:pathLst>
                  <a:path w="2022" h="2021" fill="none" extrusionOk="0">
                    <a:moveTo>
                      <a:pt x="2021" y="1021"/>
                    </a:moveTo>
                    <a:cubicBezTo>
                      <a:pt x="2021" y="1562"/>
                      <a:pt x="1563" y="2021"/>
                      <a:pt x="1001" y="2021"/>
                    </a:cubicBezTo>
                    <a:cubicBezTo>
                      <a:pt x="438" y="2021"/>
                      <a:pt x="1" y="1562"/>
                      <a:pt x="1" y="1021"/>
                    </a:cubicBezTo>
                    <a:cubicBezTo>
                      <a:pt x="1" y="459"/>
                      <a:pt x="438" y="0"/>
                      <a:pt x="1001" y="0"/>
                    </a:cubicBezTo>
                    <a:cubicBezTo>
                      <a:pt x="1563" y="0"/>
                      <a:pt x="2021" y="459"/>
                      <a:pt x="2021" y="1021"/>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0"/>
              <p:cNvSpPr/>
              <p:nvPr/>
            </p:nvSpPr>
            <p:spPr>
              <a:xfrm>
                <a:off x="1707125" y="1052900"/>
                <a:ext cx="65625" cy="65625"/>
              </a:xfrm>
              <a:custGeom>
                <a:avLst/>
                <a:gdLst/>
                <a:ahLst/>
                <a:cxnLst/>
                <a:rect l="l" t="t" r="r" b="b"/>
                <a:pathLst>
                  <a:path w="2625" h="2625" extrusionOk="0">
                    <a:moveTo>
                      <a:pt x="1313" y="0"/>
                    </a:moveTo>
                    <a:cubicBezTo>
                      <a:pt x="584" y="0"/>
                      <a:pt x="1" y="583"/>
                      <a:pt x="1" y="1312"/>
                    </a:cubicBezTo>
                    <a:cubicBezTo>
                      <a:pt x="1" y="2020"/>
                      <a:pt x="584" y="2624"/>
                      <a:pt x="1313" y="2624"/>
                    </a:cubicBezTo>
                    <a:cubicBezTo>
                      <a:pt x="2021" y="2624"/>
                      <a:pt x="2625" y="2020"/>
                      <a:pt x="2625" y="1312"/>
                    </a:cubicBezTo>
                    <a:cubicBezTo>
                      <a:pt x="2625" y="583"/>
                      <a:pt x="2021" y="0"/>
                      <a:pt x="13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0"/>
              <p:cNvSpPr/>
              <p:nvPr/>
            </p:nvSpPr>
            <p:spPr>
              <a:xfrm>
                <a:off x="1999725" y="1566250"/>
                <a:ext cx="65625" cy="65625"/>
              </a:xfrm>
              <a:custGeom>
                <a:avLst/>
                <a:gdLst/>
                <a:ahLst/>
                <a:cxnLst/>
                <a:rect l="l" t="t" r="r" b="b"/>
                <a:pathLst>
                  <a:path w="2625" h="2625" extrusionOk="0">
                    <a:moveTo>
                      <a:pt x="1313" y="1"/>
                    </a:moveTo>
                    <a:cubicBezTo>
                      <a:pt x="584" y="1"/>
                      <a:pt x="1" y="584"/>
                      <a:pt x="1" y="1313"/>
                    </a:cubicBezTo>
                    <a:cubicBezTo>
                      <a:pt x="1" y="2021"/>
                      <a:pt x="584" y="2625"/>
                      <a:pt x="1313" y="2625"/>
                    </a:cubicBezTo>
                    <a:cubicBezTo>
                      <a:pt x="2021" y="2625"/>
                      <a:pt x="2625" y="2021"/>
                      <a:pt x="2625" y="1313"/>
                    </a:cubicBezTo>
                    <a:cubicBezTo>
                      <a:pt x="2625" y="584"/>
                      <a:pt x="2021" y="1"/>
                      <a:pt x="13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0"/>
              <p:cNvSpPr/>
              <p:nvPr/>
            </p:nvSpPr>
            <p:spPr>
              <a:xfrm>
                <a:off x="1658200" y="2073875"/>
                <a:ext cx="43225" cy="100000"/>
              </a:xfrm>
              <a:custGeom>
                <a:avLst/>
                <a:gdLst/>
                <a:ahLst/>
                <a:cxnLst/>
                <a:rect l="l" t="t" r="r" b="b"/>
                <a:pathLst>
                  <a:path w="1729" h="4000" extrusionOk="0">
                    <a:moveTo>
                      <a:pt x="375" y="1"/>
                    </a:moveTo>
                    <a:cubicBezTo>
                      <a:pt x="167" y="1"/>
                      <a:pt x="0" y="167"/>
                      <a:pt x="0" y="355"/>
                    </a:cubicBezTo>
                    <a:lnTo>
                      <a:pt x="0" y="3645"/>
                    </a:lnTo>
                    <a:cubicBezTo>
                      <a:pt x="0" y="3833"/>
                      <a:pt x="167" y="3999"/>
                      <a:pt x="375" y="3999"/>
                    </a:cubicBezTo>
                    <a:lnTo>
                      <a:pt x="1354" y="3999"/>
                    </a:lnTo>
                    <a:cubicBezTo>
                      <a:pt x="1562" y="3999"/>
                      <a:pt x="1729" y="3833"/>
                      <a:pt x="1729" y="3645"/>
                    </a:cubicBezTo>
                    <a:lnTo>
                      <a:pt x="1729" y="355"/>
                    </a:lnTo>
                    <a:cubicBezTo>
                      <a:pt x="1729" y="167"/>
                      <a:pt x="1562" y="1"/>
                      <a:pt x="13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0" name="Google Shape;820;p20"/>
            <p:cNvGrpSpPr/>
            <p:nvPr/>
          </p:nvGrpSpPr>
          <p:grpSpPr>
            <a:xfrm rot="10800000">
              <a:off x="6445450" y="4206450"/>
              <a:ext cx="942400" cy="1626525"/>
              <a:chOff x="1959125" y="256300"/>
              <a:chExt cx="942400" cy="1626525"/>
            </a:xfrm>
          </p:grpSpPr>
          <p:sp>
            <p:nvSpPr>
              <p:cNvPr id="821" name="Google Shape;821;p20"/>
              <p:cNvSpPr/>
              <p:nvPr/>
            </p:nvSpPr>
            <p:spPr>
              <a:xfrm>
                <a:off x="1959125" y="256300"/>
                <a:ext cx="25" cy="328050"/>
              </a:xfrm>
              <a:custGeom>
                <a:avLst/>
                <a:gdLst/>
                <a:ahLst/>
                <a:cxnLst/>
                <a:rect l="l" t="t" r="r" b="b"/>
                <a:pathLst>
                  <a:path w="1" h="13122" fill="none" extrusionOk="0">
                    <a:moveTo>
                      <a:pt x="0" y="13121"/>
                    </a:moveTo>
                    <a:lnTo>
                      <a:pt x="0" y="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0"/>
              <p:cNvSpPr/>
              <p:nvPr/>
            </p:nvSpPr>
            <p:spPr>
              <a:xfrm>
                <a:off x="1959125" y="645225"/>
                <a:ext cx="912200" cy="1210525"/>
              </a:xfrm>
              <a:custGeom>
                <a:avLst/>
                <a:gdLst/>
                <a:ahLst/>
                <a:cxnLst/>
                <a:rect l="l" t="t" r="r" b="b"/>
                <a:pathLst>
                  <a:path w="36488" h="48421" fill="none" extrusionOk="0">
                    <a:moveTo>
                      <a:pt x="0" y="1"/>
                    </a:moveTo>
                    <a:lnTo>
                      <a:pt x="0" y="9435"/>
                    </a:lnTo>
                    <a:cubicBezTo>
                      <a:pt x="0" y="11143"/>
                      <a:pt x="1396" y="12559"/>
                      <a:pt x="3124" y="12559"/>
                    </a:cubicBezTo>
                    <a:lnTo>
                      <a:pt x="21993" y="12496"/>
                    </a:lnTo>
                    <a:cubicBezTo>
                      <a:pt x="23721" y="12496"/>
                      <a:pt x="25116" y="13892"/>
                      <a:pt x="25116" y="15620"/>
                    </a:cubicBezTo>
                    <a:lnTo>
                      <a:pt x="25033" y="45297"/>
                    </a:lnTo>
                    <a:cubicBezTo>
                      <a:pt x="25033" y="47026"/>
                      <a:pt x="26428" y="48421"/>
                      <a:pt x="28157" y="48421"/>
                    </a:cubicBezTo>
                    <a:lnTo>
                      <a:pt x="36487" y="4842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0"/>
              <p:cNvSpPr/>
              <p:nvPr/>
            </p:nvSpPr>
            <p:spPr>
              <a:xfrm>
                <a:off x="2549525" y="1722975"/>
                <a:ext cx="71875" cy="71875"/>
              </a:xfrm>
              <a:custGeom>
                <a:avLst/>
                <a:gdLst/>
                <a:ahLst/>
                <a:cxnLst/>
                <a:rect l="l" t="t" r="r" b="b"/>
                <a:pathLst>
                  <a:path w="2875" h="2875" extrusionOk="0">
                    <a:moveTo>
                      <a:pt x="1438" y="0"/>
                    </a:moveTo>
                    <a:cubicBezTo>
                      <a:pt x="647" y="0"/>
                      <a:pt x="1" y="646"/>
                      <a:pt x="1" y="1437"/>
                    </a:cubicBezTo>
                    <a:cubicBezTo>
                      <a:pt x="1" y="2229"/>
                      <a:pt x="647" y="2874"/>
                      <a:pt x="1438" y="2874"/>
                    </a:cubicBezTo>
                    <a:cubicBezTo>
                      <a:pt x="2229" y="2874"/>
                      <a:pt x="2875" y="2229"/>
                      <a:pt x="2875" y="1437"/>
                    </a:cubicBezTo>
                    <a:cubicBezTo>
                      <a:pt x="2875" y="646"/>
                      <a:pt x="2229" y="0"/>
                      <a:pt x="14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0"/>
              <p:cNvSpPr/>
              <p:nvPr/>
            </p:nvSpPr>
            <p:spPr>
              <a:xfrm>
                <a:off x="2558400" y="1181500"/>
                <a:ext cx="54150" cy="54175"/>
              </a:xfrm>
              <a:custGeom>
                <a:avLst/>
                <a:gdLst/>
                <a:ahLst/>
                <a:cxnLst/>
                <a:rect l="l" t="t" r="r" b="b"/>
                <a:pathLst>
                  <a:path w="2166" h="2167" extrusionOk="0">
                    <a:moveTo>
                      <a:pt x="1083" y="0"/>
                    </a:moveTo>
                    <a:cubicBezTo>
                      <a:pt x="479" y="0"/>
                      <a:pt x="0" y="500"/>
                      <a:pt x="0" y="1083"/>
                    </a:cubicBezTo>
                    <a:cubicBezTo>
                      <a:pt x="0" y="1687"/>
                      <a:pt x="479" y="2166"/>
                      <a:pt x="1083" y="2166"/>
                    </a:cubicBezTo>
                    <a:cubicBezTo>
                      <a:pt x="1687" y="2166"/>
                      <a:pt x="2166" y="1687"/>
                      <a:pt x="2166" y="1083"/>
                    </a:cubicBezTo>
                    <a:cubicBezTo>
                      <a:pt x="2166" y="500"/>
                      <a:pt x="1687" y="0"/>
                      <a:pt x="10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0"/>
              <p:cNvSpPr/>
              <p:nvPr/>
            </p:nvSpPr>
            <p:spPr>
              <a:xfrm>
                <a:off x="2847350" y="1828650"/>
                <a:ext cx="54175" cy="54175"/>
              </a:xfrm>
              <a:custGeom>
                <a:avLst/>
                <a:gdLst/>
                <a:ahLst/>
                <a:cxnLst/>
                <a:rect l="l" t="t" r="r" b="b"/>
                <a:pathLst>
                  <a:path w="2167" h="2167" extrusionOk="0">
                    <a:moveTo>
                      <a:pt x="1083" y="1"/>
                    </a:moveTo>
                    <a:cubicBezTo>
                      <a:pt x="479" y="1"/>
                      <a:pt x="0" y="480"/>
                      <a:pt x="0" y="1084"/>
                    </a:cubicBezTo>
                    <a:cubicBezTo>
                      <a:pt x="0" y="1667"/>
                      <a:pt x="479" y="2167"/>
                      <a:pt x="1083" y="2167"/>
                    </a:cubicBezTo>
                    <a:cubicBezTo>
                      <a:pt x="1687" y="2167"/>
                      <a:pt x="2166" y="1667"/>
                      <a:pt x="2166" y="1084"/>
                    </a:cubicBezTo>
                    <a:cubicBezTo>
                      <a:pt x="2166" y="480"/>
                      <a:pt x="1687" y="1"/>
                      <a:pt x="1083" y="1"/>
                    </a:cubicBezTo>
                    <a:close/>
                  </a:path>
                </a:pathLst>
              </a:custGeom>
              <a:solidFill>
                <a:srgbClr val="FFFFFF"/>
              </a:solid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 name="Google Shape;826;p20"/>
            <p:cNvGrpSpPr/>
            <p:nvPr/>
          </p:nvGrpSpPr>
          <p:grpSpPr>
            <a:xfrm rot="10800000">
              <a:off x="7404500" y="4281925"/>
              <a:ext cx="556075" cy="1443800"/>
              <a:chOff x="1386400" y="363550"/>
              <a:chExt cx="556075" cy="1443800"/>
            </a:xfrm>
          </p:grpSpPr>
          <p:sp>
            <p:nvSpPr>
              <p:cNvPr id="827" name="Google Shape;827;p20"/>
              <p:cNvSpPr/>
              <p:nvPr/>
            </p:nvSpPr>
            <p:spPr>
              <a:xfrm>
                <a:off x="1574875" y="739475"/>
                <a:ext cx="164550" cy="671125"/>
              </a:xfrm>
              <a:custGeom>
                <a:avLst/>
                <a:gdLst/>
                <a:ahLst/>
                <a:cxnLst/>
                <a:rect l="l" t="t" r="r" b="b"/>
                <a:pathLst>
                  <a:path w="6582" h="26845" fill="none" extrusionOk="0">
                    <a:moveTo>
                      <a:pt x="1" y="0"/>
                    </a:moveTo>
                    <a:lnTo>
                      <a:pt x="3458" y="0"/>
                    </a:lnTo>
                    <a:cubicBezTo>
                      <a:pt x="5187" y="0"/>
                      <a:pt x="6582" y="1395"/>
                      <a:pt x="6582" y="3124"/>
                    </a:cubicBezTo>
                    <a:lnTo>
                      <a:pt x="6582" y="26845"/>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0"/>
              <p:cNvSpPr/>
              <p:nvPr/>
            </p:nvSpPr>
            <p:spPr>
              <a:xfrm>
                <a:off x="1595200" y="363550"/>
                <a:ext cx="36450" cy="36475"/>
              </a:xfrm>
              <a:custGeom>
                <a:avLst/>
                <a:gdLst/>
                <a:ahLst/>
                <a:cxnLst/>
                <a:rect l="l" t="t" r="r" b="b"/>
                <a:pathLst>
                  <a:path w="1458" h="1459" extrusionOk="0">
                    <a:moveTo>
                      <a:pt x="729" y="1"/>
                    </a:moveTo>
                    <a:cubicBezTo>
                      <a:pt x="313" y="1"/>
                      <a:pt x="0" y="334"/>
                      <a:pt x="0" y="730"/>
                    </a:cubicBezTo>
                    <a:cubicBezTo>
                      <a:pt x="0" y="1125"/>
                      <a:pt x="313" y="1459"/>
                      <a:pt x="729" y="1459"/>
                    </a:cubicBezTo>
                    <a:cubicBezTo>
                      <a:pt x="1125" y="1459"/>
                      <a:pt x="1458" y="1125"/>
                      <a:pt x="1458" y="730"/>
                    </a:cubicBezTo>
                    <a:cubicBezTo>
                      <a:pt x="1458" y="334"/>
                      <a:pt x="1125" y="1"/>
                      <a:pt x="7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0"/>
              <p:cNvSpPr/>
              <p:nvPr/>
            </p:nvSpPr>
            <p:spPr>
              <a:xfrm>
                <a:off x="1906025" y="1770875"/>
                <a:ext cx="36450" cy="36475"/>
              </a:xfrm>
              <a:custGeom>
                <a:avLst/>
                <a:gdLst/>
                <a:ahLst/>
                <a:cxnLst/>
                <a:rect l="l" t="t" r="r" b="b"/>
                <a:pathLst>
                  <a:path w="1458" h="1459" extrusionOk="0">
                    <a:moveTo>
                      <a:pt x="729" y="0"/>
                    </a:moveTo>
                    <a:cubicBezTo>
                      <a:pt x="333" y="0"/>
                      <a:pt x="0" y="333"/>
                      <a:pt x="0" y="729"/>
                    </a:cubicBezTo>
                    <a:cubicBezTo>
                      <a:pt x="0" y="1146"/>
                      <a:pt x="333" y="1458"/>
                      <a:pt x="729" y="1458"/>
                    </a:cubicBezTo>
                    <a:cubicBezTo>
                      <a:pt x="1125" y="1458"/>
                      <a:pt x="1458" y="1146"/>
                      <a:pt x="1458" y="729"/>
                    </a:cubicBezTo>
                    <a:cubicBezTo>
                      <a:pt x="1458" y="333"/>
                      <a:pt x="1125" y="0"/>
                      <a:pt x="7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0"/>
              <p:cNvSpPr/>
              <p:nvPr/>
            </p:nvSpPr>
            <p:spPr>
              <a:xfrm>
                <a:off x="1718075" y="1410575"/>
                <a:ext cx="43225" cy="100000"/>
              </a:xfrm>
              <a:custGeom>
                <a:avLst/>
                <a:gdLst/>
                <a:ahLst/>
                <a:cxnLst/>
                <a:rect l="l" t="t" r="r" b="b"/>
                <a:pathLst>
                  <a:path w="1729" h="4000" fill="none" extrusionOk="0">
                    <a:moveTo>
                      <a:pt x="375" y="1"/>
                    </a:moveTo>
                    <a:lnTo>
                      <a:pt x="1375" y="1"/>
                    </a:lnTo>
                    <a:cubicBezTo>
                      <a:pt x="1562" y="1"/>
                      <a:pt x="1729" y="146"/>
                      <a:pt x="1729" y="355"/>
                    </a:cubicBezTo>
                    <a:lnTo>
                      <a:pt x="1729" y="3624"/>
                    </a:lnTo>
                    <a:cubicBezTo>
                      <a:pt x="1729" y="3833"/>
                      <a:pt x="1562" y="3999"/>
                      <a:pt x="1375" y="3999"/>
                    </a:cubicBezTo>
                    <a:lnTo>
                      <a:pt x="375" y="3999"/>
                    </a:lnTo>
                    <a:cubicBezTo>
                      <a:pt x="167" y="3999"/>
                      <a:pt x="0" y="3833"/>
                      <a:pt x="0" y="3624"/>
                    </a:cubicBezTo>
                    <a:lnTo>
                      <a:pt x="0" y="355"/>
                    </a:lnTo>
                    <a:cubicBezTo>
                      <a:pt x="0" y="146"/>
                      <a:pt x="167" y="1"/>
                      <a:pt x="375" y="1"/>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0"/>
              <p:cNvSpPr/>
              <p:nvPr/>
            </p:nvSpPr>
            <p:spPr>
              <a:xfrm>
                <a:off x="1481175" y="699900"/>
                <a:ext cx="93725" cy="93225"/>
              </a:xfrm>
              <a:custGeom>
                <a:avLst/>
                <a:gdLst/>
                <a:ahLst/>
                <a:cxnLst/>
                <a:rect l="l" t="t" r="r" b="b"/>
                <a:pathLst>
                  <a:path w="3749" h="3729" fill="none" extrusionOk="0">
                    <a:moveTo>
                      <a:pt x="3749" y="1854"/>
                    </a:moveTo>
                    <a:cubicBezTo>
                      <a:pt x="3749" y="2895"/>
                      <a:pt x="2916" y="3728"/>
                      <a:pt x="1875" y="3728"/>
                    </a:cubicBezTo>
                    <a:cubicBezTo>
                      <a:pt x="854" y="3728"/>
                      <a:pt x="0" y="2895"/>
                      <a:pt x="0" y="1854"/>
                    </a:cubicBezTo>
                    <a:cubicBezTo>
                      <a:pt x="0" y="833"/>
                      <a:pt x="854" y="0"/>
                      <a:pt x="1875" y="0"/>
                    </a:cubicBezTo>
                    <a:cubicBezTo>
                      <a:pt x="2916" y="0"/>
                      <a:pt x="3749" y="833"/>
                      <a:pt x="3749" y="1854"/>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0"/>
              <p:cNvSpPr/>
              <p:nvPr/>
            </p:nvSpPr>
            <p:spPr>
              <a:xfrm>
                <a:off x="1386400" y="381775"/>
                <a:ext cx="208300" cy="364475"/>
              </a:xfrm>
              <a:custGeom>
                <a:avLst/>
                <a:gdLst/>
                <a:ahLst/>
                <a:cxnLst/>
                <a:rect l="l" t="t" r="r" b="b"/>
                <a:pathLst>
                  <a:path w="8332" h="14579" fill="none" extrusionOk="0">
                    <a:moveTo>
                      <a:pt x="3812" y="14579"/>
                    </a:moveTo>
                    <a:lnTo>
                      <a:pt x="1896" y="14579"/>
                    </a:lnTo>
                    <a:cubicBezTo>
                      <a:pt x="855" y="14579"/>
                      <a:pt x="1" y="13184"/>
                      <a:pt x="1" y="11455"/>
                    </a:cubicBezTo>
                    <a:lnTo>
                      <a:pt x="1" y="3125"/>
                    </a:lnTo>
                    <a:cubicBezTo>
                      <a:pt x="1" y="1396"/>
                      <a:pt x="1396" y="1"/>
                      <a:pt x="3125" y="1"/>
                    </a:cubicBezTo>
                    <a:lnTo>
                      <a:pt x="8331" y="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0"/>
              <p:cNvSpPr/>
              <p:nvPr/>
            </p:nvSpPr>
            <p:spPr>
              <a:xfrm>
                <a:off x="1739925" y="1510550"/>
                <a:ext cx="166125" cy="275450"/>
              </a:xfrm>
              <a:custGeom>
                <a:avLst/>
                <a:gdLst/>
                <a:ahLst/>
                <a:cxnLst/>
                <a:rect l="l" t="t" r="r" b="b"/>
                <a:pathLst>
                  <a:path w="6645" h="11018" fill="none" extrusionOk="0">
                    <a:moveTo>
                      <a:pt x="1" y="0"/>
                    </a:moveTo>
                    <a:lnTo>
                      <a:pt x="1" y="7893"/>
                    </a:lnTo>
                    <a:cubicBezTo>
                      <a:pt x="1" y="9622"/>
                      <a:pt x="1396" y="11017"/>
                      <a:pt x="3125" y="11017"/>
                    </a:cubicBezTo>
                    <a:lnTo>
                      <a:pt x="6644" y="11017"/>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4" name="Google Shape;834;p20"/>
            <p:cNvGrpSpPr/>
            <p:nvPr/>
          </p:nvGrpSpPr>
          <p:grpSpPr>
            <a:xfrm rot="10800000">
              <a:off x="8079775" y="2893375"/>
              <a:ext cx="595625" cy="2708950"/>
              <a:chOff x="671575" y="486950"/>
              <a:chExt cx="595625" cy="2708950"/>
            </a:xfrm>
          </p:grpSpPr>
          <p:sp>
            <p:nvSpPr>
              <p:cNvPr id="835" name="Google Shape;835;p20"/>
              <p:cNvSpPr/>
              <p:nvPr/>
            </p:nvSpPr>
            <p:spPr>
              <a:xfrm>
                <a:off x="721550" y="537450"/>
                <a:ext cx="441525" cy="2606400"/>
              </a:xfrm>
              <a:custGeom>
                <a:avLst/>
                <a:gdLst/>
                <a:ahLst/>
                <a:cxnLst/>
                <a:rect l="l" t="t" r="r" b="b"/>
                <a:pathLst>
                  <a:path w="17661" h="104256" fill="none" extrusionOk="0">
                    <a:moveTo>
                      <a:pt x="0" y="1"/>
                    </a:moveTo>
                    <a:lnTo>
                      <a:pt x="0" y="55752"/>
                    </a:lnTo>
                    <a:cubicBezTo>
                      <a:pt x="0" y="57480"/>
                      <a:pt x="1396" y="58875"/>
                      <a:pt x="3124" y="58875"/>
                    </a:cubicBezTo>
                    <a:lnTo>
                      <a:pt x="7518" y="58875"/>
                    </a:lnTo>
                    <a:cubicBezTo>
                      <a:pt x="9247" y="58875"/>
                      <a:pt x="10642" y="60271"/>
                      <a:pt x="10642" y="61999"/>
                    </a:cubicBezTo>
                    <a:lnTo>
                      <a:pt x="10642" y="101131"/>
                    </a:lnTo>
                    <a:cubicBezTo>
                      <a:pt x="10642" y="102860"/>
                      <a:pt x="12059" y="104255"/>
                      <a:pt x="13766" y="104255"/>
                    </a:cubicBezTo>
                    <a:lnTo>
                      <a:pt x="17661" y="104255"/>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0"/>
              <p:cNvSpPr/>
              <p:nvPr/>
            </p:nvSpPr>
            <p:spPr>
              <a:xfrm>
                <a:off x="696550" y="486950"/>
                <a:ext cx="50525" cy="50525"/>
              </a:xfrm>
              <a:custGeom>
                <a:avLst/>
                <a:gdLst/>
                <a:ahLst/>
                <a:cxnLst/>
                <a:rect l="l" t="t" r="r" b="b"/>
                <a:pathLst>
                  <a:path w="2021" h="2021" fill="none" extrusionOk="0">
                    <a:moveTo>
                      <a:pt x="2021" y="1021"/>
                    </a:moveTo>
                    <a:cubicBezTo>
                      <a:pt x="2021" y="1583"/>
                      <a:pt x="1563" y="2021"/>
                      <a:pt x="1000" y="2021"/>
                    </a:cubicBezTo>
                    <a:cubicBezTo>
                      <a:pt x="438" y="2021"/>
                      <a:pt x="1" y="1583"/>
                      <a:pt x="1" y="1021"/>
                    </a:cubicBezTo>
                    <a:cubicBezTo>
                      <a:pt x="1" y="459"/>
                      <a:pt x="438" y="1"/>
                      <a:pt x="1000" y="1"/>
                    </a:cubicBezTo>
                    <a:cubicBezTo>
                      <a:pt x="1563" y="1"/>
                      <a:pt x="2021" y="459"/>
                      <a:pt x="2021" y="1021"/>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0"/>
              <p:cNvSpPr/>
              <p:nvPr/>
            </p:nvSpPr>
            <p:spPr>
              <a:xfrm>
                <a:off x="695525" y="1583950"/>
                <a:ext cx="52075" cy="51575"/>
              </a:xfrm>
              <a:custGeom>
                <a:avLst/>
                <a:gdLst/>
                <a:ahLst/>
                <a:cxnLst/>
                <a:rect l="l" t="t" r="r" b="b"/>
                <a:pathLst>
                  <a:path w="2083" h="2063" extrusionOk="0">
                    <a:moveTo>
                      <a:pt x="1041" y="1"/>
                    </a:moveTo>
                    <a:cubicBezTo>
                      <a:pt x="479" y="1"/>
                      <a:pt x="0" y="459"/>
                      <a:pt x="0" y="1042"/>
                    </a:cubicBezTo>
                    <a:cubicBezTo>
                      <a:pt x="0" y="1604"/>
                      <a:pt x="479" y="2062"/>
                      <a:pt x="1041" y="2062"/>
                    </a:cubicBezTo>
                    <a:cubicBezTo>
                      <a:pt x="1624" y="2062"/>
                      <a:pt x="2083" y="1604"/>
                      <a:pt x="2083" y="1042"/>
                    </a:cubicBezTo>
                    <a:cubicBezTo>
                      <a:pt x="2083" y="459"/>
                      <a:pt x="1624" y="1"/>
                      <a:pt x="10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0"/>
              <p:cNvSpPr/>
              <p:nvPr/>
            </p:nvSpPr>
            <p:spPr>
              <a:xfrm>
                <a:off x="671575" y="856100"/>
                <a:ext cx="100500" cy="43225"/>
              </a:xfrm>
              <a:custGeom>
                <a:avLst/>
                <a:gdLst/>
                <a:ahLst/>
                <a:cxnLst/>
                <a:rect l="l" t="t" r="r" b="b"/>
                <a:pathLst>
                  <a:path w="4020" h="1729" extrusionOk="0">
                    <a:moveTo>
                      <a:pt x="375" y="0"/>
                    </a:moveTo>
                    <a:cubicBezTo>
                      <a:pt x="167" y="0"/>
                      <a:pt x="0" y="167"/>
                      <a:pt x="0" y="375"/>
                    </a:cubicBezTo>
                    <a:lnTo>
                      <a:pt x="0" y="1375"/>
                    </a:lnTo>
                    <a:cubicBezTo>
                      <a:pt x="0" y="1583"/>
                      <a:pt x="167" y="1729"/>
                      <a:pt x="375" y="1729"/>
                    </a:cubicBezTo>
                    <a:lnTo>
                      <a:pt x="3645" y="1729"/>
                    </a:lnTo>
                    <a:cubicBezTo>
                      <a:pt x="3853" y="1729"/>
                      <a:pt x="4019" y="1583"/>
                      <a:pt x="4019" y="1375"/>
                    </a:cubicBezTo>
                    <a:lnTo>
                      <a:pt x="4019" y="375"/>
                    </a:lnTo>
                    <a:cubicBezTo>
                      <a:pt x="4019" y="167"/>
                      <a:pt x="3853" y="0"/>
                      <a:pt x="36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0"/>
              <p:cNvSpPr/>
              <p:nvPr/>
            </p:nvSpPr>
            <p:spPr>
              <a:xfrm>
                <a:off x="961575" y="2650750"/>
                <a:ext cx="52600" cy="122900"/>
              </a:xfrm>
              <a:custGeom>
                <a:avLst/>
                <a:gdLst/>
                <a:ahLst/>
                <a:cxnLst/>
                <a:rect l="l" t="t" r="r" b="b"/>
                <a:pathLst>
                  <a:path w="2104" h="4916" extrusionOk="0">
                    <a:moveTo>
                      <a:pt x="437" y="1"/>
                    </a:moveTo>
                    <a:cubicBezTo>
                      <a:pt x="187" y="1"/>
                      <a:pt x="0" y="209"/>
                      <a:pt x="0" y="459"/>
                    </a:cubicBezTo>
                    <a:lnTo>
                      <a:pt x="0" y="4458"/>
                    </a:lnTo>
                    <a:cubicBezTo>
                      <a:pt x="0" y="4708"/>
                      <a:pt x="187" y="4916"/>
                      <a:pt x="437" y="4916"/>
                    </a:cubicBezTo>
                    <a:lnTo>
                      <a:pt x="1645" y="4916"/>
                    </a:lnTo>
                    <a:cubicBezTo>
                      <a:pt x="1916" y="4916"/>
                      <a:pt x="2103" y="4708"/>
                      <a:pt x="2103" y="4458"/>
                    </a:cubicBezTo>
                    <a:lnTo>
                      <a:pt x="2103" y="459"/>
                    </a:lnTo>
                    <a:cubicBezTo>
                      <a:pt x="2103" y="209"/>
                      <a:pt x="1916" y="1"/>
                      <a:pt x="16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0"/>
              <p:cNvSpPr/>
              <p:nvPr/>
            </p:nvSpPr>
            <p:spPr>
              <a:xfrm>
                <a:off x="1163050" y="3091750"/>
                <a:ext cx="104150" cy="104150"/>
              </a:xfrm>
              <a:custGeom>
                <a:avLst/>
                <a:gdLst/>
                <a:ahLst/>
                <a:cxnLst/>
                <a:rect l="l" t="t" r="r" b="b"/>
                <a:pathLst>
                  <a:path w="4166" h="4166" fill="none" extrusionOk="0">
                    <a:moveTo>
                      <a:pt x="4166" y="2083"/>
                    </a:moveTo>
                    <a:cubicBezTo>
                      <a:pt x="4166" y="3228"/>
                      <a:pt x="3229" y="4166"/>
                      <a:pt x="2083" y="4166"/>
                    </a:cubicBezTo>
                    <a:cubicBezTo>
                      <a:pt x="938" y="4166"/>
                      <a:pt x="1" y="3228"/>
                      <a:pt x="1" y="2083"/>
                    </a:cubicBezTo>
                    <a:cubicBezTo>
                      <a:pt x="1" y="938"/>
                      <a:pt x="938" y="0"/>
                      <a:pt x="2083" y="0"/>
                    </a:cubicBezTo>
                    <a:cubicBezTo>
                      <a:pt x="3229" y="0"/>
                      <a:pt x="4166" y="938"/>
                      <a:pt x="4166" y="2083"/>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1" name="Google Shape;841;p20"/>
            <p:cNvGrpSpPr/>
            <p:nvPr/>
          </p:nvGrpSpPr>
          <p:grpSpPr>
            <a:xfrm rot="10800000">
              <a:off x="7793925" y="3073000"/>
              <a:ext cx="647725" cy="2014925"/>
              <a:chOff x="905325" y="1001350"/>
              <a:chExt cx="647725" cy="2014925"/>
            </a:xfrm>
          </p:grpSpPr>
          <p:sp>
            <p:nvSpPr>
              <p:cNvPr id="842" name="Google Shape;842;p20"/>
              <p:cNvSpPr/>
              <p:nvPr/>
            </p:nvSpPr>
            <p:spPr>
              <a:xfrm>
                <a:off x="1353600" y="2453950"/>
                <a:ext cx="25" cy="511825"/>
              </a:xfrm>
              <a:custGeom>
                <a:avLst/>
                <a:gdLst/>
                <a:ahLst/>
                <a:cxnLst/>
                <a:rect l="l" t="t" r="r" b="b"/>
                <a:pathLst>
                  <a:path w="1" h="20473" fill="none" extrusionOk="0">
                    <a:moveTo>
                      <a:pt x="1" y="1"/>
                    </a:moveTo>
                    <a:lnTo>
                      <a:pt x="1" y="20473"/>
                    </a:lnTo>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0"/>
              <p:cNvSpPr/>
              <p:nvPr/>
            </p:nvSpPr>
            <p:spPr>
              <a:xfrm>
                <a:off x="1353600" y="2187375"/>
                <a:ext cx="25" cy="173400"/>
              </a:xfrm>
              <a:custGeom>
                <a:avLst/>
                <a:gdLst/>
                <a:ahLst/>
                <a:cxnLst/>
                <a:rect l="l" t="t" r="r" b="b"/>
                <a:pathLst>
                  <a:path w="1" h="6936" fill="none" extrusionOk="0">
                    <a:moveTo>
                      <a:pt x="1" y="1"/>
                    </a:moveTo>
                    <a:lnTo>
                      <a:pt x="1" y="6936"/>
                    </a:lnTo>
                  </a:path>
                </a:pathLst>
              </a:custGeom>
              <a:noFill/>
              <a:ln w="12500"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0"/>
              <p:cNvSpPr/>
              <p:nvPr/>
            </p:nvSpPr>
            <p:spPr>
              <a:xfrm>
                <a:off x="955325" y="1026350"/>
                <a:ext cx="398300" cy="1051200"/>
              </a:xfrm>
              <a:custGeom>
                <a:avLst/>
                <a:gdLst/>
                <a:ahLst/>
                <a:cxnLst/>
                <a:rect l="l" t="t" r="r" b="b"/>
                <a:pathLst>
                  <a:path w="15932" h="42048" fill="none" extrusionOk="0">
                    <a:moveTo>
                      <a:pt x="15932" y="42048"/>
                    </a:moveTo>
                    <a:lnTo>
                      <a:pt x="15932" y="3124"/>
                    </a:lnTo>
                    <a:cubicBezTo>
                      <a:pt x="15932" y="1416"/>
                      <a:pt x="14537" y="0"/>
                      <a:pt x="12808" y="0"/>
                    </a:cubicBezTo>
                    <a:lnTo>
                      <a:pt x="0" y="0"/>
                    </a:lnTo>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0"/>
              <p:cNvSpPr/>
              <p:nvPr/>
            </p:nvSpPr>
            <p:spPr>
              <a:xfrm>
                <a:off x="1328625" y="2965750"/>
                <a:ext cx="50525" cy="50525"/>
              </a:xfrm>
              <a:custGeom>
                <a:avLst/>
                <a:gdLst/>
                <a:ahLst/>
                <a:cxnLst/>
                <a:rect l="l" t="t" r="r" b="b"/>
                <a:pathLst>
                  <a:path w="2021" h="2021" extrusionOk="0">
                    <a:moveTo>
                      <a:pt x="1000" y="1"/>
                    </a:moveTo>
                    <a:cubicBezTo>
                      <a:pt x="458" y="1"/>
                      <a:pt x="0" y="459"/>
                      <a:pt x="0" y="1021"/>
                    </a:cubicBezTo>
                    <a:cubicBezTo>
                      <a:pt x="0" y="1583"/>
                      <a:pt x="458" y="2021"/>
                      <a:pt x="1000" y="2021"/>
                    </a:cubicBezTo>
                    <a:cubicBezTo>
                      <a:pt x="1562" y="2021"/>
                      <a:pt x="2020" y="1583"/>
                      <a:pt x="2020" y="1021"/>
                    </a:cubicBezTo>
                    <a:cubicBezTo>
                      <a:pt x="2020" y="459"/>
                      <a:pt x="1562" y="1"/>
                      <a:pt x="10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0"/>
              <p:cNvSpPr/>
              <p:nvPr/>
            </p:nvSpPr>
            <p:spPr>
              <a:xfrm>
                <a:off x="905325" y="1001350"/>
                <a:ext cx="50025" cy="50525"/>
              </a:xfrm>
              <a:custGeom>
                <a:avLst/>
                <a:gdLst/>
                <a:ahLst/>
                <a:cxnLst/>
                <a:rect l="l" t="t" r="r" b="b"/>
                <a:pathLst>
                  <a:path w="2001" h="2021" extrusionOk="0">
                    <a:moveTo>
                      <a:pt x="1000" y="1"/>
                    </a:moveTo>
                    <a:cubicBezTo>
                      <a:pt x="438" y="1"/>
                      <a:pt x="1" y="459"/>
                      <a:pt x="1" y="1000"/>
                    </a:cubicBezTo>
                    <a:cubicBezTo>
                      <a:pt x="1" y="1563"/>
                      <a:pt x="438" y="2021"/>
                      <a:pt x="1000" y="2021"/>
                    </a:cubicBezTo>
                    <a:cubicBezTo>
                      <a:pt x="1563" y="2021"/>
                      <a:pt x="2000" y="1563"/>
                      <a:pt x="2000" y="1000"/>
                    </a:cubicBezTo>
                    <a:cubicBezTo>
                      <a:pt x="2000" y="459"/>
                      <a:pt x="1563" y="1"/>
                      <a:pt x="10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0"/>
              <p:cNvSpPr/>
              <p:nvPr/>
            </p:nvSpPr>
            <p:spPr>
              <a:xfrm>
                <a:off x="1320800" y="1427750"/>
                <a:ext cx="65625" cy="65650"/>
              </a:xfrm>
              <a:custGeom>
                <a:avLst/>
                <a:gdLst/>
                <a:ahLst/>
                <a:cxnLst/>
                <a:rect l="l" t="t" r="r" b="b"/>
                <a:pathLst>
                  <a:path w="2625" h="2626" extrusionOk="0">
                    <a:moveTo>
                      <a:pt x="1313" y="1"/>
                    </a:moveTo>
                    <a:cubicBezTo>
                      <a:pt x="605" y="1"/>
                      <a:pt x="1" y="584"/>
                      <a:pt x="1" y="1313"/>
                    </a:cubicBezTo>
                    <a:cubicBezTo>
                      <a:pt x="1" y="2042"/>
                      <a:pt x="605" y="2625"/>
                      <a:pt x="1313" y="2625"/>
                    </a:cubicBezTo>
                    <a:cubicBezTo>
                      <a:pt x="2042" y="2625"/>
                      <a:pt x="2625" y="2042"/>
                      <a:pt x="2625" y="1313"/>
                    </a:cubicBezTo>
                    <a:cubicBezTo>
                      <a:pt x="2625" y="584"/>
                      <a:pt x="2042" y="1"/>
                      <a:pt x="13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0"/>
              <p:cNvSpPr/>
              <p:nvPr/>
            </p:nvSpPr>
            <p:spPr>
              <a:xfrm>
                <a:off x="1298950" y="2077525"/>
                <a:ext cx="109875" cy="109875"/>
              </a:xfrm>
              <a:custGeom>
                <a:avLst/>
                <a:gdLst/>
                <a:ahLst/>
                <a:cxnLst/>
                <a:rect l="l" t="t" r="r" b="b"/>
                <a:pathLst>
                  <a:path w="4395" h="4395" fill="none" extrusionOk="0">
                    <a:moveTo>
                      <a:pt x="4394" y="2208"/>
                    </a:moveTo>
                    <a:cubicBezTo>
                      <a:pt x="4394" y="3416"/>
                      <a:pt x="3416" y="4395"/>
                      <a:pt x="2187" y="4395"/>
                    </a:cubicBezTo>
                    <a:cubicBezTo>
                      <a:pt x="979" y="4395"/>
                      <a:pt x="0" y="3416"/>
                      <a:pt x="0" y="2208"/>
                    </a:cubicBezTo>
                    <a:cubicBezTo>
                      <a:pt x="0" y="979"/>
                      <a:pt x="979" y="1"/>
                      <a:pt x="2187" y="1"/>
                    </a:cubicBezTo>
                    <a:cubicBezTo>
                      <a:pt x="3416" y="1"/>
                      <a:pt x="4394" y="979"/>
                      <a:pt x="4394" y="2208"/>
                    </a:cubicBezTo>
                    <a:close/>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0"/>
              <p:cNvSpPr/>
              <p:nvPr/>
            </p:nvSpPr>
            <p:spPr>
              <a:xfrm>
                <a:off x="1278650" y="1245025"/>
                <a:ext cx="150475" cy="64575"/>
              </a:xfrm>
              <a:custGeom>
                <a:avLst/>
                <a:gdLst/>
                <a:ahLst/>
                <a:cxnLst/>
                <a:rect l="l" t="t" r="r" b="b"/>
                <a:pathLst>
                  <a:path w="6019" h="2583" extrusionOk="0">
                    <a:moveTo>
                      <a:pt x="541" y="0"/>
                    </a:moveTo>
                    <a:cubicBezTo>
                      <a:pt x="229" y="0"/>
                      <a:pt x="0" y="250"/>
                      <a:pt x="0" y="542"/>
                    </a:cubicBezTo>
                    <a:lnTo>
                      <a:pt x="0" y="2041"/>
                    </a:lnTo>
                    <a:cubicBezTo>
                      <a:pt x="0" y="2333"/>
                      <a:pt x="229" y="2582"/>
                      <a:pt x="541" y="2582"/>
                    </a:cubicBezTo>
                    <a:lnTo>
                      <a:pt x="5456" y="2582"/>
                    </a:lnTo>
                    <a:cubicBezTo>
                      <a:pt x="5769" y="2582"/>
                      <a:pt x="6019" y="2333"/>
                      <a:pt x="6019" y="2041"/>
                    </a:cubicBezTo>
                    <a:lnTo>
                      <a:pt x="6019" y="542"/>
                    </a:lnTo>
                    <a:cubicBezTo>
                      <a:pt x="6019" y="250"/>
                      <a:pt x="5769" y="0"/>
                      <a:pt x="54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20"/>
              <p:cNvSpPr/>
              <p:nvPr/>
            </p:nvSpPr>
            <p:spPr>
              <a:xfrm>
                <a:off x="1333825" y="2360750"/>
                <a:ext cx="40125" cy="93225"/>
              </a:xfrm>
              <a:custGeom>
                <a:avLst/>
                <a:gdLst/>
                <a:ahLst/>
                <a:cxnLst/>
                <a:rect l="l" t="t" r="r" b="b"/>
                <a:pathLst>
                  <a:path w="1605" h="3729" fill="none" extrusionOk="0">
                    <a:moveTo>
                      <a:pt x="334" y="1"/>
                    </a:moveTo>
                    <a:lnTo>
                      <a:pt x="1250" y="1"/>
                    </a:lnTo>
                    <a:cubicBezTo>
                      <a:pt x="1438" y="1"/>
                      <a:pt x="1604" y="147"/>
                      <a:pt x="1604" y="334"/>
                    </a:cubicBezTo>
                    <a:lnTo>
                      <a:pt x="1604" y="3375"/>
                    </a:lnTo>
                    <a:cubicBezTo>
                      <a:pt x="1604" y="3562"/>
                      <a:pt x="1438" y="3729"/>
                      <a:pt x="1250" y="3729"/>
                    </a:cubicBezTo>
                    <a:lnTo>
                      <a:pt x="334" y="3729"/>
                    </a:lnTo>
                    <a:cubicBezTo>
                      <a:pt x="146" y="3729"/>
                      <a:pt x="1" y="3562"/>
                      <a:pt x="1" y="3375"/>
                    </a:cubicBezTo>
                    <a:lnTo>
                      <a:pt x="1" y="334"/>
                    </a:lnTo>
                    <a:cubicBezTo>
                      <a:pt x="1" y="147"/>
                      <a:pt x="146" y="1"/>
                      <a:pt x="334" y="1"/>
                    </a:cubicBezTo>
                    <a:close/>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0"/>
              <p:cNvSpPr/>
              <p:nvPr/>
            </p:nvSpPr>
            <p:spPr>
              <a:xfrm>
                <a:off x="1408779" y="2134275"/>
                <a:ext cx="94250" cy="25"/>
              </a:xfrm>
              <a:custGeom>
                <a:avLst/>
                <a:gdLst/>
                <a:ahLst/>
                <a:cxnLst/>
                <a:rect l="l" t="t" r="r" b="b"/>
                <a:pathLst>
                  <a:path w="3770" h="1" fill="none" extrusionOk="0">
                    <a:moveTo>
                      <a:pt x="0" y="1"/>
                    </a:moveTo>
                    <a:lnTo>
                      <a:pt x="3770" y="1"/>
                    </a:ln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0"/>
              <p:cNvSpPr/>
              <p:nvPr/>
            </p:nvSpPr>
            <p:spPr>
              <a:xfrm>
                <a:off x="987600" y="1679750"/>
                <a:ext cx="311375" cy="453000"/>
              </a:xfrm>
              <a:custGeom>
                <a:avLst/>
                <a:gdLst/>
                <a:ahLst/>
                <a:cxnLst/>
                <a:rect l="l" t="t" r="r" b="b"/>
                <a:pathLst>
                  <a:path w="12455" h="18120" fill="none" extrusionOk="0">
                    <a:moveTo>
                      <a:pt x="0" y="15620"/>
                    </a:moveTo>
                    <a:lnTo>
                      <a:pt x="0" y="3208"/>
                    </a:lnTo>
                    <a:cubicBezTo>
                      <a:pt x="21" y="1438"/>
                      <a:pt x="1458" y="1"/>
                      <a:pt x="3228" y="1"/>
                    </a:cubicBezTo>
                    <a:lnTo>
                      <a:pt x="6915" y="1"/>
                    </a:lnTo>
                    <a:cubicBezTo>
                      <a:pt x="8685" y="1"/>
                      <a:pt x="10122" y="1438"/>
                      <a:pt x="10122" y="3208"/>
                    </a:cubicBezTo>
                    <a:lnTo>
                      <a:pt x="10122" y="14912"/>
                    </a:lnTo>
                    <a:cubicBezTo>
                      <a:pt x="10122" y="16682"/>
                      <a:pt x="10642" y="18119"/>
                      <a:pt x="11288" y="18119"/>
                    </a:cubicBezTo>
                    <a:lnTo>
                      <a:pt x="12454" y="18119"/>
                    </a:ln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0"/>
              <p:cNvSpPr/>
              <p:nvPr/>
            </p:nvSpPr>
            <p:spPr>
              <a:xfrm>
                <a:off x="1503025" y="2107200"/>
                <a:ext cx="50025" cy="50525"/>
              </a:xfrm>
              <a:custGeom>
                <a:avLst/>
                <a:gdLst/>
                <a:ahLst/>
                <a:cxnLst/>
                <a:rect l="l" t="t" r="r" b="b"/>
                <a:pathLst>
                  <a:path w="2001" h="2021" extrusionOk="0">
                    <a:moveTo>
                      <a:pt x="1001" y="1"/>
                    </a:moveTo>
                    <a:cubicBezTo>
                      <a:pt x="438" y="1"/>
                      <a:pt x="1" y="459"/>
                      <a:pt x="1" y="1021"/>
                    </a:cubicBezTo>
                    <a:cubicBezTo>
                      <a:pt x="1" y="1563"/>
                      <a:pt x="438" y="2021"/>
                      <a:pt x="1001" y="2021"/>
                    </a:cubicBezTo>
                    <a:cubicBezTo>
                      <a:pt x="1563" y="2021"/>
                      <a:pt x="2000" y="1563"/>
                      <a:pt x="2000" y="1021"/>
                    </a:cubicBezTo>
                    <a:cubicBezTo>
                      <a:pt x="2000" y="459"/>
                      <a:pt x="1563" y="1"/>
                      <a:pt x="10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0"/>
              <p:cNvSpPr/>
              <p:nvPr/>
            </p:nvSpPr>
            <p:spPr>
              <a:xfrm>
                <a:off x="1062050" y="1657900"/>
                <a:ext cx="101025" cy="43750"/>
              </a:xfrm>
              <a:custGeom>
                <a:avLst/>
                <a:gdLst/>
                <a:ahLst/>
                <a:cxnLst/>
                <a:rect l="l" t="t" r="r" b="b"/>
                <a:pathLst>
                  <a:path w="4041" h="1750" extrusionOk="0">
                    <a:moveTo>
                      <a:pt x="375" y="0"/>
                    </a:moveTo>
                    <a:cubicBezTo>
                      <a:pt x="167" y="0"/>
                      <a:pt x="0" y="167"/>
                      <a:pt x="0" y="375"/>
                    </a:cubicBezTo>
                    <a:lnTo>
                      <a:pt x="0" y="1375"/>
                    </a:lnTo>
                    <a:cubicBezTo>
                      <a:pt x="0" y="1583"/>
                      <a:pt x="167" y="1749"/>
                      <a:pt x="375" y="1749"/>
                    </a:cubicBezTo>
                    <a:lnTo>
                      <a:pt x="3666" y="1749"/>
                    </a:lnTo>
                    <a:cubicBezTo>
                      <a:pt x="3874" y="1749"/>
                      <a:pt x="4041" y="1583"/>
                      <a:pt x="4041" y="1375"/>
                    </a:cubicBezTo>
                    <a:lnTo>
                      <a:pt x="4041" y="375"/>
                    </a:lnTo>
                    <a:cubicBezTo>
                      <a:pt x="4041" y="167"/>
                      <a:pt x="3874" y="0"/>
                      <a:pt x="36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0"/>
              <p:cNvSpPr/>
              <p:nvPr/>
            </p:nvSpPr>
            <p:spPr>
              <a:xfrm>
                <a:off x="962600" y="2037950"/>
                <a:ext cx="50525" cy="50550"/>
              </a:xfrm>
              <a:custGeom>
                <a:avLst/>
                <a:gdLst/>
                <a:ahLst/>
                <a:cxnLst/>
                <a:rect l="l" t="t" r="r" b="b"/>
                <a:pathLst>
                  <a:path w="2021" h="2022" extrusionOk="0">
                    <a:moveTo>
                      <a:pt x="1000" y="1"/>
                    </a:moveTo>
                    <a:cubicBezTo>
                      <a:pt x="459" y="1"/>
                      <a:pt x="1" y="459"/>
                      <a:pt x="1" y="1021"/>
                    </a:cubicBezTo>
                    <a:cubicBezTo>
                      <a:pt x="1" y="1584"/>
                      <a:pt x="459" y="2021"/>
                      <a:pt x="1000" y="2021"/>
                    </a:cubicBezTo>
                    <a:cubicBezTo>
                      <a:pt x="1563" y="2021"/>
                      <a:pt x="2021" y="1584"/>
                      <a:pt x="2021" y="1021"/>
                    </a:cubicBezTo>
                    <a:cubicBezTo>
                      <a:pt x="2021" y="459"/>
                      <a:pt x="1563" y="1"/>
                      <a:pt x="10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6" name="Google Shape;856;p20"/>
            <p:cNvGrpSpPr/>
            <p:nvPr/>
          </p:nvGrpSpPr>
          <p:grpSpPr>
            <a:xfrm rot="10800000">
              <a:off x="8638325" y="2562575"/>
              <a:ext cx="529488" cy="1325825"/>
              <a:chOff x="202975" y="1362675"/>
              <a:chExt cx="529488" cy="1325825"/>
            </a:xfrm>
          </p:grpSpPr>
          <p:sp>
            <p:nvSpPr>
              <p:cNvPr id="857" name="Google Shape;857;p20"/>
              <p:cNvSpPr/>
              <p:nvPr/>
            </p:nvSpPr>
            <p:spPr>
              <a:xfrm>
                <a:off x="202975" y="1362675"/>
                <a:ext cx="518600" cy="1291750"/>
              </a:xfrm>
              <a:custGeom>
                <a:avLst/>
                <a:gdLst/>
                <a:ahLst/>
                <a:cxnLst/>
                <a:rect l="l" t="t" r="r" b="b"/>
                <a:pathLst>
                  <a:path w="20744" h="51670" fill="none" extrusionOk="0">
                    <a:moveTo>
                      <a:pt x="1" y="1"/>
                    </a:moveTo>
                    <a:lnTo>
                      <a:pt x="13100" y="1"/>
                    </a:lnTo>
                    <a:cubicBezTo>
                      <a:pt x="14829" y="1"/>
                      <a:pt x="16224" y="1396"/>
                      <a:pt x="16224" y="3125"/>
                    </a:cubicBezTo>
                    <a:lnTo>
                      <a:pt x="16224" y="13933"/>
                    </a:lnTo>
                    <a:cubicBezTo>
                      <a:pt x="16224" y="15662"/>
                      <a:pt x="14829" y="17057"/>
                      <a:pt x="13100" y="17057"/>
                    </a:cubicBezTo>
                    <a:lnTo>
                      <a:pt x="7373" y="17057"/>
                    </a:lnTo>
                    <a:cubicBezTo>
                      <a:pt x="5645" y="17057"/>
                      <a:pt x="4249" y="18452"/>
                      <a:pt x="4249" y="20181"/>
                    </a:cubicBezTo>
                    <a:lnTo>
                      <a:pt x="4249" y="48546"/>
                    </a:lnTo>
                    <a:cubicBezTo>
                      <a:pt x="4249" y="50274"/>
                      <a:pt x="5645" y="51670"/>
                      <a:pt x="7373" y="51670"/>
                    </a:cubicBezTo>
                    <a:lnTo>
                      <a:pt x="20743" y="51670"/>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0"/>
              <p:cNvSpPr/>
              <p:nvPr/>
            </p:nvSpPr>
            <p:spPr>
              <a:xfrm>
                <a:off x="657988" y="2613500"/>
                <a:ext cx="74475" cy="75000"/>
              </a:xfrm>
              <a:custGeom>
                <a:avLst/>
                <a:gdLst/>
                <a:ahLst/>
                <a:cxnLst/>
                <a:rect l="l" t="t" r="r" b="b"/>
                <a:pathLst>
                  <a:path w="2979" h="3000" extrusionOk="0">
                    <a:moveTo>
                      <a:pt x="1500" y="1"/>
                    </a:moveTo>
                    <a:cubicBezTo>
                      <a:pt x="667" y="1"/>
                      <a:pt x="1" y="667"/>
                      <a:pt x="1" y="1500"/>
                    </a:cubicBezTo>
                    <a:cubicBezTo>
                      <a:pt x="1" y="2333"/>
                      <a:pt x="667" y="3000"/>
                      <a:pt x="1500" y="3000"/>
                    </a:cubicBezTo>
                    <a:cubicBezTo>
                      <a:pt x="2312" y="3000"/>
                      <a:pt x="2979" y="2333"/>
                      <a:pt x="2979" y="1500"/>
                    </a:cubicBezTo>
                    <a:cubicBezTo>
                      <a:pt x="2979" y="667"/>
                      <a:pt x="2312" y="1"/>
                      <a:pt x="15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0"/>
              <p:cNvSpPr/>
              <p:nvPr/>
            </p:nvSpPr>
            <p:spPr>
              <a:xfrm>
                <a:off x="587225" y="1566250"/>
                <a:ext cx="43225" cy="100000"/>
              </a:xfrm>
              <a:custGeom>
                <a:avLst/>
                <a:gdLst/>
                <a:ahLst/>
                <a:cxnLst/>
                <a:rect l="l" t="t" r="r" b="b"/>
                <a:pathLst>
                  <a:path w="1729" h="4000" extrusionOk="0">
                    <a:moveTo>
                      <a:pt x="375" y="1"/>
                    </a:moveTo>
                    <a:cubicBezTo>
                      <a:pt x="167" y="1"/>
                      <a:pt x="0" y="167"/>
                      <a:pt x="0" y="376"/>
                    </a:cubicBezTo>
                    <a:lnTo>
                      <a:pt x="0" y="3645"/>
                    </a:lnTo>
                    <a:cubicBezTo>
                      <a:pt x="0" y="3833"/>
                      <a:pt x="167" y="3999"/>
                      <a:pt x="375" y="3999"/>
                    </a:cubicBezTo>
                    <a:lnTo>
                      <a:pt x="1354" y="3999"/>
                    </a:lnTo>
                    <a:cubicBezTo>
                      <a:pt x="1562" y="3999"/>
                      <a:pt x="1729" y="3833"/>
                      <a:pt x="1729" y="3645"/>
                    </a:cubicBezTo>
                    <a:lnTo>
                      <a:pt x="1729" y="376"/>
                    </a:lnTo>
                    <a:cubicBezTo>
                      <a:pt x="1729" y="167"/>
                      <a:pt x="1562" y="1"/>
                      <a:pt x="13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0" name="Google Shape;860;p20"/>
            <p:cNvGrpSpPr/>
            <p:nvPr/>
          </p:nvGrpSpPr>
          <p:grpSpPr>
            <a:xfrm rot="10800000">
              <a:off x="6071625" y="4517800"/>
              <a:ext cx="508175" cy="1310475"/>
              <a:chOff x="2767175" y="261000"/>
              <a:chExt cx="508175" cy="1310475"/>
            </a:xfrm>
          </p:grpSpPr>
          <p:sp>
            <p:nvSpPr>
              <p:cNvPr id="861" name="Google Shape;861;p20"/>
              <p:cNvSpPr/>
              <p:nvPr/>
            </p:nvSpPr>
            <p:spPr>
              <a:xfrm>
                <a:off x="2767175" y="586400"/>
                <a:ext cx="100500" cy="43225"/>
              </a:xfrm>
              <a:custGeom>
                <a:avLst/>
                <a:gdLst/>
                <a:ahLst/>
                <a:cxnLst/>
                <a:rect l="l" t="t" r="r" b="b"/>
                <a:pathLst>
                  <a:path w="4020" h="1729" extrusionOk="0">
                    <a:moveTo>
                      <a:pt x="375" y="0"/>
                    </a:moveTo>
                    <a:cubicBezTo>
                      <a:pt x="167" y="0"/>
                      <a:pt x="0" y="146"/>
                      <a:pt x="0" y="354"/>
                    </a:cubicBezTo>
                    <a:lnTo>
                      <a:pt x="0" y="1354"/>
                    </a:lnTo>
                    <a:cubicBezTo>
                      <a:pt x="0" y="1562"/>
                      <a:pt x="167" y="1729"/>
                      <a:pt x="375" y="1729"/>
                    </a:cubicBezTo>
                    <a:lnTo>
                      <a:pt x="3645" y="1729"/>
                    </a:lnTo>
                    <a:cubicBezTo>
                      <a:pt x="3853" y="1729"/>
                      <a:pt x="4020" y="1562"/>
                      <a:pt x="4020" y="1354"/>
                    </a:cubicBezTo>
                    <a:lnTo>
                      <a:pt x="4020" y="354"/>
                    </a:lnTo>
                    <a:cubicBezTo>
                      <a:pt x="4020" y="146"/>
                      <a:pt x="3853" y="0"/>
                      <a:pt x="3645" y="0"/>
                    </a:cubicBezTo>
                    <a:close/>
                  </a:path>
                </a:pathLst>
              </a:custGeom>
              <a:solidFill>
                <a:srgbClr val="D73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0"/>
              <p:cNvSpPr/>
              <p:nvPr/>
            </p:nvSpPr>
            <p:spPr>
              <a:xfrm>
                <a:off x="2817675" y="261000"/>
                <a:ext cx="437375" cy="1277175"/>
              </a:xfrm>
              <a:custGeom>
                <a:avLst/>
                <a:gdLst/>
                <a:ahLst/>
                <a:cxnLst/>
                <a:rect l="l" t="t" r="r" b="b"/>
                <a:pathLst>
                  <a:path w="17495" h="51087" fill="none" extrusionOk="0">
                    <a:moveTo>
                      <a:pt x="0" y="0"/>
                    </a:moveTo>
                    <a:lnTo>
                      <a:pt x="0" y="20160"/>
                    </a:lnTo>
                    <a:cubicBezTo>
                      <a:pt x="0" y="21888"/>
                      <a:pt x="1187" y="23304"/>
                      <a:pt x="2645" y="23304"/>
                    </a:cubicBezTo>
                    <a:cubicBezTo>
                      <a:pt x="4124" y="23304"/>
                      <a:pt x="5311" y="24700"/>
                      <a:pt x="5311" y="26428"/>
                    </a:cubicBezTo>
                    <a:lnTo>
                      <a:pt x="5311" y="47858"/>
                    </a:lnTo>
                    <a:cubicBezTo>
                      <a:pt x="5311" y="49587"/>
                      <a:pt x="6706" y="50982"/>
                      <a:pt x="8435" y="51003"/>
                    </a:cubicBezTo>
                    <a:lnTo>
                      <a:pt x="14370" y="51065"/>
                    </a:lnTo>
                    <a:cubicBezTo>
                      <a:pt x="16099" y="51086"/>
                      <a:pt x="17494" y="49691"/>
                      <a:pt x="17494" y="47962"/>
                    </a:cubicBezTo>
                    <a:lnTo>
                      <a:pt x="17494" y="43110"/>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0"/>
              <p:cNvSpPr/>
              <p:nvPr/>
            </p:nvSpPr>
            <p:spPr>
              <a:xfrm>
                <a:off x="3234700" y="1313750"/>
                <a:ext cx="40650" cy="41150"/>
              </a:xfrm>
              <a:custGeom>
                <a:avLst/>
                <a:gdLst/>
                <a:ahLst/>
                <a:cxnLst/>
                <a:rect l="l" t="t" r="r" b="b"/>
                <a:pathLst>
                  <a:path w="1626" h="1646" extrusionOk="0">
                    <a:moveTo>
                      <a:pt x="1625" y="812"/>
                    </a:moveTo>
                    <a:cubicBezTo>
                      <a:pt x="1625" y="1270"/>
                      <a:pt x="1271" y="1645"/>
                      <a:pt x="813" y="1645"/>
                    </a:cubicBezTo>
                    <a:cubicBezTo>
                      <a:pt x="355" y="1645"/>
                      <a:pt x="1" y="1270"/>
                      <a:pt x="1" y="812"/>
                    </a:cubicBezTo>
                    <a:cubicBezTo>
                      <a:pt x="1" y="375"/>
                      <a:pt x="355" y="0"/>
                      <a:pt x="813" y="0"/>
                    </a:cubicBezTo>
                    <a:cubicBezTo>
                      <a:pt x="1271" y="0"/>
                      <a:pt x="1625" y="375"/>
                      <a:pt x="1625" y="812"/>
                    </a:cubicBezTo>
                    <a:close/>
                  </a:path>
                </a:pathLst>
              </a:custGeom>
              <a:solidFill>
                <a:srgbClr val="EDEEF0"/>
              </a:solid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0"/>
              <p:cNvSpPr/>
              <p:nvPr/>
            </p:nvSpPr>
            <p:spPr>
              <a:xfrm>
                <a:off x="3070175" y="1505350"/>
                <a:ext cx="65625" cy="66125"/>
              </a:xfrm>
              <a:custGeom>
                <a:avLst/>
                <a:gdLst/>
                <a:ahLst/>
                <a:cxnLst/>
                <a:rect l="l" t="t" r="r" b="b"/>
                <a:pathLst>
                  <a:path w="2625" h="2645" extrusionOk="0">
                    <a:moveTo>
                      <a:pt x="1313" y="0"/>
                    </a:moveTo>
                    <a:cubicBezTo>
                      <a:pt x="584" y="0"/>
                      <a:pt x="1" y="604"/>
                      <a:pt x="1" y="1312"/>
                    </a:cubicBezTo>
                    <a:cubicBezTo>
                      <a:pt x="1" y="2041"/>
                      <a:pt x="584" y="2645"/>
                      <a:pt x="1313" y="2645"/>
                    </a:cubicBezTo>
                    <a:cubicBezTo>
                      <a:pt x="2042" y="2645"/>
                      <a:pt x="2625" y="2041"/>
                      <a:pt x="2625" y="1312"/>
                    </a:cubicBezTo>
                    <a:cubicBezTo>
                      <a:pt x="2625" y="604"/>
                      <a:pt x="2042" y="0"/>
                      <a:pt x="13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0"/>
              <p:cNvSpPr/>
              <p:nvPr/>
            </p:nvSpPr>
            <p:spPr>
              <a:xfrm>
                <a:off x="2792675" y="721775"/>
                <a:ext cx="49500" cy="49475"/>
              </a:xfrm>
              <a:custGeom>
                <a:avLst/>
                <a:gdLst/>
                <a:ahLst/>
                <a:cxnLst/>
                <a:rect l="l" t="t" r="r" b="b"/>
                <a:pathLst>
                  <a:path w="1980" h="1979" extrusionOk="0">
                    <a:moveTo>
                      <a:pt x="1000" y="0"/>
                    </a:moveTo>
                    <a:cubicBezTo>
                      <a:pt x="438" y="0"/>
                      <a:pt x="1" y="437"/>
                      <a:pt x="1" y="979"/>
                    </a:cubicBezTo>
                    <a:cubicBezTo>
                      <a:pt x="1" y="1520"/>
                      <a:pt x="438" y="1979"/>
                      <a:pt x="1000" y="1979"/>
                    </a:cubicBezTo>
                    <a:cubicBezTo>
                      <a:pt x="1542" y="1979"/>
                      <a:pt x="1979" y="1520"/>
                      <a:pt x="1979" y="979"/>
                    </a:cubicBezTo>
                    <a:cubicBezTo>
                      <a:pt x="1979" y="437"/>
                      <a:pt x="1542" y="0"/>
                      <a:pt x="10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66" name="Google Shape;866;p20"/>
          <p:cNvGrpSpPr/>
          <p:nvPr/>
        </p:nvGrpSpPr>
        <p:grpSpPr>
          <a:xfrm>
            <a:off x="-29019" y="-1939750"/>
            <a:ext cx="1529213" cy="3215125"/>
            <a:chOff x="-29019" y="-1939750"/>
            <a:chExt cx="1529213" cy="3215125"/>
          </a:xfrm>
        </p:grpSpPr>
        <p:grpSp>
          <p:nvGrpSpPr>
            <p:cNvPr id="867" name="Google Shape;867;p20"/>
            <p:cNvGrpSpPr/>
            <p:nvPr/>
          </p:nvGrpSpPr>
          <p:grpSpPr>
            <a:xfrm>
              <a:off x="-12" y="-168425"/>
              <a:ext cx="556075" cy="1443800"/>
              <a:chOff x="1386400" y="363550"/>
              <a:chExt cx="556075" cy="1443800"/>
            </a:xfrm>
          </p:grpSpPr>
          <p:sp>
            <p:nvSpPr>
              <p:cNvPr id="868" name="Google Shape;868;p20"/>
              <p:cNvSpPr/>
              <p:nvPr/>
            </p:nvSpPr>
            <p:spPr>
              <a:xfrm>
                <a:off x="1574875" y="739475"/>
                <a:ext cx="164550" cy="671125"/>
              </a:xfrm>
              <a:custGeom>
                <a:avLst/>
                <a:gdLst/>
                <a:ahLst/>
                <a:cxnLst/>
                <a:rect l="l" t="t" r="r" b="b"/>
                <a:pathLst>
                  <a:path w="6582" h="26845" fill="none" extrusionOk="0">
                    <a:moveTo>
                      <a:pt x="1" y="0"/>
                    </a:moveTo>
                    <a:lnTo>
                      <a:pt x="3458" y="0"/>
                    </a:lnTo>
                    <a:cubicBezTo>
                      <a:pt x="5187" y="0"/>
                      <a:pt x="6582" y="1395"/>
                      <a:pt x="6582" y="3124"/>
                    </a:cubicBezTo>
                    <a:lnTo>
                      <a:pt x="6582" y="26845"/>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0"/>
              <p:cNvSpPr/>
              <p:nvPr/>
            </p:nvSpPr>
            <p:spPr>
              <a:xfrm>
                <a:off x="1595200" y="363550"/>
                <a:ext cx="36450" cy="36475"/>
              </a:xfrm>
              <a:custGeom>
                <a:avLst/>
                <a:gdLst/>
                <a:ahLst/>
                <a:cxnLst/>
                <a:rect l="l" t="t" r="r" b="b"/>
                <a:pathLst>
                  <a:path w="1458" h="1459" extrusionOk="0">
                    <a:moveTo>
                      <a:pt x="729" y="1"/>
                    </a:moveTo>
                    <a:cubicBezTo>
                      <a:pt x="313" y="1"/>
                      <a:pt x="0" y="334"/>
                      <a:pt x="0" y="730"/>
                    </a:cubicBezTo>
                    <a:cubicBezTo>
                      <a:pt x="0" y="1125"/>
                      <a:pt x="313" y="1459"/>
                      <a:pt x="729" y="1459"/>
                    </a:cubicBezTo>
                    <a:cubicBezTo>
                      <a:pt x="1125" y="1459"/>
                      <a:pt x="1458" y="1125"/>
                      <a:pt x="1458" y="730"/>
                    </a:cubicBezTo>
                    <a:cubicBezTo>
                      <a:pt x="1458" y="334"/>
                      <a:pt x="1125" y="1"/>
                      <a:pt x="729" y="1"/>
                    </a:cubicBezTo>
                    <a:close/>
                  </a:path>
                </a:pathLst>
              </a:custGeom>
              <a:solidFill>
                <a:schemeClr val="accen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0"/>
              <p:cNvSpPr/>
              <p:nvPr/>
            </p:nvSpPr>
            <p:spPr>
              <a:xfrm>
                <a:off x="1906025" y="1770875"/>
                <a:ext cx="36450" cy="36475"/>
              </a:xfrm>
              <a:custGeom>
                <a:avLst/>
                <a:gdLst/>
                <a:ahLst/>
                <a:cxnLst/>
                <a:rect l="l" t="t" r="r" b="b"/>
                <a:pathLst>
                  <a:path w="1458" h="1459" extrusionOk="0">
                    <a:moveTo>
                      <a:pt x="729" y="0"/>
                    </a:moveTo>
                    <a:cubicBezTo>
                      <a:pt x="333" y="0"/>
                      <a:pt x="0" y="333"/>
                      <a:pt x="0" y="729"/>
                    </a:cubicBezTo>
                    <a:cubicBezTo>
                      <a:pt x="0" y="1146"/>
                      <a:pt x="333" y="1458"/>
                      <a:pt x="729" y="1458"/>
                    </a:cubicBezTo>
                    <a:cubicBezTo>
                      <a:pt x="1125" y="1458"/>
                      <a:pt x="1458" y="1146"/>
                      <a:pt x="1458" y="729"/>
                    </a:cubicBezTo>
                    <a:cubicBezTo>
                      <a:pt x="1458" y="333"/>
                      <a:pt x="1125" y="0"/>
                      <a:pt x="729"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0"/>
              <p:cNvSpPr/>
              <p:nvPr/>
            </p:nvSpPr>
            <p:spPr>
              <a:xfrm>
                <a:off x="1718075" y="1410575"/>
                <a:ext cx="43225" cy="100000"/>
              </a:xfrm>
              <a:custGeom>
                <a:avLst/>
                <a:gdLst/>
                <a:ahLst/>
                <a:cxnLst/>
                <a:rect l="l" t="t" r="r" b="b"/>
                <a:pathLst>
                  <a:path w="1729" h="4000" fill="none" extrusionOk="0">
                    <a:moveTo>
                      <a:pt x="375" y="1"/>
                    </a:moveTo>
                    <a:lnTo>
                      <a:pt x="1375" y="1"/>
                    </a:lnTo>
                    <a:cubicBezTo>
                      <a:pt x="1562" y="1"/>
                      <a:pt x="1729" y="146"/>
                      <a:pt x="1729" y="355"/>
                    </a:cubicBezTo>
                    <a:lnTo>
                      <a:pt x="1729" y="3624"/>
                    </a:lnTo>
                    <a:cubicBezTo>
                      <a:pt x="1729" y="3833"/>
                      <a:pt x="1562" y="3999"/>
                      <a:pt x="1375" y="3999"/>
                    </a:cubicBezTo>
                    <a:lnTo>
                      <a:pt x="375" y="3999"/>
                    </a:lnTo>
                    <a:cubicBezTo>
                      <a:pt x="167" y="3999"/>
                      <a:pt x="0" y="3833"/>
                      <a:pt x="0" y="3624"/>
                    </a:cubicBezTo>
                    <a:lnTo>
                      <a:pt x="0" y="355"/>
                    </a:lnTo>
                    <a:cubicBezTo>
                      <a:pt x="0" y="146"/>
                      <a:pt x="167" y="1"/>
                      <a:pt x="375" y="1"/>
                    </a:cubicBezTo>
                    <a:close/>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0"/>
              <p:cNvSpPr/>
              <p:nvPr/>
            </p:nvSpPr>
            <p:spPr>
              <a:xfrm>
                <a:off x="1481175" y="699900"/>
                <a:ext cx="93725" cy="93225"/>
              </a:xfrm>
              <a:custGeom>
                <a:avLst/>
                <a:gdLst/>
                <a:ahLst/>
                <a:cxnLst/>
                <a:rect l="l" t="t" r="r" b="b"/>
                <a:pathLst>
                  <a:path w="3749" h="3729" fill="none" extrusionOk="0">
                    <a:moveTo>
                      <a:pt x="3749" y="1854"/>
                    </a:moveTo>
                    <a:cubicBezTo>
                      <a:pt x="3749" y="2895"/>
                      <a:pt x="2916" y="3728"/>
                      <a:pt x="1875" y="3728"/>
                    </a:cubicBezTo>
                    <a:cubicBezTo>
                      <a:pt x="854" y="3728"/>
                      <a:pt x="0" y="2895"/>
                      <a:pt x="0" y="1854"/>
                    </a:cubicBezTo>
                    <a:cubicBezTo>
                      <a:pt x="0" y="833"/>
                      <a:pt x="854" y="0"/>
                      <a:pt x="1875" y="0"/>
                    </a:cubicBezTo>
                    <a:cubicBezTo>
                      <a:pt x="2916" y="0"/>
                      <a:pt x="3749" y="833"/>
                      <a:pt x="3749" y="1854"/>
                    </a:cubicBezTo>
                    <a:close/>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0"/>
              <p:cNvSpPr/>
              <p:nvPr/>
            </p:nvSpPr>
            <p:spPr>
              <a:xfrm>
                <a:off x="1386400" y="381775"/>
                <a:ext cx="208300" cy="364475"/>
              </a:xfrm>
              <a:custGeom>
                <a:avLst/>
                <a:gdLst/>
                <a:ahLst/>
                <a:cxnLst/>
                <a:rect l="l" t="t" r="r" b="b"/>
                <a:pathLst>
                  <a:path w="8332" h="14579" fill="none" extrusionOk="0">
                    <a:moveTo>
                      <a:pt x="3812" y="14579"/>
                    </a:moveTo>
                    <a:lnTo>
                      <a:pt x="1896" y="14579"/>
                    </a:lnTo>
                    <a:cubicBezTo>
                      <a:pt x="855" y="14579"/>
                      <a:pt x="1" y="13184"/>
                      <a:pt x="1" y="11455"/>
                    </a:cubicBezTo>
                    <a:lnTo>
                      <a:pt x="1" y="3125"/>
                    </a:lnTo>
                    <a:cubicBezTo>
                      <a:pt x="1" y="1396"/>
                      <a:pt x="1396" y="1"/>
                      <a:pt x="3125" y="1"/>
                    </a:cubicBezTo>
                    <a:lnTo>
                      <a:pt x="8331" y="1"/>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0"/>
              <p:cNvSpPr/>
              <p:nvPr/>
            </p:nvSpPr>
            <p:spPr>
              <a:xfrm>
                <a:off x="1739925" y="1510550"/>
                <a:ext cx="166125" cy="275450"/>
              </a:xfrm>
              <a:custGeom>
                <a:avLst/>
                <a:gdLst/>
                <a:ahLst/>
                <a:cxnLst/>
                <a:rect l="l" t="t" r="r" b="b"/>
                <a:pathLst>
                  <a:path w="6645" h="11018" fill="none" extrusionOk="0">
                    <a:moveTo>
                      <a:pt x="1" y="0"/>
                    </a:moveTo>
                    <a:lnTo>
                      <a:pt x="1" y="7893"/>
                    </a:lnTo>
                    <a:cubicBezTo>
                      <a:pt x="1" y="9622"/>
                      <a:pt x="1396" y="11017"/>
                      <a:pt x="3125" y="11017"/>
                    </a:cubicBezTo>
                    <a:lnTo>
                      <a:pt x="6644" y="11017"/>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5" name="Google Shape;875;p20"/>
            <p:cNvGrpSpPr/>
            <p:nvPr/>
          </p:nvGrpSpPr>
          <p:grpSpPr>
            <a:xfrm>
              <a:off x="-29019" y="273638"/>
              <a:ext cx="1529213" cy="204178"/>
              <a:chOff x="202975" y="1442797"/>
              <a:chExt cx="1529213" cy="204178"/>
            </a:xfrm>
          </p:grpSpPr>
          <p:sp>
            <p:nvSpPr>
              <p:cNvPr id="876" name="Google Shape;876;p20"/>
              <p:cNvSpPr/>
              <p:nvPr/>
            </p:nvSpPr>
            <p:spPr>
              <a:xfrm>
                <a:off x="202975" y="1458475"/>
                <a:ext cx="1504175" cy="157775"/>
              </a:xfrm>
              <a:custGeom>
                <a:avLst/>
                <a:gdLst/>
                <a:ahLst/>
                <a:cxnLst/>
                <a:rect l="l" t="t" r="r" b="b"/>
                <a:pathLst>
                  <a:path w="60167" h="6311" fill="none" extrusionOk="0">
                    <a:moveTo>
                      <a:pt x="1" y="6311"/>
                    </a:moveTo>
                    <a:lnTo>
                      <a:pt x="24284" y="6311"/>
                    </a:lnTo>
                    <a:cubicBezTo>
                      <a:pt x="26012" y="6311"/>
                      <a:pt x="27408" y="4916"/>
                      <a:pt x="27408" y="3187"/>
                    </a:cubicBezTo>
                    <a:cubicBezTo>
                      <a:pt x="27408" y="1459"/>
                      <a:pt x="28803" y="63"/>
                      <a:pt x="30531" y="63"/>
                    </a:cubicBezTo>
                    <a:lnTo>
                      <a:pt x="60167"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0"/>
              <p:cNvSpPr/>
              <p:nvPr/>
            </p:nvSpPr>
            <p:spPr>
              <a:xfrm>
                <a:off x="546811" y="1572500"/>
                <a:ext cx="74475" cy="74475"/>
              </a:xfrm>
              <a:custGeom>
                <a:avLst/>
                <a:gdLst/>
                <a:ahLst/>
                <a:cxnLst/>
                <a:rect l="l" t="t" r="r" b="b"/>
                <a:pathLst>
                  <a:path w="2979" h="2979" extrusionOk="0">
                    <a:moveTo>
                      <a:pt x="1500" y="1"/>
                    </a:moveTo>
                    <a:cubicBezTo>
                      <a:pt x="667" y="1"/>
                      <a:pt x="0" y="667"/>
                      <a:pt x="0" y="1500"/>
                    </a:cubicBezTo>
                    <a:cubicBezTo>
                      <a:pt x="0" y="2312"/>
                      <a:pt x="667" y="2979"/>
                      <a:pt x="1500" y="2979"/>
                    </a:cubicBezTo>
                    <a:cubicBezTo>
                      <a:pt x="2312" y="2979"/>
                      <a:pt x="2979" y="2312"/>
                      <a:pt x="2979" y="1500"/>
                    </a:cubicBezTo>
                    <a:cubicBezTo>
                      <a:pt x="2979" y="667"/>
                      <a:pt x="2312" y="1"/>
                      <a:pt x="15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0"/>
              <p:cNvSpPr/>
              <p:nvPr/>
            </p:nvSpPr>
            <p:spPr>
              <a:xfrm>
                <a:off x="1695713" y="1442797"/>
                <a:ext cx="36475" cy="36475"/>
              </a:xfrm>
              <a:custGeom>
                <a:avLst/>
                <a:gdLst/>
                <a:ahLst/>
                <a:cxnLst/>
                <a:rect l="l" t="t" r="r" b="b"/>
                <a:pathLst>
                  <a:path w="1459" h="1459" extrusionOk="0">
                    <a:moveTo>
                      <a:pt x="729" y="0"/>
                    </a:moveTo>
                    <a:cubicBezTo>
                      <a:pt x="334" y="0"/>
                      <a:pt x="0" y="334"/>
                      <a:pt x="0" y="729"/>
                    </a:cubicBezTo>
                    <a:cubicBezTo>
                      <a:pt x="0" y="1125"/>
                      <a:pt x="334" y="1458"/>
                      <a:pt x="729" y="1458"/>
                    </a:cubicBezTo>
                    <a:cubicBezTo>
                      <a:pt x="1125" y="1458"/>
                      <a:pt x="1458" y="1125"/>
                      <a:pt x="1458" y="729"/>
                    </a:cubicBezTo>
                    <a:cubicBezTo>
                      <a:pt x="1458" y="334"/>
                      <a:pt x="1125" y="0"/>
                      <a:pt x="7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9" name="Google Shape;879;p20"/>
            <p:cNvGrpSpPr/>
            <p:nvPr/>
          </p:nvGrpSpPr>
          <p:grpSpPr>
            <a:xfrm>
              <a:off x="720006" y="-1939750"/>
              <a:ext cx="595625" cy="2708950"/>
              <a:chOff x="671575" y="486950"/>
              <a:chExt cx="595625" cy="2708950"/>
            </a:xfrm>
          </p:grpSpPr>
          <p:sp>
            <p:nvSpPr>
              <p:cNvPr id="880" name="Google Shape;880;p20"/>
              <p:cNvSpPr/>
              <p:nvPr/>
            </p:nvSpPr>
            <p:spPr>
              <a:xfrm>
                <a:off x="721550" y="537450"/>
                <a:ext cx="441525" cy="2606400"/>
              </a:xfrm>
              <a:custGeom>
                <a:avLst/>
                <a:gdLst/>
                <a:ahLst/>
                <a:cxnLst/>
                <a:rect l="l" t="t" r="r" b="b"/>
                <a:pathLst>
                  <a:path w="17661" h="104256" fill="none" extrusionOk="0">
                    <a:moveTo>
                      <a:pt x="0" y="1"/>
                    </a:moveTo>
                    <a:lnTo>
                      <a:pt x="0" y="55752"/>
                    </a:lnTo>
                    <a:cubicBezTo>
                      <a:pt x="0" y="57480"/>
                      <a:pt x="1396" y="58875"/>
                      <a:pt x="3124" y="58875"/>
                    </a:cubicBezTo>
                    <a:lnTo>
                      <a:pt x="7518" y="58875"/>
                    </a:lnTo>
                    <a:cubicBezTo>
                      <a:pt x="9247" y="58875"/>
                      <a:pt x="10642" y="60271"/>
                      <a:pt x="10642" y="61999"/>
                    </a:cubicBezTo>
                    <a:lnTo>
                      <a:pt x="10642" y="101131"/>
                    </a:lnTo>
                    <a:cubicBezTo>
                      <a:pt x="10642" y="102860"/>
                      <a:pt x="12059" y="104255"/>
                      <a:pt x="13766" y="104255"/>
                    </a:cubicBezTo>
                    <a:lnTo>
                      <a:pt x="17661" y="104255"/>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0"/>
              <p:cNvSpPr/>
              <p:nvPr/>
            </p:nvSpPr>
            <p:spPr>
              <a:xfrm>
                <a:off x="696550" y="486950"/>
                <a:ext cx="50525" cy="50525"/>
              </a:xfrm>
              <a:custGeom>
                <a:avLst/>
                <a:gdLst/>
                <a:ahLst/>
                <a:cxnLst/>
                <a:rect l="l" t="t" r="r" b="b"/>
                <a:pathLst>
                  <a:path w="2021" h="2021" fill="none" extrusionOk="0">
                    <a:moveTo>
                      <a:pt x="2021" y="1021"/>
                    </a:moveTo>
                    <a:cubicBezTo>
                      <a:pt x="2021" y="1583"/>
                      <a:pt x="1563" y="2021"/>
                      <a:pt x="1000" y="2021"/>
                    </a:cubicBezTo>
                    <a:cubicBezTo>
                      <a:pt x="438" y="2021"/>
                      <a:pt x="1" y="1583"/>
                      <a:pt x="1" y="1021"/>
                    </a:cubicBezTo>
                    <a:cubicBezTo>
                      <a:pt x="1" y="459"/>
                      <a:pt x="438" y="1"/>
                      <a:pt x="1000" y="1"/>
                    </a:cubicBezTo>
                    <a:cubicBezTo>
                      <a:pt x="1563" y="1"/>
                      <a:pt x="2021" y="459"/>
                      <a:pt x="2021" y="1021"/>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0"/>
              <p:cNvSpPr/>
              <p:nvPr/>
            </p:nvSpPr>
            <p:spPr>
              <a:xfrm>
                <a:off x="695525" y="1583950"/>
                <a:ext cx="52075" cy="51575"/>
              </a:xfrm>
              <a:custGeom>
                <a:avLst/>
                <a:gdLst/>
                <a:ahLst/>
                <a:cxnLst/>
                <a:rect l="l" t="t" r="r" b="b"/>
                <a:pathLst>
                  <a:path w="2083" h="2063" extrusionOk="0">
                    <a:moveTo>
                      <a:pt x="1041" y="1"/>
                    </a:moveTo>
                    <a:cubicBezTo>
                      <a:pt x="479" y="1"/>
                      <a:pt x="0" y="459"/>
                      <a:pt x="0" y="1042"/>
                    </a:cubicBezTo>
                    <a:cubicBezTo>
                      <a:pt x="0" y="1604"/>
                      <a:pt x="479" y="2062"/>
                      <a:pt x="1041" y="2062"/>
                    </a:cubicBezTo>
                    <a:cubicBezTo>
                      <a:pt x="1624" y="2062"/>
                      <a:pt x="2083" y="1604"/>
                      <a:pt x="2083" y="1042"/>
                    </a:cubicBezTo>
                    <a:cubicBezTo>
                      <a:pt x="2083" y="459"/>
                      <a:pt x="1624" y="1"/>
                      <a:pt x="10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0"/>
              <p:cNvSpPr/>
              <p:nvPr/>
            </p:nvSpPr>
            <p:spPr>
              <a:xfrm>
                <a:off x="671575" y="856100"/>
                <a:ext cx="100500" cy="43225"/>
              </a:xfrm>
              <a:custGeom>
                <a:avLst/>
                <a:gdLst/>
                <a:ahLst/>
                <a:cxnLst/>
                <a:rect l="l" t="t" r="r" b="b"/>
                <a:pathLst>
                  <a:path w="4020" h="1729" extrusionOk="0">
                    <a:moveTo>
                      <a:pt x="375" y="0"/>
                    </a:moveTo>
                    <a:cubicBezTo>
                      <a:pt x="167" y="0"/>
                      <a:pt x="0" y="167"/>
                      <a:pt x="0" y="375"/>
                    </a:cubicBezTo>
                    <a:lnTo>
                      <a:pt x="0" y="1375"/>
                    </a:lnTo>
                    <a:cubicBezTo>
                      <a:pt x="0" y="1583"/>
                      <a:pt x="167" y="1729"/>
                      <a:pt x="375" y="1729"/>
                    </a:cubicBezTo>
                    <a:lnTo>
                      <a:pt x="3645" y="1729"/>
                    </a:lnTo>
                    <a:cubicBezTo>
                      <a:pt x="3853" y="1729"/>
                      <a:pt x="4019" y="1583"/>
                      <a:pt x="4019" y="1375"/>
                    </a:cubicBezTo>
                    <a:lnTo>
                      <a:pt x="4019" y="375"/>
                    </a:lnTo>
                    <a:cubicBezTo>
                      <a:pt x="4019" y="167"/>
                      <a:pt x="3853" y="0"/>
                      <a:pt x="36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0"/>
              <p:cNvSpPr/>
              <p:nvPr/>
            </p:nvSpPr>
            <p:spPr>
              <a:xfrm>
                <a:off x="961575" y="2650750"/>
                <a:ext cx="52600" cy="122900"/>
              </a:xfrm>
              <a:custGeom>
                <a:avLst/>
                <a:gdLst/>
                <a:ahLst/>
                <a:cxnLst/>
                <a:rect l="l" t="t" r="r" b="b"/>
                <a:pathLst>
                  <a:path w="2104" h="4916" extrusionOk="0">
                    <a:moveTo>
                      <a:pt x="437" y="1"/>
                    </a:moveTo>
                    <a:cubicBezTo>
                      <a:pt x="187" y="1"/>
                      <a:pt x="0" y="209"/>
                      <a:pt x="0" y="459"/>
                    </a:cubicBezTo>
                    <a:lnTo>
                      <a:pt x="0" y="4458"/>
                    </a:lnTo>
                    <a:cubicBezTo>
                      <a:pt x="0" y="4708"/>
                      <a:pt x="187" y="4916"/>
                      <a:pt x="437" y="4916"/>
                    </a:cubicBezTo>
                    <a:lnTo>
                      <a:pt x="1645" y="4916"/>
                    </a:lnTo>
                    <a:cubicBezTo>
                      <a:pt x="1916" y="4916"/>
                      <a:pt x="2103" y="4708"/>
                      <a:pt x="2103" y="4458"/>
                    </a:cubicBezTo>
                    <a:lnTo>
                      <a:pt x="2103" y="459"/>
                    </a:lnTo>
                    <a:cubicBezTo>
                      <a:pt x="2103" y="209"/>
                      <a:pt x="1916" y="1"/>
                      <a:pt x="16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0"/>
              <p:cNvSpPr/>
              <p:nvPr/>
            </p:nvSpPr>
            <p:spPr>
              <a:xfrm>
                <a:off x="1163050" y="3091750"/>
                <a:ext cx="104150" cy="104150"/>
              </a:xfrm>
              <a:custGeom>
                <a:avLst/>
                <a:gdLst/>
                <a:ahLst/>
                <a:cxnLst/>
                <a:rect l="l" t="t" r="r" b="b"/>
                <a:pathLst>
                  <a:path w="4166" h="4166" fill="none" extrusionOk="0">
                    <a:moveTo>
                      <a:pt x="4166" y="2083"/>
                    </a:moveTo>
                    <a:cubicBezTo>
                      <a:pt x="4166" y="3228"/>
                      <a:pt x="3229" y="4166"/>
                      <a:pt x="2083" y="4166"/>
                    </a:cubicBezTo>
                    <a:cubicBezTo>
                      <a:pt x="938" y="4166"/>
                      <a:pt x="1" y="3228"/>
                      <a:pt x="1" y="2083"/>
                    </a:cubicBezTo>
                    <a:cubicBezTo>
                      <a:pt x="1" y="938"/>
                      <a:pt x="938" y="0"/>
                      <a:pt x="2083" y="0"/>
                    </a:cubicBezTo>
                    <a:cubicBezTo>
                      <a:pt x="3229" y="0"/>
                      <a:pt x="4166" y="938"/>
                      <a:pt x="4166" y="2083"/>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886"/>
        <p:cNvGrpSpPr/>
        <p:nvPr/>
      </p:nvGrpSpPr>
      <p:grpSpPr>
        <a:xfrm>
          <a:off x="0" y="0"/>
          <a:ext cx="0" cy="0"/>
          <a:chOff x="0" y="0"/>
          <a:chExt cx="0" cy="0"/>
        </a:xfrm>
      </p:grpSpPr>
      <p:sp>
        <p:nvSpPr>
          <p:cNvPr id="887" name="Google Shape;887;p21"/>
          <p:cNvSpPr txBox="1">
            <a:spLocks noGrp="1"/>
          </p:cNvSpPr>
          <p:nvPr>
            <p:ph type="title"/>
          </p:nvPr>
        </p:nvSpPr>
        <p:spPr>
          <a:xfrm>
            <a:off x="5368075" y="1567700"/>
            <a:ext cx="3062700" cy="913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888" name="Google Shape;888;p21"/>
          <p:cNvSpPr txBox="1">
            <a:spLocks noGrp="1"/>
          </p:cNvSpPr>
          <p:nvPr>
            <p:ph type="subTitle" idx="1"/>
          </p:nvPr>
        </p:nvSpPr>
        <p:spPr>
          <a:xfrm>
            <a:off x="5368075" y="2557000"/>
            <a:ext cx="3062700" cy="1018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grpSp>
        <p:nvGrpSpPr>
          <p:cNvPr id="889" name="Google Shape;889;p21"/>
          <p:cNvGrpSpPr/>
          <p:nvPr/>
        </p:nvGrpSpPr>
        <p:grpSpPr>
          <a:xfrm>
            <a:off x="-583429" y="-602550"/>
            <a:ext cx="9575029" cy="6048775"/>
            <a:chOff x="-583429" y="-602550"/>
            <a:chExt cx="9575029" cy="6048775"/>
          </a:xfrm>
        </p:grpSpPr>
        <p:grpSp>
          <p:nvGrpSpPr>
            <p:cNvPr id="890" name="Google Shape;890;p21"/>
            <p:cNvGrpSpPr/>
            <p:nvPr/>
          </p:nvGrpSpPr>
          <p:grpSpPr>
            <a:xfrm>
              <a:off x="-583429" y="-602550"/>
              <a:ext cx="4882229" cy="2938025"/>
              <a:chOff x="-583429" y="-602550"/>
              <a:chExt cx="4882229" cy="2938025"/>
            </a:xfrm>
          </p:grpSpPr>
          <p:grpSp>
            <p:nvGrpSpPr>
              <p:cNvPr id="891" name="Google Shape;891;p21"/>
              <p:cNvGrpSpPr/>
              <p:nvPr/>
            </p:nvGrpSpPr>
            <p:grpSpPr>
              <a:xfrm>
                <a:off x="1161971" y="-496875"/>
                <a:ext cx="556075" cy="1443800"/>
                <a:chOff x="1386400" y="363550"/>
                <a:chExt cx="556075" cy="1443800"/>
              </a:xfrm>
            </p:grpSpPr>
            <p:sp>
              <p:nvSpPr>
                <p:cNvPr id="892" name="Google Shape;892;p21"/>
                <p:cNvSpPr/>
                <p:nvPr/>
              </p:nvSpPr>
              <p:spPr>
                <a:xfrm>
                  <a:off x="1574875" y="739475"/>
                  <a:ext cx="164550" cy="671125"/>
                </a:xfrm>
                <a:custGeom>
                  <a:avLst/>
                  <a:gdLst/>
                  <a:ahLst/>
                  <a:cxnLst/>
                  <a:rect l="l" t="t" r="r" b="b"/>
                  <a:pathLst>
                    <a:path w="6582" h="26845" fill="none" extrusionOk="0">
                      <a:moveTo>
                        <a:pt x="1" y="0"/>
                      </a:moveTo>
                      <a:lnTo>
                        <a:pt x="3458" y="0"/>
                      </a:lnTo>
                      <a:cubicBezTo>
                        <a:pt x="5187" y="0"/>
                        <a:pt x="6582" y="1395"/>
                        <a:pt x="6582" y="3124"/>
                      </a:cubicBezTo>
                      <a:lnTo>
                        <a:pt x="6582" y="26845"/>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1"/>
                <p:cNvSpPr/>
                <p:nvPr/>
              </p:nvSpPr>
              <p:spPr>
                <a:xfrm>
                  <a:off x="1595200" y="363550"/>
                  <a:ext cx="36450" cy="36475"/>
                </a:xfrm>
                <a:custGeom>
                  <a:avLst/>
                  <a:gdLst/>
                  <a:ahLst/>
                  <a:cxnLst/>
                  <a:rect l="l" t="t" r="r" b="b"/>
                  <a:pathLst>
                    <a:path w="1458" h="1459" extrusionOk="0">
                      <a:moveTo>
                        <a:pt x="729" y="1"/>
                      </a:moveTo>
                      <a:cubicBezTo>
                        <a:pt x="313" y="1"/>
                        <a:pt x="0" y="334"/>
                        <a:pt x="0" y="730"/>
                      </a:cubicBezTo>
                      <a:cubicBezTo>
                        <a:pt x="0" y="1125"/>
                        <a:pt x="313" y="1459"/>
                        <a:pt x="729" y="1459"/>
                      </a:cubicBezTo>
                      <a:cubicBezTo>
                        <a:pt x="1125" y="1459"/>
                        <a:pt x="1458" y="1125"/>
                        <a:pt x="1458" y="730"/>
                      </a:cubicBezTo>
                      <a:cubicBezTo>
                        <a:pt x="1458" y="334"/>
                        <a:pt x="1125" y="1"/>
                        <a:pt x="7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1"/>
                <p:cNvSpPr/>
                <p:nvPr/>
              </p:nvSpPr>
              <p:spPr>
                <a:xfrm>
                  <a:off x="1906025" y="1770875"/>
                  <a:ext cx="36450" cy="36475"/>
                </a:xfrm>
                <a:custGeom>
                  <a:avLst/>
                  <a:gdLst/>
                  <a:ahLst/>
                  <a:cxnLst/>
                  <a:rect l="l" t="t" r="r" b="b"/>
                  <a:pathLst>
                    <a:path w="1458" h="1459" extrusionOk="0">
                      <a:moveTo>
                        <a:pt x="729" y="0"/>
                      </a:moveTo>
                      <a:cubicBezTo>
                        <a:pt x="333" y="0"/>
                        <a:pt x="0" y="333"/>
                        <a:pt x="0" y="729"/>
                      </a:cubicBezTo>
                      <a:cubicBezTo>
                        <a:pt x="0" y="1146"/>
                        <a:pt x="333" y="1458"/>
                        <a:pt x="729" y="1458"/>
                      </a:cubicBezTo>
                      <a:cubicBezTo>
                        <a:pt x="1125" y="1458"/>
                        <a:pt x="1458" y="1146"/>
                        <a:pt x="1458" y="729"/>
                      </a:cubicBezTo>
                      <a:cubicBezTo>
                        <a:pt x="1458" y="333"/>
                        <a:pt x="1125" y="0"/>
                        <a:pt x="7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1"/>
                <p:cNvSpPr/>
                <p:nvPr/>
              </p:nvSpPr>
              <p:spPr>
                <a:xfrm>
                  <a:off x="1718075" y="1410575"/>
                  <a:ext cx="43225" cy="100000"/>
                </a:xfrm>
                <a:custGeom>
                  <a:avLst/>
                  <a:gdLst/>
                  <a:ahLst/>
                  <a:cxnLst/>
                  <a:rect l="l" t="t" r="r" b="b"/>
                  <a:pathLst>
                    <a:path w="1729" h="4000" fill="none" extrusionOk="0">
                      <a:moveTo>
                        <a:pt x="375" y="1"/>
                      </a:moveTo>
                      <a:lnTo>
                        <a:pt x="1375" y="1"/>
                      </a:lnTo>
                      <a:cubicBezTo>
                        <a:pt x="1562" y="1"/>
                        <a:pt x="1729" y="146"/>
                        <a:pt x="1729" y="355"/>
                      </a:cubicBezTo>
                      <a:lnTo>
                        <a:pt x="1729" y="3624"/>
                      </a:lnTo>
                      <a:cubicBezTo>
                        <a:pt x="1729" y="3833"/>
                        <a:pt x="1562" y="3999"/>
                        <a:pt x="1375" y="3999"/>
                      </a:cubicBezTo>
                      <a:lnTo>
                        <a:pt x="375" y="3999"/>
                      </a:lnTo>
                      <a:cubicBezTo>
                        <a:pt x="167" y="3999"/>
                        <a:pt x="0" y="3833"/>
                        <a:pt x="0" y="3624"/>
                      </a:cubicBezTo>
                      <a:lnTo>
                        <a:pt x="0" y="355"/>
                      </a:lnTo>
                      <a:cubicBezTo>
                        <a:pt x="0" y="146"/>
                        <a:pt x="167" y="1"/>
                        <a:pt x="375" y="1"/>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1"/>
                <p:cNvSpPr/>
                <p:nvPr/>
              </p:nvSpPr>
              <p:spPr>
                <a:xfrm>
                  <a:off x="1481175" y="699900"/>
                  <a:ext cx="93725" cy="93225"/>
                </a:xfrm>
                <a:custGeom>
                  <a:avLst/>
                  <a:gdLst/>
                  <a:ahLst/>
                  <a:cxnLst/>
                  <a:rect l="l" t="t" r="r" b="b"/>
                  <a:pathLst>
                    <a:path w="3749" h="3729" fill="none" extrusionOk="0">
                      <a:moveTo>
                        <a:pt x="3749" y="1854"/>
                      </a:moveTo>
                      <a:cubicBezTo>
                        <a:pt x="3749" y="2895"/>
                        <a:pt x="2916" y="3728"/>
                        <a:pt x="1875" y="3728"/>
                      </a:cubicBezTo>
                      <a:cubicBezTo>
                        <a:pt x="854" y="3728"/>
                        <a:pt x="0" y="2895"/>
                        <a:pt x="0" y="1854"/>
                      </a:cubicBezTo>
                      <a:cubicBezTo>
                        <a:pt x="0" y="833"/>
                        <a:pt x="854" y="0"/>
                        <a:pt x="1875" y="0"/>
                      </a:cubicBezTo>
                      <a:cubicBezTo>
                        <a:pt x="2916" y="0"/>
                        <a:pt x="3749" y="833"/>
                        <a:pt x="3749" y="1854"/>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1"/>
                <p:cNvSpPr/>
                <p:nvPr/>
              </p:nvSpPr>
              <p:spPr>
                <a:xfrm>
                  <a:off x="1386400" y="381775"/>
                  <a:ext cx="208300" cy="364475"/>
                </a:xfrm>
                <a:custGeom>
                  <a:avLst/>
                  <a:gdLst/>
                  <a:ahLst/>
                  <a:cxnLst/>
                  <a:rect l="l" t="t" r="r" b="b"/>
                  <a:pathLst>
                    <a:path w="8332" h="14579" fill="none" extrusionOk="0">
                      <a:moveTo>
                        <a:pt x="3812" y="14579"/>
                      </a:moveTo>
                      <a:lnTo>
                        <a:pt x="1896" y="14579"/>
                      </a:lnTo>
                      <a:cubicBezTo>
                        <a:pt x="855" y="14579"/>
                        <a:pt x="1" y="13184"/>
                        <a:pt x="1" y="11455"/>
                      </a:cubicBezTo>
                      <a:lnTo>
                        <a:pt x="1" y="3125"/>
                      </a:lnTo>
                      <a:cubicBezTo>
                        <a:pt x="1" y="1396"/>
                        <a:pt x="1396" y="1"/>
                        <a:pt x="3125" y="1"/>
                      </a:cubicBezTo>
                      <a:lnTo>
                        <a:pt x="8331" y="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1"/>
                <p:cNvSpPr/>
                <p:nvPr/>
              </p:nvSpPr>
              <p:spPr>
                <a:xfrm>
                  <a:off x="1739925" y="1510550"/>
                  <a:ext cx="166125" cy="275450"/>
                </a:xfrm>
                <a:custGeom>
                  <a:avLst/>
                  <a:gdLst/>
                  <a:ahLst/>
                  <a:cxnLst/>
                  <a:rect l="l" t="t" r="r" b="b"/>
                  <a:pathLst>
                    <a:path w="6645" h="11018" fill="none" extrusionOk="0">
                      <a:moveTo>
                        <a:pt x="1" y="0"/>
                      </a:moveTo>
                      <a:lnTo>
                        <a:pt x="1" y="7893"/>
                      </a:lnTo>
                      <a:cubicBezTo>
                        <a:pt x="1" y="9622"/>
                        <a:pt x="1396" y="11017"/>
                        <a:pt x="3125" y="11017"/>
                      </a:cubicBezTo>
                      <a:lnTo>
                        <a:pt x="6644" y="11017"/>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9" name="Google Shape;899;p21"/>
              <p:cNvGrpSpPr/>
              <p:nvPr/>
            </p:nvGrpSpPr>
            <p:grpSpPr>
              <a:xfrm>
                <a:off x="3216350" y="-602550"/>
                <a:ext cx="329575" cy="829925"/>
                <a:chOff x="3799100" y="257875"/>
                <a:chExt cx="329575" cy="829925"/>
              </a:xfrm>
            </p:grpSpPr>
            <p:sp>
              <p:nvSpPr>
                <p:cNvPr id="900" name="Google Shape;900;p21"/>
                <p:cNvSpPr/>
                <p:nvPr/>
              </p:nvSpPr>
              <p:spPr>
                <a:xfrm>
                  <a:off x="3815225" y="512475"/>
                  <a:ext cx="25" cy="185875"/>
                </a:xfrm>
                <a:custGeom>
                  <a:avLst/>
                  <a:gdLst/>
                  <a:ahLst/>
                  <a:cxnLst/>
                  <a:rect l="l" t="t" r="r" b="b"/>
                  <a:pathLst>
                    <a:path w="1" h="7435" fill="none" extrusionOk="0">
                      <a:moveTo>
                        <a:pt x="1" y="0"/>
                      </a:moveTo>
                      <a:lnTo>
                        <a:pt x="1" y="7435"/>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1"/>
                <p:cNvSpPr/>
                <p:nvPr/>
              </p:nvSpPr>
              <p:spPr>
                <a:xfrm>
                  <a:off x="4069300" y="1028425"/>
                  <a:ext cx="59375" cy="59375"/>
                </a:xfrm>
                <a:custGeom>
                  <a:avLst/>
                  <a:gdLst/>
                  <a:ahLst/>
                  <a:cxnLst/>
                  <a:rect l="l" t="t" r="r" b="b"/>
                  <a:pathLst>
                    <a:path w="2375" h="2375" extrusionOk="0">
                      <a:moveTo>
                        <a:pt x="1188" y="1"/>
                      </a:moveTo>
                      <a:cubicBezTo>
                        <a:pt x="521" y="1"/>
                        <a:pt x="1" y="542"/>
                        <a:pt x="1" y="1188"/>
                      </a:cubicBezTo>
                      <a:cubicBezTo>
                        <a:pt x="1" y="1854"/>
                        <a:pt x="521" y="2375"/>
                        <a:pt x="1188" y="2375"/>
                      </a:cubicBezTo>
                      <a:cubicBezTo>
                        <a:pt x="1833" y="2375"/>
                        <a:pt x="2375" y="1854"/>
                        <a:pt x="2375" y="1188"/>
                      </a:cubicBezTo>
                      <a:cubicBezTo>
                        <a:pt x="2375" y="542"/>
                        <a:pt x="1833" y="1"/>
                        <a:pt x="11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1"/>
                <p:cNvSpPr/>
                <p:nvPr/>
              </p:nvSpPr>
              <p:spPr>
                <a:xfrm>
                  <a:off x="3821475" y="784775"/>
                  <a:ext cx="277525" cy="273350"/>
                </a:xfrm>
                <a:custGeom>
                  <a:avLst/>
                  <a:gdLst/>
                  <a:ahLst/>
                  <a:cxnLst/>
                  <a:rect l="l" t="t" r="r" b="b"/>
                  <a:pathLst>
                    <a:path w="11101" h="10934" fill="none" extrusionOk="0">
                      <a:moveTo>
                        <a:pt x="1" y="0"/>
                      </a:moveTo>
                      <a:lnTo>
                        <a:pt x="1" y="7810"/>
                      </a:lnTo>
                      <a:cubicBezTo>
                        <a:pt x="1" y="9517"/>
                        <a:pt x="1396" y="10934"/>
                        <a:pt x="3124" y="10934"/>
                      </a:cubicBezTo>
                      <a:lnTo>
                        <a:pt x="11101" y="10934"/>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1"/>
                <p:cNvSpPr/>
                <p:nvPr/>
              </p:nvSpPr>
              <p:spPr>
                <a:xfrm>
                  <a:off x="3799100" y="408325"/>
                  <a:ext cx="44275" cy="102600"/>
                </a:xfrm>
                <a:custGeom>
                  <a:avLst/>
                  <a:gdLst/>
                  <a:ahLst/>
                  <a:cxnLst/>
                  <a:rect l="l" t="t" r="r" b="b"/>
                  <a:pathLst>
                    <a:path w="1771" h="4104" fill="none" extrusionOk="0">
                      <a:moveTo>
                        <a:pt x="375" y="1"/>
                      </a:moveTo>
                      <a:lnTo>
                        <a:pt x="1395" y="1"/>
                      </a:lnTo>
                      <a:cubicBezTo>
                        <a:pt x="1604" y="1"/>
                        <a:pt x="1770" y="168"/>
                        <a:pt x="1770" y="376"/>
                      </a:cubicBezTo>
                      <a:lnTo>
                        <a:pt x="1770" y="3729"/>
                      </a:lnTo>
                      <a:cubicBezTo>
                        <a:pt x="1770" y="3937"/>
                        <a:pt x="1604" y="4104"/>
                        <a:pt x="1395" y="4104"/>
                      </a:cubicBezTo>
                      <a:lnTo>
                        <a:pt x="375" y="4104"/>
                      </a:lnTo>
                      <a:cubicBezTo>
                        <a:pt x="167" y="4104"/>
                        <a:pt x="0" y="3937"/>
                        <a:pt x="0" y="3729"/>
                      </a:cubicBezTo>
                      <a:lnTo>
                        <a:pt x="0" y="376"/>
                      </a:lnTo>
                      <a:cubicBezTo>
                        <a:pt x="0" y="168"/>
                        <a:pt x="167" y="1"/>
                        <a:pt x="375" y="1"/>
                      </a:cubicBezTo>
                      <a:close/>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1"/>
                <p:cNvSpPr/>
                <p:nvPr/>
              </p:nvSpPr>
              <p:spPr>
                <a:xfrm>
                  <a:off x="3821475" y="257875"/>
                  <a:ext cx="25" cy="142150"/>
                </a:xfrm>
                <a:custGeom>
                  <a:avLst/>
                  <a:gdLst/>
                  <a:ahLst/>
                  <a:cxnLst/>
                  <a:rect l="l" t="t" r="r" b="b"/>
                  <a:pathLst>
                    <a:path w="1" h="5686" fill="none" extrusionOk="0">
                      <a:moveTo>
                        <a:pt x="1" y="5686"/>
                      </a:moveTo>
                      <a:lnTo>
                        <a:pt x="1" y="0"/>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5" name="Google Shape;905;p21"/>
              <p:cNvGrpSpPr/>
              <p:nvPr/>
            </p:nvGrpSpPr>
            <p:grpSpPr>
              <a:xfrm>
                <a:off x="1561875" y="-597875"/>
                <a:ext cx="1385975" cy="1132950"/>
                <a:chOff x="2297025" y="262550"/>
                <a:chExt cx="1385975" cy="1132950"/>
              </a:xfrm>
            </p:grpSpPr>
            <p:sp>
              <p:nvSpPr>
                <p:cNvPr id="906" name="Google Shape;906;p21"/>
                <p:cNvSpPr/>
                <p:nvPr/>
              </p:nvSpPr>
              <p:spPr>
                <a:xfrm>
                  <a:off x="2297025" y="262550"/>
                  <a:ext cx="122900" cy="160900"/>
                </a:xfrm>
                <a:custGeom>
                  <a:avLst/>
                  <a:gdLst/>
                  <a:ahLst/>
                  <a:cxnLst/>
                  <a:rect l="l" t="t" r="r" b="b"/>
                  <a:pathLst>
                    <a:path w="4916" h="6436" fill="none" extrusionOk="0">
                      <a:moveTo>
                        <a:pt x="4915" y="6436"/>
                      </a:moveTo>
                      <a:lnTo>
                        <a:pt x="2458" y="6436"/>
                      </a:lnTo>
                      <a:cubicBezTo>
                        <a:pt x="1104" y="6436"/>
                        <a:pt x="0" y="5041"/>
                        <a:pt x="0" y="3312"/>
                      </a:cubicBezTo>
                      <a:lnTo>
                        <a:pt x="0" y="1"/>
                      </a:lnTo>
                    </a:path>
                  </a:pathLst>
                </a:custGeom>
                <a:noFill/>
                <a:ln w="1302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1"/>
                <p:cNvSpPr/>
                <p:nvPr/>
              </p:nvSpPr>
              <p:spPr>
                <a:xfrm>
                  <a:off x="2522975" y="422400"/>
                  <a:ext cx="1139200" cy="940300"/>
                </a:xfrm>
                <a:custGeom>
                  <a:avLst/>
                  <a:gdLst/>
                  <a:ahLst/>
                  <a:cxnLst/>
                  <a:rect l="l" t="t" r="r" b="b"/>
                  <a:pathLst>
                    <a:path w="45568" h="37612" fill="none" extrusionOk="0">
                      <a:moveTo>
                        <a:pt x="1" y="0"/>
                      </a:moveTo>
                      <a:lnTo>
                        <a:pt x="2958" y="0"/>
                      </a:lnTo>
                      <a:cubicBezTo>
                        <a:pt x="4583" y="0"/>
                        <a:pt x="5915" y="1396"/>
                        <a:pt x="5915" y="3124"/>
                      </a:cubicBezTo>
                      <a:lnTo>
                        <a:pt x="5915" y="9788"/>
                      </a:lnTo>
                      <a:cubicBezTo>
                        <a:pt x="5915" y="11517"/>
                        <a:pt x="7332" y="12912"/>
                        <a:pt x="9039" y="12912"/>
                      </a:cubicBezTo>
                      <a:lnTo>
                        <a:pt x="21431" y="12912"/>
                      </a:lnTo>
                      <a:cubicBezTo>
                        <a:pt x="23159" y="12912"/>
                        <a:pt x="24555" y="14308"/>
                        <a:pt x="24555" y="16036"/>
                      </a:cubicBezTo>
                      <a:lnTo>
                        <a:pt x="24555" y="21097"/>
                      </a:lnTo>
                      <a:cubicBezTo>
                        <a:pt x="24555" y="22825"/>
                        <a:pt x="25950" y="24221"/>
                        <a:pt x="27678" y="24221"/>
                      </a:cubicBezTo>
                      <a:lnTo>
                        <a:pt x="42444" y="24221"/>
                      </a:lnTo>
                      <a:cubicBezTo>
                        <a:pt x="44173" y="24221"/>
                        <a:pt x="45568" y="25616"/>
                        <a:pt x="45568" y="27345"/>
                      </a:cubicBezTo>
                      <a:lnTo>
                        <a:pt x="45568" y="37612"/>
                      </a:lnTo>
                    </a:path>
                  </a:pathLst>
                </a:custGeom>
                <a:noFill/>
                <a:ln w="1302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1"/>
                <p:cNvSpPr/>
                <p:nvPr/>
              </p:nvSpPr>
              <p:spPr>
                <a:xfrm>
                  <a:off x="2419900" y="401050"/>
                  <a:ext cx="103100" cy="44275"/>
                </a:xfrm>
                <a:custGeom>
                  <a:avLst/>
                  <a:gdLst/>
                  <a:ahLst/>
                  <a:cxnLst/>
                  <a:rect l="l" t="t" r="r" b="b"/>
                  <a:pathLst>
                    <a:path w="4124" h="1771" fill="none" extrusionOk="0">
                      <a:moveTo>
                        <a:pt x="396" y="0"/>
                      </a:moveTo>
                      <a:lnTo>
                        <a:pt x="3728" y="0"/>
                      </a:lnTo>
                      <a:cubicBezTo>
                        <a:pt x="3936" y="0"/>
                        <a:pt x="4124" y="188"/>
                        <a:pt x="4124" y="396"/>
                      </a:cubicBezTo>
                      <a:lnTo>
                        <a:pt x="4124" y="1396"/>
                      </a:lnTo>
                      <a:cubicBezTo>
                        <a:pt x="4124" y="1604"/>
                        <a:pt x="3936" y="1771"/>
                        <a:pt x="3728" y="1771"/>
                      </a:cubicBezTo>
                      <a:lnTo>
                        <a:pt x="396" y="1771"/>
                      </a:lnTo>
                      <a:cubicBezTo>
                        <a:pt x="188" y="1771"/>
                        <a:pt x="0" y="1604"/>
                        <a:pt x="0" y="1396"/>
                      </a:cubicBezTo>
                      <a:lnTo>
                        <a:pt x="0" y="396"/>
                      </a:lnTo>
                      <a:cubicBezTo>
                        <a:pt x="0" y="188"/>
                        <a:pt x="188" y="0"/>
                        <a:pt x="396" y="0"/>
                      </a:cubicBezTo>
                      <a:close/>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1"/>
                <p:cNvSpPr/>
                <p:nvPr/>
              </p:nvSpPr>
              <p:spPr>
                <a:xfrm>
                  <a:off x="3384650" y="1008650"/>
                  <a:ext cx="103125" cy="44275"/>
                </a:xfrm>
                <a:custGeom>
                  <a:avLst/>
                  <a:gdLst/>
                  <a:ahLst/>
                  <a:cxnLst/>
                  <a:rect l="l" t="t" r="r" b="b"/>
                  <a:pathLst>
                    <a:path w="4125" h="1771" extrusionOk="0">
                      <a:moveTo>
                        <a:pt x="396" y="0"/>
                      </a:moveTo>
                      <a:cubicBezTo>
                        <a:pt x="188" y="0"/>
                        <a:pt x="1" y="167"/>
                        <a:pt x="1" y="375"/>
                      </a:cubicBezTo>
                      <a:lnTo>
                        <a:pt x="1" y="1395"/>
                      </a:lnTo>
                      <a:cubicBezTo>
                        <a:pt x="1" y="1604"/>
                        <a:pt x="188" y="1770"/>
                        <a:pt x="396" y="1770"/>
                      </a:cubicBezTo>
                      <a:lnTo>
                        <a:pt x="3729" y="1770"/>
                      </a:lnTo>
                      <a:cubicBezTo>
                        <a:pt x="3937" y="1770"/>
                        <a:pt x="4124" y="1604"/>
                        <a:pt x="4124" y="1395"/>
                      </a:cubicBezTo>
                      <a:lnTo>
                        <a:pt x="4124" y="375"/>
                      </a:lnTo>
                      <a:cubicBezTo>
                        <a:pt x="4124" y="167"/>
                        <a:pt x="3937" y="0"/>
                        <a:pt x="37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1"/>
                <p:cNvSpPr/>
                <p:nvPr/>
              </p:nvSpPr>
              <p:spPr>
                <a:xfrm>
                  <a:off x="3099850" y="842025"/>
                  <a:ext cx="71875" cy="71875"/>
                </a:xfrm>
                <a:custGeom>
                  <a:avLst/>
                  <a:gdLst/>
                  <a:ahLst/>
                  <a:cxnLst/>
                  <a:rect l="l" t="t" r="r" b="b"/>
                  <a:pathLst>
                    <a:path w="2875" h="2875" extrusionOk="0">
                      <a:moveTo>
                        <a:pt x="1438" y="1"/>
                      </a:moveTo>
                      <a:cubicBezTo>
                        <a:pt x="647" y="1"/>
                        <a:pt x="1" y="646"/>
                        <a:pt x="1" y="1438"/>
                      </a:cubicBezTo>
                      <a:cubicBezTo>
                        <a:pt x="1" y="2229"/>
                        <a:pt x="647" y="2875"/>
                        <a:pt x="1438" y="2875"/>
                      </a:cubicBezTo>
                      <a:cubicBezTo>
                        <a:pt x="2229" y="2875"/>
                        <a:pt x="2875" y="2229"/>
                        <a:pt x="2875" y="1438"/>
                      </a:cubicBezTo>
                      <a:cubicBezTo>
                        <a:pt x="2875" y="646"/>
                        <a:pt x="2229" y="1"/>
                        <a:pt x="14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1"/>
                <p:cNvSpPr/>
                <p:nvPr/>
              </p:nvSpPr>
              <p:spPr>
                <a:xfrm>
                  <a:off x="3641850" y="1354875"/>
                  <a:ext cx="41150" cy="40625"/>
                </a:xfrm>
                <a:custGeom>
                  <a:avLst/>
                  <a:gdLst/>
                  <a:ahLst/>
                  <a:cxnLst/>
                  <a:rect l="l" t="t" r="r" b="b"/>
                  <a:pathLst>
                    <a:path w="1646" h="1625" fill="none" extrusionOk="0">
                      <a:moveTo>
                        <a:pt x="1646" y="813"/>
                      </a:moveTo>
                      <a:cubicBezTo>
                        <a:pt x="1646" y="1271"/>
                        <a:pt x="1271" y="1625"/>
                        <a:pt x="813" y="1625"/>
                      </a:cubicBezTo>
                      <a:cubicBezTo>
                        <a:pt x="376" y="1625"/>
                        <a:pt x="1" y="1271"/>
                        <a:pt x="1" y="813"/>
                      </a:cubicBezTo>
                      <a:cubicBezTo>
                        <a:pt x="1" y="354"/>
                        <a:pt x="376" y="0"/>
                        <a:pt x="813" y="0"/>
                      </a:cubicBezTo>
                      <a:cubicBezTo>
                        <a:pt x="1271" y="0"/>
                        <a:pt x="1646" y="354"/>
                        <a:pt x="1646" y="813"/>
                      </a:cubicBezTo>
                      <a:close/>
                    </a:path>
                  </a:pathLst>
                </a:custGeom>
                <a:noFill/>
                <a:ln w="1302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2" name="Google Shape;912;p21"/>
              <p:cNvGrpSpPr/>
              <p:nvPr/>
            </p:nvGrpSpPr>
            <p:grpSpPr>
              <a:xfrm>
                <a:off x="-21454" y="598050"/>
                <a:ext cx="1504175" cy="188500"/>
                <a:chOff x="202975" y="1458475"/>
                <a:chExt cx="1504175" cy="188500"/>
              </a:xfrm>
            </p:grpSpPr>
            <p:sp>
              <p:nvSpPr>
                <p:cNvPr id="913" name="Google Shape;913;p21"/>
                <p:cNvSpPr/>
                <p:nvPr/>
              </p:nvSpPr>
              <p:spPr>
                <a:xfrm>
                  <a:off x="202975" y="1458475"/>
                  <a:ext cx="1504175" cy="157775"/>
                </a:xfrm>
                <a:custGeom>
                  <a:avLst/>
                  <a:gdLst/>
                  <a:ahLst/>
                  <a:cxnLst/>
                  <a:rect l="l" t="t" r="r" b="b"/>
                  <a:pathLst>
                    <a:path w="60167" h="6311" fill="none" extrusionOk="0">
                      <a:moveTo>
                        <a:pt x="1" y="6311"/>
                      </a:moveTo>
                      <a:lnTo>
                        <a:pt x="24284" y="6311"/>
                      </a:lnTo>
                      <a:cubicBezTo>
                        <a:pt x="26012" y="6311"/>
                        <a:pt x="27408" y="4916"/>
                        <a:pt x="27408" y="3187"/>
                      </a:cubicBezTo>
                      <a:cubicBezTo>
                        <a:pt x="27408" y="1459"/>
                        <a:pt x="28803" y="63"/>
                        <a:pt x="30531" y="63"/>
                      </a:cubicBezTo>
                      <a:lnTo>
                        <a:pt x="60167" y="1"/>
                      </a:ln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1"/>
                <p:cNvSpPr/>
                <p:nvPr/>
              </p:nvSpPr>
              <p:spPr>
                <a:xfrm>
                  <a:off x="326375" y="1572500"/>
                  <a:ext cx="74475" cy="74475"/>
                </a:xfrm>
                <a:custGeom>
                  <a:avLst/>
                  <a:gdLst/>
                  <a:ahLst/>
                  <a:cxnLst/>
                  <a:rect l="l" t="t" r="r" b="b"/>
                  <a:pathLst>
                    <a:path w="2979" h="2979" extrusionOk="0">
                      <a:moveTo>
                        <a:pt x="1500" y="1"/>
                      </a:moveTo>
                      <a:cubicBezTo>
                        <a:pt x="667" y="1"/>
                        <a:pt x="0" y="667"/>
                        <a:pt x="0" y="1500"/>
                      </a:cubicBezTo>
                      <a:cubicBezTo>
                        <a:pt x="0" y="2312"/>
                        <a:pt x="667" y="2979"/>
                        <a:pt x="1500" y="2979"/>
                      </a:cubicBezTo>
                      <a:cubicBezTo>
                        <a:pt x="2312" y="2979"/>
                        <a:pt x="2979" y="2312"/>
                        <a:pt x="2979" y="1500"/>
                      </a:cubicBezTo>
                      <a:cubicBezTo>
                        <a:pt x="2979" y="667"/>
                        <a:pt x="2312" y="1"/>
                        <a:pt x="1500"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5" name="Google Shape;915;p21"/>
              <p:cNvGrpSpPr/>
              <p:nvPr/>
            </p:nvGrpSpPr>
            <p:grpSpPr>
              <a:xfrm>
                <a:off x="1300175" y="-527925"/>
                <a:ext cx="942400" cy="1626525"/>
                <a:chOff x="1959125" y="256300"/>
                <a:chExt cx="942400" cy="1626525"/>
              </a:xfrm>
            </p:grpSpPr>
            <p:sp>
              <p:nvSpPr>
                <p:cNvPr id="916" name="Google Shape;916;p21"/>
                <p:cNvSpPr/>
                <p:nvPr/>
              </p:nvSpPr>
              <p:spPr>
                <a:xfrm>
                  <a:off x="1959125" y="256300"/>
                  <a:ext cx="25" cy="328050"/>
                </a:xfrm>
                <a:custGeom>
                  <a:avLst/>
                  <a:gdLst/>
                  <a:ahLst/>
                  <a:cxnLst/>
                  <a:rect l="l" t="t" r="r" b="b"/>
                  <a:pathLst>
                    <a:path w="1" h="13122" fill="none" extrusionOk="0">
                      <a:moveTo>
                        <a:pt x="0" y="13121"/>
                      </a:moveTo>
                      <a:lnTo>
                        <a:pt x="0" y="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1"/>
                <p:cNvSpPr/>
                <p:nvPr/>
              </p:nvSpPr>
              <p:spPr>
                <a:xfrm>
                  <a:off x="1959125" y="645225"/>
                  <a:ext cx="912200" cy="1210525"/>
                </a:xfrm>
                <a:custGeom>
                  <a:avLst/>
                  <a:gdLst/>
                  <a:ahLst/>
                  <a:cxnLst/>
                  <a:rect l="l" t="t" r="r" b="b"/>
                  <a:pathLst>
                    <a:path w="36488" h="48421" fill="none" extrusionOk="0">
                      <a:moveTo>
                        <a:pt x="0" y="1"/>
                      </a:moveTo>
                      <a:lnTo>
                        <a:pt x="0" y="9435"/>
                      </a:lnTo>
                      <a:cubicBezTo>
                        <a:pt x="0" y="11143"/>
                        <a:pt x="1396" y="12559"/>
                        <a:pt x="3124" y="12559"/>
                      </a:cubicBezTo>
                      <a:lnTo>
                        <a:pt x="21993" y="12496"/>
                      </a:lnTo>
                      <a:cubicBezTo>
                        <a:pt x="23721" y="12496"/>
                        <a:pt x="25116" y="13892"/>
                        <a:pt x="25116" y="15620"/>
                      </a:cubicBezTo>
                      <a:lnTo>
                        <a:pt x="25033" y="45297"/>
                      </a:lnTo>
                      <a:cubicBezTo>
                        <a:pt x="25033" y="47026"/>
                        <a:pt x="26428" y="48421"/>
                        <a:pt x="28157" y="48421"/>
                      </a:cubicBezTo>
                      <a:lnTo>
                        <a:pt x="36487" y="4842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1"/>
                <p:cNvSpPr/>
                <p:nvPr/>
              </p:nvSpPr>
              <p:spPr>
                <a:xfrm>
                  <a:off x="2549525" y="1722975"/>
                  <a:ext cx="71875" cy="71875"/>
                </a:xfrm>
                <a:custGeom>
                  <a:avLst/>
                  <a:gdLst/>
                  <a:ahLst/>
                  <a:cxnLst/>
                  <a:rect l="l" t="t" r="r" b="b"/>
                  <a:pathLst>
                    <a:path w="2875" h="2875" extrusionOk="0">
                      <a:moveTo>
                        <a:pt x="1438" y="0"/>
                      </a:moveTo>
                      <a:cubicBezTo>
                        <a:pt x="647" y="0"/>
                        <a:pt x="1" y="646"/>
                        <a:pt x="1" y="1437"/>
                      </a:cubicBezTo>
                      <a:cubicBezTo>
                        <a:pt x="1" y="2229"/>
                        <a:pt x="647" y="2874"/>
                        <a:pt x="1438" y="2874"/>
                      </a:cubicBezTo>
                      <a:cubicBezTo>
                        <a:pt x="2229" y="2874"/>
                        <a:pt x="2875" y="2229"/>
                        <a:pt x="2875" y="1437"/>
                      </a:cubicBezTo>
                      <a:cubicBezTo>
                        <a:pt x="2875" y="646"/>
                        <a:pt x="2229" y="0"/>
                        <a:pt x="14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1"/>
                <p:cNvSpPr/>
                <p:nvPr/>
              </p:nvSpPr>
              <p:spPr>
                <a:xfrm>
                  <a:off x="2558400" y="1181500"/>
                  <a:ext cx="54150" cy="54175"/>
                </a:xfrm>
                <a:custGeom>
                  <a:avLst/>
                  <a:gdLst/>
                  <a:ahLst/>
                  <a:cxnLst/>
                  <a:rect l="l" t="t" r="r" b="b"/>
                  <a:pathLst>
                    <a:path w="2166" h="2167" extrusionOk="0">
                      <a:moveTo>
                        <a:pt x="1083" y="0"/>
                      </a:moveTo>
                      <a:cubicBezTo>
                        <a:pt x="479" y="0"/>
                        <a:pt x="0" y="500"/>
                        <a:pt x="0" y="1083"/>
                      </a:cubicBezTo>
                      <a:cubicBezTo>
                        <a:pt x="0" y="1687"/>
                        <a:pt x="479" y="2166"/>
                        <a:pt x="1083" y="2166"/>
                      </a:cubicBezTo>
                      <a:cubicBezTo>
                        <a:pt x="1687" y="2166"/>
                        <a:pt x="2166" y="1687"/>
                        <a:pt x="2166" y="1083"/>
                      </a:cubicBezTo>
                      <a:cubicBezTo>
                        <a:pt x="2166" y="500"/>
                        <a:pt x="1687" y="0"/>
                        <a:pt x="10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1"/>
                <p:cNvSpPr/>
                <p:nvPr/>
              </p:nvSpPr>
              <p:spPr>
                <a:xfrm>
                  <a:off x="2847350" y="1828650"/>
                  <a:ext cx="54175" cy="54175"/>
                </a:xfrm>
                <a:custGeom>
                  <a:avLst/>
                  <a:gdLst/>
                  <a:ahLst/>
                  <a:cxnLst/>
                  <a:rect l="l" t="t" r="r" b="b"/>
                  <a:pathLst>
                    <a:path w="2167" h="2167" extrusionOk="0">
                      <a:moveTo>
                        <a:pt x="1083" y="1"/>
                      </a:moveTo>
                      <a:cubicBezTo>
                        <a:pt x="479" y="1"/>
                        <a:pt x="0" y="480"/>
                        <a:pt x="0" y="1084"/>
                      </a:cubicBezTo>
                      <a:cubicBezTo>
                        <a:pt x="0" y="1667"/>
                        <a:pt x="479" y="2167"/>
                        <a:pt x="1083" y="2167"/>
                      </a:cubicBezTo>
                      <a:cubicBezTo>
                        <a:pt x="1687" y="2167"/>
                        <a:pt x="2166" y="1667"/>
                        <a:pt x="2166" y="1084"/>
                      </a:cubicBezTo>
                      <a:cubicBezTo>
                        <a:pt x="2166" y="480"/>
                        <a:pt x="1687" y="1"/>
                        <a:pt x="1083" y="1"/>
                      </a:cubicBezTo>
                      <a:close/>
                    </a:path>
                  </a:pathLst>
                </a:custGeom>
                <a:solidFill>
                  <a:srgbClr val="FFFFFF"/>
                </a:solid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1" name="Google Shape;921;p21"/>
              <p:cNvGrpSpPr/>
              <p:nvPr/>
            </p:nvGrpSpPr>
            <p:grpSpPr>
              <a:xfrm>
                <a:off x="447146" y="-373475"/>
                <a:ext cx="1055875" cy="2708950"/>
                <a:chOff x="671575" y="486950"/>
                <a:chExt cx="1055875" cy="2708950"/>
              </a:xfrm>
            </p:grpSpPr>
            <p:sp>
              <p:nvSpPr>
                <p:cNvPr id="922" name="Google Shape;922;p21"/>
                <p:cNvSpPr/>
                <p:nvPr/>
              </p:nvSpPr>
              <p:spPr>
                <a:xfrm>
                  <a:off x="1267175" y="3143825"/>
                  <a:ext cx="408225" cy="25"/>
                </a:xfrm>
                <a:custGeom>
                  <a:avLst/>
                  <a:gdLst/>
                  <a:ahLst/>
                  <a:cxnLst/>
                  <a:rect l="l" t="t" r="r" b="b"/>
                  <a:pathLst>
                    <a:path w="16329" h="1" fill="none" extrusionOk="0">
                      <a:moveTo>
                        <a:pt x="1" y="0"/>
                      </a:moveTo>
                      <a:lnTo>
                        <a:pt x="16328" y="0"/>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21"/>
                <p:cNvSpPr/>
                <p:nvPr/>
              </p:nvSpPr>
              <p:spPr>
                <a:xfrm>
                  <a:off x="721550" y="537450"/>
                  <a:ext cx="441525" cy="2606400"/>
                </a:xfrm>
                <a:custGeom>
                  <a:avLst/>
                  <a:gdLst/>
                  <a:ahLst/>
                  <a:cxnLst/>
                  <a:rect l="l" t="t" r="r" b="b"/>
                  <a:pathLst>
                    <a:path w="17661" h="104256" fill="none" extrusionOk="0">
                      <a:moveTo>
                        <a:pt x="0" y="1"/>
                      </a:moveTo>
                      <a:lnTo>
                        <a:pt x="0" y="55752"/>
                      </a:lnTo>
                      <a:cubicBezTo>
                        <a:pt x="0" y="57480"/>
                        <a:pt x="1396" y="58875"/>
                        <a:pt x="3124" y="58875"/>
                      </a:cubicBezTo>
                      <a:lnTo>
                        <a:pt x="7518" y="58875"/>
                      </a:lnTo>
                      <a:cubicBezTo>
                        <a:pt x="9247" y="58875"/>
                        <a:pt x="10642" y="60271"/>
                        <a:pt x="10642" y="61999"/>
                      </a:cubicBezTo>
                      <a:lnTo>
                        <a:pt x="10642" y="101131"/>
                      </a:lnTo>
                      <a:cubicBezTo>
                        <a:pt x="10642" y="102860"/>
                        <a:pt x="12059" y="104255"/>
                        <a:pt x="13766" y="104255"/>
                      </a:cubicBezTo>
                      <a:lnTo>
                        <a:pt x="17661" y="104255"/>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1"/>
                <p:cNvSpPr/>
                <p:nvPr/>
              </p:nvSpPr>
              <p:spPr>
                <a:xfrm>
                  <a:off x="696550" y="486950"/>
                  <a:ext cx="50525" cy="50525"/>
                </a:xfrm>
                <a:custGeom>
                  <a:avLst/>
                  <a:gdLst/>
                  <a:ahLst/>
                  <a:cxnLst/>
                  <a:rect l="l" t="t" r="r" b="b"/>
                  <a:pathLst>
                    <a:path w="2021" h="2021" fill="none" extrusionOk="0">
                      <a:moveTo>
                        <a:pt x="2021" y="1021"/>
                      </a:moveTo>
                      <a:cubicBezTo>
                        <a:pt x="2021" y="1583"/>
                        <a:pt x="1563" y="2021"/>
                        <a:pt x="1000" y="2021"/>
                      </a:cubicBezTo>
                      <a:cubicBezTo>
                        <a:pt x="438" y="2021"/>
                        <a:pt x="1" y="1583"/>
                        <a:pt x="1" y="1021"/>
                      </a:cubicBezTo>
                      <a:cubicBezTo>
                        <a:pt x="1" y="459"/>
                        <a:pt x="438" y="1"/>
                        <a:pt x="1000" y="1"/>
                      </a:cubicBezTo>
                      <a:cubicBezTo>
                        <a:pt x="1563" y="1"/>
                        <a:pt x="2021" y="459"/>
                        <a:pt x="2021" y="1021"/>
                      </a:cubicBezTo>
                      <a:close/>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21"/>
                <p:cNvSpPr/>
                <p:nvPr/>
              </p:nvSpPr>
              <p:spPr>
                <a:xfrm>
                  <a:off x="695525" y="1583950"/>
                  <a:ext cx="52075" cy="51575"/>
                </a:xfrm>
                <a:custGeom>
                  <a:avLst/>
                  <a:gdLst/>
                  <a:ahLst/>
                  <a:cxnLst/>
                  <a:rect l="l" t="t" r="r" b="b"/>
                  <a:pathLst>
                    <a:path w="2083" h="2063" extrusionOk="0">
                      <a:moveTo>
                        <a:pt x="1041" y="1"/>
                      </a:moveTo>
                      <a:cubicBezTo>
                        <a:pt x="479" y="1"/>
                        <a:pt x="0" y="459"/>
                        <a:pt x="0" y="1042"/>
                      </a:cubicBezTo>
                      <a:cubicBezTo>
                        <a:pt x="0" y="1604"/>
                        <a:pt x="479" y="2062"/>
                        <a:pt x="1041" y="2062"/>
                      </a:cubicBezTo>
                      <a:cubicBezTo>
                        <a:pt x="1624" y="2062"/>
                        <a:pt x="2083" y="1604"/>
                        <a:pt x="2083" y="1042"/>
                      </a:cubicBezTo>
                      <a:cubicBezTo>
                        <a:pt x="2083" y="459"/>
                        <a:pt x="1624" y="1"/>
                        <a:pt x="104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21"/>
                <p:cNvSpPr/>
                <p:nvPr/>
              </p:nvSpPr>
              <p:spPr>
                <a:xfrm>
                  <a:off x="671575" y="1008500"/>
                  <a:ext cx="100500" cy="43225"/>
                </a:xfrm>
                <a:custGeom>
                  <a:avLst/>
                  <a:gdLst/>
                  <a:ahLst/>
                  <a:cxnLst/>
                  <a:rect l="l" t="t" r="r" b="b"/>
                  <a:pathLst>
                    <a:path w="4020" h="1729" extrusionOk="0">
                      <a:moveTo>
                        <a:pt x="375" y="0"/>
                      </a:moveTo>
                      <a:cubicBezTo>
                        <a:pt x="167" y="0"/>
                        <a:pt x="0" y="167"/>
                        <a:pt x="0" y="375"/>
                      </a:cubicBezTo>
                      <a:lnTo>
                        <a:pt x="0" y="1375"/>
                      </a:lnTo>
                      <a:cubicBezTo>
                        <a:pt x="0" y="1583"/>
                        <a:pt x="167" y="1729"/>
                        <a:pt x="375" y="1729"/>
                      </a:cubicBezTo>
                      <a:lnTo>
                        <a:pt x="3645" y="1729"/>
                      </a:lnTo>
                      <a:cubicBezTo>
                        <a:pt x="3853" y="1729"/>
                        <a:pt x="4019" y="1583"/>
                        <a:pt x="4019" y="1375"/>
                      </a:cubicBezTo>
                      <a:lnTo>
                        <a:pt x="4019" y="375"/>
                      </a:lnTo>
                      <a:cubicBezTo>
                        <a:pt x="4019" y="167"/>
                        <a:pt x="3853" y="0"/>
                        <a:pt x="364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1"/>
                <p:cNvSpPr/>
                <p:nvPr/>
              </p:nvSpPr>
              <p:spPr>
                <a:xfrm>
                  <a:off x="961575" y="2650750"/>
                  <a:ext cx="52600" cy="122900"/>
                </a:xfrm>
                <a:custGeom>
                  <a:avLst/>
                  <a:gdLst/>
                  <a:ahLst/>
                  <a:cxnLst/>
                  <a:rect l="l" t="t" r="r" b="b"/>
                  <a:pathLst>
                    <a:path w="2104" h="4916" extrusionOk="0">
                      <a:moveTo>
                        <a:pt x="437" y="1"/>
                      </a:moveTo>
                      <a:cubicBezTo>
                        <a:pt x="187" y="1"/>
                        <a:pt x="0" y="209"/>
                        <a:pt x="0" y="459"/>
                      </a:cubicBezTo>
                      <a:lnTo>
                        <a:pt x="0" y="4458"/>
                      </a:lnTo>
                      <a:cubicBezTo>
                        <a:pt x="0" y="4708"/>
                        <a:pt x="187" y="4916"/>
                        <a:pt x="437" y="4916"/>
                      </a:cubicBezTo>
                      <a:lnTo>
                        <a:pt x="1645" y="4916"/>
                      </a:lnTo>
                      <a:cubicBezTo>
                        <a:pt x="1916" y="4916"/>
                        <a:pt x="2103" y="4708"/>
                        <a:pt x="2103" y="4458"/>
                      </a:cubicBezTo>
                      <a:lnTo>
                        <a:pt x="2103" y="459"/>
                      </a:lnTo>
                      <a:cubicBezTo>
                        <a:pt x="2103" y="209"/>
                        <a:pt x="1916" y="1"/>
                        <a:pt x="1645"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1"/>
                <p:cNvSpPr/>
                <p:nvPr/>
              </p:nvSpPr>
              <p:spPr>
                <a:xfrm>
                  <a:off x="1675375" y="3117775"/>
                  <a:ext cx="52075" cy="52100"/>
                </a:xfrm>
                <a:custGeom>
                  <a:avLst/>
                  <a:gdLst/>
                  <a:ahLst/>
                  <a:cxnLst/>
                  <a:rect l="l" t="t" r="r" b="b"/>
                  <a:pathLst>
                    <a:path w="2083" h="2084" fill="none" extrusionOk="0">
                      <a:moveTo>
                        <a:pt x="2083" y="1042"/>
                      </a:moveTo>
                      <a:cubicBezTo>
                        <a:pt x="2083" y="1604"/>
                        <a:pt x="1604" y="2083"/>
                        <a:pt x="1042" y="2083"/>
                      </a:cubicBezTo>
                      <a:cubicBezTo>
                        <a:pt x="458" y="2083"/>
                        <a:pt x="0" y="1604"/>
                        <a:pt x="0" y="1042"/>
                      </a:cubicBezTo>
                      <a:cubicBezTo>
                        <a:pt x="0" y="459"/>
                        <a:pt x="458" y="1"/>
                        <a:pt x="1042" y="1"/>
                      </a:cubicBezTo>
                      <a:cubicBezTo>
                        <a:pt x="1604" y="1"/>
                        <a:pt x="2083" y="459"/>
                        <a:pt x="2083" y="1042"/>
                      </a:cubicBezTo>
                      <a:close/>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1"/>
                <p:cNvSpPr/>
                <p:nvPr/>
              </p:nvSpPr>
              <p:spPr>
                <a:xfrm>
                  <a:off x="1163050" y="3091750"/>
                  <a:ext cx="104150" cy="104150"/>
                </a:xfrm>
                <a:custGeom>
                  <a:avLst/>
                  <a:gdLst/>
                  <a:ahLst/>
                  <a:cxnLst/>
                  <a:rect l="l" t="t" r="r" b="b"/>
                  <a:pathLst>
                    <a:path w="4166" h="4166" fill="none" extrusionOk="0">
                      <a:moveTo>
                        <a:pt x="4166" y="2083"/>
                      </a:moveTo>
                      <a:cubicBezTo>
                        <a:pt x="4166" y="3228"/>
                        <a:pt x="3229" y="4166"/>
                        <a:pt x="2083" y="4166"/>
                      </a:cubicBezTo>
                      <a:cubicBezTo>
                        <a:pt x="938" y="4166"/>
                        <a:pt x="1" y="3228"/>
                        <a:pt x="1" y="2083"/>
                      </a:cubicBezTo>
                      <a:cubicBezTo>
                        <a:pt x="1" y="938"/>
                        <a:pt x="938" y="0"/>
                        <a:pt x="2083" y="0"/>
                      </a:cubicBezTo>
                      <a:cubicBezTo>
                        <a:pt x="3229" y="0"/>
                        <a:pt x="4166" y="938"/>
                        <a:pt x="4166" y="2083"/>
                      </a:cubicBezTo>
                      <a:close/>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0" name="Google Shape;930;p21"/>
              <p:cNvGrpSpPr/>
              <p:nvPr/>
            </p:nvGrpSpPr>
            <p:grpSpPr>
              <a:xfrm>
                <a:off x="680896" y="140925"/>
                <a:ext cx="647725" cy="2014925"/>
                <a:chOff x="905325" y="1001350"/>
                <a:chExt cx="647725" cy="2014925"/>
              </a:xfrm>
            </p:grpSpPr>
            <p:sp>
              <p:nvSpPr>
                <p:cNvPr id="931" name="Google Shape;931;p21"/>
                <p:cNvSpPr/>
                <p:nvPr/>
              </p:nvSpPr>
              <p:spPr>
                <a:xfrm>
                  <a:off x="1353600" y="2453950"/>
                  <a:ext cx="25" cy="511825"/>
                </a:xfrm>
                <a:custGeom>
                  <a:avLst/>
                  <a:gdLst/>
                  <a:ahLst/>
                  <a:cxnLst/>
                  <a:rect l="l" t="t" r="r" b="b"/>
                  <a:pathLst>
                    <a:path w="1" h="20473" fill="none" extrusionOk="0">
                      <a:moveTo>
                        <a:pt x="1" y="1"/>
                      </a:moveTo>
                      <a:lnTo>
                        <a:pt x="1" y="20473"/>
                      </a:lnTo>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1"/>
                <p:cNvSpPr/>
                <p:nvPr/>
              </p:nvSpPr>
              <p:spPr>
                <a:xfrm>
                  <a:off x="1353600" y="2187375"/>
                  <a:ext cx="25" cy="173400"/>
                </a:xfrm>
                <a:custGeom>
                  <a:avLst/>
                  <a:gdLst/>
                  <a:ahLst/>
                  <a:cxnLst/>
                  <a:rect l="l" t="t" r="r" b="b"/>
                  <a:pathLst>
                    <a:path w="1" h="6936" fill="none" extrusionOk="0">
                      <a:moveTo>
                        <a:pt x="1" y="1"/>
                      </a:moveTo>
                      <a:lnTo>
                        <a:pt x="1" y="6936"/>
                      </a:lnTo>
                    </a:path>
                  </a:pathLst>
                </a:custGeom>
                <a:noFill/>
                <a:ln w="12500"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1"/>
                <p:cNvSpPr/>
                <p:nvPr/>
              </p:nvSpPr>
              <p:spPr>
                <a:xfrm>
                  <a:off x="955325" y="1026350"/>
                  <a:ext cx="398300" cy="1051200"/>
                </a:xfrm>
                <a:custGeom>
                  <a:avLst/>
                  <a:gdLst/>
                  <a:ahLst/>
                  <a:cxnLst/>
                  <a:rect l="l" t="t" r="r" b="b"/>
                  <a:pathLst>
                    <a:path w="15932" h="42048" fill="none" extrusionOk="0">
                      <a:moveTo>
                        <a:pt x="15932" y="42048"/>
                      </a:moveTo>
                      <a:lnTo>
                        <a:pt x="15932" y="3124"/>
                      </a:lnTo>
                      <a:cubicBezTo>
                        <a:pt x="15932" y="1416"/>
                        <a:pt x="14537" y="0"/>
                        <a:pt x="12808" y="0"/>
                      </a:cubicBezTo>
                      <a:lnTo>
                        <a:pt x="0" y="0"/>
                      </a:lnTo>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1"/>
                <p:cNvSpPr/>
                <p:nvPr/>
              </p:nvSpPr>
              <p:spPr>
                <a:xfrm>
                  <a:off x="1328625" y="2965750"/>
                  <a:ext cx="50525" cy="50525"/>
                </a:xfrm>
                <a:custGeom>
                  <a:avLst/>
                  <a:gdLst/>
                  <a:ahLst/>
                  <a:cxnLst/>
                  <a:rect l="l" t="t" r="r" b="b"/>
                  <a:pathLst>
                    <a:path w="2021" h="2021" extrusionOk="0">
                      <a:moveTo>
                        <a:pt x="1000" y="1"/>
                      </a:moveTo>
                      <a:cubicBezTo>
                        <a:pt x="458" y="1"/>
                        <a:pt x="0" y="459"/>
                        <a:pt x="0" y="1021"/>
                      </a:cubicBezTo>
                      <a:cubicBezTo>
                        <a:pt x="0" y="1583"/>
                        <a:pt x="458" y="2021"/>
                        <a:pt x="1000" y="2021"/>
                      </a:cubicBezTo>
                      <a:cubicBezTo>
                        <a:pt x="1562" y="2021"/>
                        <a:pt x="2020" y="1583"/>
                        <a:pt x="2020" y="1021"/>
                      </a:cubicBezTo>
                      <a:cubicBezTo>
                        <a:pt x="2020" y="459"/>
                        <a:pt x="1562" y="1"/>
                        <a:pt x="1000"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1"/>
                <p:cNvSpPr/>
                <p:nvPr/>
              </p:nvSpPr>
              <p:spPr>
                <a:xfrm>
                  <a:off x="905325" y="1001350"/>
                  <a:ext cx="50025" cy="50525"/>
                </a:xfrm>
                <a:custGeom>
                  <a:avLst/>
                  <a:gdLst/>
                  <a:ahLst/>
                  <a:cxnLst/>
                  <a:rect l="l" t="t" r="r" b="b"/>
                  <a:pathLst>
                    <a:path w="2001" h="2021" extrusionOk="0">
                      <a:moveTo>
                        <a:pt x="1000" y="1"/>
                      </a:moveTo>
                      <a:cubicBezTo>
                        <a:pt x="438" y="1"/>
                        <a:pt x="1" y="459"/>
                        <a:pt x="1" y="1000"/>
                      </a:cubicBezTo>
                      <a:cubicBezTo>
                        <a:pt x="1" y="1563"/>
                        <a:pt x="438" y="2021"/>
                        <a:pt x="1000" y="2021"/>
                      </a:cubicBezTo>
                      <a:cubicBezTo>
                        <a:pt x="1563" y="2021"/>
                        <a:pt x="2000" y="1563"/>
                        <a:pt x="2000" y="1000"/>
                      </a:cubicBezTo>
                      <a:cubicBezTo>
                        <a:pt x="2000" y="459"/>
                        <a:pt x="1563" y="1"/>
                        <a:pt x="1000"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1"/>
                <p:cNvSpPr/>
                <p:nvPr/>
              </p:nvSpPr>
              <p:spPr>
                <a:xfrm>
                  <a:off x="1320800" y="1427750"/>
                  <a:ext cx="65625" cy="65650"/>
                </a:xfrm>
                <a:custGeom>
                  <a:avLst/>
                  <a:gdLst/>
                  <a:ahLst/>
                  <a:cxnLst/>
                  <a:rect l="l" t="t" r="r" b="b"/>
                  <a:pathLst>
                    <a:path w="2625" h="2626" extrusionOk="0">
                      <a:moveTo>
                        <a:pt x="1313" y="1"/>
                      </a:moveTo>
                      <a:cubicBezTo>
                        <a:pt x="605" y="1"/>
                        <a:pt x="1" y="584"/>
                        <a:pt x="1" y="1313"/>
                      </a:cubicBezTo>
                      <a:cubicBezTo>
                        <a:pt x="1" y="2042"/>
                        <a:pt x="605" y="2625"/>
                        <a:pt x="1313" y="2625"/>
                      </a:cubicBezTo>
                      <a:cubicBezTo>
                        <a:pt x="2042" y="2625"/>
                        <a:pt x="2625" y="2042"/>
                        <a:pt x="2625" y="1313"/>
                      </a:cubicBezTo>
                      <a:cubicBezTo>
                        <a:pt x="2625" y="584"/>
                        <a:pt x="2042" y="1"/>
                        <a:pt x="1313"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1"/>
                <p:cNvSpPr/>
                <p:nvPr/>
              </p:nvSpPr>
              <p:spPr>
                <a:xfrm>
                  <a:off x="1298950" y="2077525"/>
                  <a:ext cx="109875" cy="109875"/>
                </a:xfrm>
                <a:custGeom>
                  <a:avLst/>
                  <a:gdLst/>
                  <a:ahLst/>
                  <a:cxnLst/>
                  <a:rect l="l" t="t" r="r" b="b"/>
                  <a:pathLst>
                    <a:path w="4395" h="4395" fill="none" extrusionOk="0">
                      <a:moveTo>
                        <a:pt x="4394" y="2208"/>
                      </a:moveTo>
                      <a:cubicBezTo>
                        <a:pt x="4394" y="3416"/>
                        <a:pt x="3416" y="4395"/>
                        <a:pt x="2187" y="4395"/>
                      </a:cubicBezTo>
                      <a:cubicBezTo>
                        <a:pt x="979" y="4395"/>
                        <a:pt x="0" y="3416"/>
                        <a:pt x="0" y="2208"/>
                      </a:cubicBezTo>
                      <a:cubicBezTo>
                        <a:pt x="0" y="979"/>
                        <a:pt x="979" y="1"/>
                        <a:pt x="2187" y="1"/>
                      </a:cubicBezTo>
                      <a:cubicBezTo>
                        <a:pt x="3416" y="1"/>
                        <a:pt x="4394" y="979"/>
                        <a:pt x="4394" y="2208"/>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1"/>
                <p:cNvSpPr/>
                <p:nvPr/>
              </p:nvSpPr>
              <p:spPr>
                <a:xfrm>
                  <a:off x="1278650" y="1245025"/>
                  <a:ext cx="150475" cy="64575"/>
                </a:xfrm>
                <a:custGeom>
                  <a:avLst/>
                  <a:gdLst/>
                  <a:ahLst/>
                  <a:cxnLst/>
                  <a:rect l="l" t="t" r="r" b="b"/>
                  <a:pathLst>
                    <a:path w="6019" h="2583" extrusionOk="0">
                      <a:moveTo>
                        <a:pt x="541" y="0"/>
                      </a:moveTo>
                      <a:cubicBezTo>
                        <a:pt x="229" y="0"/>
                        <a:pt x="0" y="250"/>
                        <a:pt x="0" y="542"/>
                      </a:cubicBezTo>
                      <a:lnTo>
                        <a:pt x="0" y="2041"/>
                      </a:lnTo>
                      <a:cubicBezTo>
                        <a:pt x="0" y="2333"/>
                        <a:pt x="229" y="2582"/>
                        <a:pt x="541" y="2582"/>
                      </a:cubicBezTo>
                      <a:lnTo>
                        <a:pt x="5456" y="2582"/>
                      </a:lnTo>
                      <a:cubicBezTo>
                        <a:pt x="5769" y="2582"/>
                        <a:pt x="6019" y="2333"/>
                        <a:pt x="6019" y="2041"/>
                      </a:cubicBezTo>
                      <a:lnTo>
                        <a:pt x="6019" y="542"/>
                      </a:lnTo>
                      <a:cubicBezTo>
                        <a:pt x="6019" y="250"/>
                        <a:pt x="5769" y="0"/>
                        <a:pt x="5456"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1"/>
                <p:cNvSpPr/>
                <p:nvPr/>
              </p:nvSpPr>
              <p:spPr>
                <a:xfrm>
                  <a:off x="1333825" y="2360750"/>
                  <a:ext cx="40125" cy="93225"/>
                </a:xfrm>
                <a:custGeom>
                  <a:avLst/>
                  <a:gdLst/>
                  <a:ahLst/>
                  <a:cxnLst/>
                  <a:rect l="l" t="t" r="r" b="b"/>
                  <a:pathLst>
                    <a:path w="1605" h="3729" fill="none" extrusionOk="0">
                      <a:moveTo>
                        <a:pt x="334" y="1"/>
                      </a:moveTo>
                      <a:lnTo>
                        <a:pt x="1250" y="1"/>
                      </a:lnTo>
                      <a:cubicBezTo>
                        <a:pt x="1438" y="1"/>
                        <a:pt x="1604" y="147"/>
                        <a:pt x="1604" y="334"/>
                      </a:cubicBezTo>
                      <a:lnTo>
                        <a:pt x="1604" y="3375"/>
                      </a:lnTo>
                      <a:cubicBezTo>
                        <a:pt x="1604" y="3562"/>
                        <a:pt x="1438" y="3729"/>
                        <a:pt x="1250" y="3729"/>
                      </a:cubicBezTo>
                      <a:lnTo>
                        <a:pt x="334" y="3729"/>
                      </a:lnTo>
                      <a:cubicBezTo>
                        <a:pt x="146" y="3729"/>
                        <a:pt x="1" y="3562"/>
                        <a:pt x="1" y="3375"/>
                      </a:cubicBezTo>
                      <a:lnTo>
                        <a:pt x="1" y="334"/>
                      </a:lnTo>
                      <a:cubicBezTo>
                        <a:pt x="1" y="147"/>
                        <a:pt x="146" y="1"/>
                        <a:pt x="334" y="1"/>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1"/>
                <p:cNvSpPr/>
                <p:nvPr/>
              </p:nvSpPr>
              <p:spPr>
                <a:xfrm>
                  <a:off x="1408779" y="2134275"/>
                  <a:ext cx="94250" cy="25"/>
                </a:xfrm>
                <a:custGeom>
                  <a:avLst/>
                  <a:gdLst/>
                  <a:ahLst/>
                  <a:cxnLst/>
                  <a:rect l="l" t="t" r="r" b="b"/>
                  <a:pathLst>
                    <a:path w="3770" h="1" fill="none" extrusionOk="0">
                      <a:moveTo>
                        <a:pt x="0" y="1"/>
                      </a:moveTo>
                      <a:lnTo>
                        <a:pt x="3770"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1"/>
                <p:cNvSpPr/>
                <p:nvPr/>
              </p:nvSpPr>
              <p:spPr>
                <a:xfrm>
                  <a:off x="987600" y="1679750"/>
                  <a:ext cx="311375" cy="453000"/>
                </a:xfrm>
                <a:custGeom>
                  <a:avLst/>
                  <a:gdLst/>
                  <a:ahLst/>
                  <a:cxnLst/>
                  <a:rect l="l" t="t" r="r" b="b"/>
                  <a:pathLst>
                    <a:path w="12455" h="18120" fill="none" extrusionOk="0">
                      <a:moveTo>
                        <a:pt x="0" y="15620"/>
                      </a:moveTo>
                      <a:lnTo>
                        <a:pt x="0" y="3208"/>
                      </a:lnTo>
                      <a:cubicBezTo>
                        <a:pt x="21" y="1438"/>
                        <a:pt x="1458" y="1"/>
                        <a:pt x="3228" y="1"/>
                      </a:cubicBezTo>
                      <a:lnTo>
                        <a:pt x="6915" y="1"/>
                      </a:lnTo>
                      <a:cubicBezTo>
                        <a:pt x="8685" y="1"/>
                        <a:pt x="10122" y="1438"/>
                        <a:pt x="10122" y="3208"/>
                      </a:cubicBezTo>
                      <a:lnTo>
                        <a:pt x="10122" y="14912"/>
                      </a:lnTo>
                      <a:cubicBezTo>
                        <a:pt x="10122" y="16682"/>
                        <a:pt x="10642" y="18119"/>
                        <a:pt x="11288" y="18119"/>
                      </a:cubicBezTo>
                      <a:lnTo>
                        <a:pt x="12454" y="18119"/>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1"/>
                <p:cNvSpPr/>
                <p:nvPr/>
              </p:nvSpPr>
              <p:spPr>
                <a:xfrm>
                  <a:off x="1503025" y="2107200"/>
                  <a:ext cx="50025" cy="50525"/>
                </a:xfrm>
                <a:custGeom>
                  <a:avLst/>
                  <a:gdLst/>
                  <a:ahLst/>
                  <a:cxnLst/>
                  <a:rect l="l" t="t" r="r" b="b"/>
                  <a:pathLst>
                    <a:path w="2001" h="2021" extrusionOk="0">
                      <a:moveTo>
                        <a:pt x="1001" y="1"/>
                      </a:moveTo>
                      <a:cubicBezTo>
                        <a:pt x="438" y="1"/>
                        <a:pt x="1" y="459"/>
                        <a:pt x="1" y="1021"/>
                      </a:cubicBezTo>
                      <a:cubicBezTo>
                        <a:pt x="1" y="1563"/>
                        <a:pt x="438" y="2021"/>
                        <a:pt x="1001" y="2021"/>
                      </a:cubicBezTo>
                      <a:cubicBezTo>
                        <a:pt x="1563" y="2021"/>
                        <a:pt x="2000" y="1563"/>
                        <a:pt x="2000" y="1021"/>
                      </a:cubicBezTo>
                      <a:cubicBezTo>
                        <a:pt x="2000" y="459"/>
                        <a:pt x="1563" y="1"/>
                        <a:pt x="1001" y="1"/>
                      </a:cubicBez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1"/>
                <p:cNvSpPr/>
                <p:nvPr/>
              </p:nvSpPr>
              <p:spPr>
                <a:xfrm>
                  <a:off x="1062050" y="1657900"/>
                  <a:ext cx="101025" cy="43750"/>
                </a:xfrm>
                <a:custGeom>
                  <a:avLst/>
                  <a:gdLst/>
                  <a:ahLst/>
                  <a:cxnLst/>
                  <a:rect l="l" t="t" r="r" b="b"/>
                  <a:pathLst>
                    <a:path w="4041" h="1750" extrusionOk="0">
                      <a:moveTo>
                        <a:pt x="375" y="0"/>
                      </a:moveTo>
                      <a:cubicBezTo>
                        <a:pt x="167" y="0"/>
                        <a:pt x="0" y="167"/>
                        <a:pt x="0" y="375"/>
                      </a:cubicBezTo>
                      <a:lnTo>
                        <a:pt x="0" y="1375"/>
                      </a:lnTo>
                      <a:cubicBezTo>
                        <a:pt x="0" y="1583"/>
                        <a:pt x="167" y="1749"/>
                        <a:pt x="375" y="1749"/>
                      </a:cubicBezTo>
                      <a:lnTo>
                        <a:pt x="3666" y="1749"/>
                      </a:lnTo>
                      <a:cubicBezTo>
                        <a:pt x="3874" y="1749"/>
                        <a:pt x="4041" y="1583"/>
                        <a:pt x="4041" y="1375"/>
                      </a:cubicBezTo>
                      <a:lnTo>
                        <a:pt x="4041" y="375"/>
                      </a:lnTo>
                      <a:cubicBezTo>
                        <a:pt x="4041" y="167"/>
                        <a:pt x="3874" y="0"/>
                        <a:pt x="3666"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1"/>
                <p:cNvSpPr/>
                <p:nvPr/>
              </p:nvSpPr>
              <p:spPr>
                <a:xfrm>
                  <a:off x="962600" y="2037950"/>
                  <a:ext cx="50525" cy="50550"/>
                </a:xfrm>
                <a:custGeom>
                  <a:avLst/>
                  <a:gdLst/>
                  <a:ahLst/>
                  <a:cxnLst/>
                  <a:rect l="l" t="t" r="r" b="b"/>
                  <a:pathLst>
                    <a:path w="2021" h="2022" extrusionOk="0">
                      <a:moveTo>
                        <a:pt x="1000" y="1"/>
                      </a:moveTo>
                      <a:cubicBezTo>
                        <a:pt x="459" y="1"/>
                        <a:pt x="1" y="459"/>
                        <a:pt x="1" y="1021"/>
                      </a:cubicBezTo>
                      <a:cubicBezTo>
                        <a:pt x="1" y="1584"/>
                        <a:pt x="459" y="2021"/>
                        <a:pt x="1000" y="2021"/>
                      </a:cubicBezTo>
                      <a:cubicBezTo>
                        <a:pt x="1563" y="2021"/>
                        <a:pt x="2021" y="1584"/>
                        <a:pt x="2021" y="1021"/>
                      </a:cubicBezTo>
                      <a:cubicBezTo>
                        <a:pt x="2021" y="459"/>
                        <a:pt x="1563" y="1"/>
                        <a:pt x="1000"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5" name="Google Shape;945;p21"/>
              <p:cNvGrpSpPr/>
              <p:nvPr/>
            </p:nvGrpSpPr>
            <p:grpSpPr>
              <a:xfrm>
                <a:off x="219096" y="1237925"/>
                <a:ext cx="328550" cy="892950"/>
                <a:chOff x="443525" y="2098350"/>
                <a:chExt cx="328550" cy="892950"/>
              </a:xfrm>
            </p:grpSpPr>
            <p:sp>
              <p:nvSpPr>
                <p:cNvPr id="946" name="Google Shape;946;p21"/>
                <p:cNvSpPr/>
                <p:nvPr/>
              </p:nvSpPr>
              <p:spPr>
                <a:xfrm>
                  <a:off x="462275" y="2123875"/>
                  <a:ext cx="259300" cy="842425"/>
                </a:xfrm>
                <a:custGeom>
                  <a:avLst/>
                  <a:gdLst/>
                  <a:ahLst/>
                  <a:cxnLst/>
                  <a:rect l="l" t="t" r="r" b="b"/>
                  <a:pathLst>
                    <a:path w="10372" h="33697" fill="none" extrusionOk="0">
                      <a:moveTo>
                        <a:pt x="10371" y="0"/>
                      </a:moveTo>
                      <a:lnTo>
                        <a:pt x="3124" y="0"/>
                      </a:lnTo>
                      <a:cubicBezTo>
                        <a:pt x="1395" y="0"/>
                        <a:pt x="0" y="1396"/>
                        <a:pt x="0" y="3124"/>
                      </a:cubicBezTo>
                      <a:lnTo>
                        <a:pt x="0" y="30573"/>
                      </a:lnTo>
                      <a:cubicBezTo>
                        <a:pt x="0" y="32280"/>
                        <a:pt x="1395" y="33696"/>
                        <a:pt x="3124" y="33696"/>
                      </a:cubicBezTo>
                      <a:lnTo>
                        <a:pt x="8789" y="33696"/>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1"/>
                <p:cNvSpPr/>
                <p:nvPr/>
              </p:nvSpPr>
              <p:spPr>
                <a:xfrm>
                  <a:off x="721550" y="2098350"/>
                  <a:ext cx="50525" cy="50525"/>
                </a:xfrm>
                <a:custGeom>
                  <a:avLst/>
                  <a:gdLst/>
                  <a:ahLst/>
                  <a:cxnLst/>
                  <a:rect l="l" t="t" r="r" b="b"/>
                  <a:pathLst>
                    <a:path w="2021" h="2021" fill="none" extrusionOk="0">
                      <a:moveTo>
                        <a:pt x="2020" y="1021"/>
                      </a:moveTo>
                      <a:cubicBezTo>
                        <a:pt x="2020" y="1583"/>
                        <a:pt x="1562" y="2021"/>
                        <a:pt x="1021" y="2021"/>
                      </a:cubicBezTo>
                      <a:cubicBezTo>
                        <a:pt x="458" y="2021"/>
                        <a:pt x="0" y="1583"/>
                        <a:pt x="0" y="1021"/>
                      </a:cubicBezTo>
                      <a:cubicBezTo>
                        <a:pt x="0" y="459"/>
                        <a:pt x="458" y="1"/>
                        <a:pt x="1021" y="1"/>
                      </a:cubicBezTo>
                      <a:cubicBezTo>
                        <a:pt x="1562" y="1"/>
                        <a:pt x="2020" y="459"/>
                        <a:pt x="2020" y="1021"/>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1"/>
                <p:cNvSpPr/>
                <p:nvPr/>
              </p:nvSpPr>
              <p:spPr>
                <a:xfrm>
                  <a:off x="685100" y="2940750"/>
                  <a:ext cx="50525" cy="50550"/>
                </a:xfrm>
                <a:custGeom>
                  <a:avLst/>
                  <a:gdLst/>
                  <a:ahLst/>
                  <a:cxnLst/>
                  <a:rect l="l" t="t" r="r" b="b"/>
                  <a:pathLst>
                    <a:path w="2021" h="2022" fill="none" extrusionOk="0">
                      <a:moveTo>
                        <a:pt x="2021" y="1001"/>
                      </a:moveTo>
                      <a:cubicBezTo>
                        <a:pt x="2021" y="1563"/>
                        <a:pt x="1562" y="2021"/>
                        <a:pt x="1021" y="2021"/>
                      </a:cubicBezTo>
                      <a:cubicBezTo>
                        <a:pt x="459" y="2021"/>
                        <a:pt x="1" y="1563"/>
                        <a:pt x="1" y="1001"/>
                      </a:cubicBezTo>
                      <a:cubicBezTo>
                        <a:pt x="1" y="459"/>
                        <a:pt x="459" y="1"/>
                        <a:pt x="1021" y="1"/>
                      </a:cubicBezTo>
                      <a:cubicBezTo>
                        <a:pt x="1562" y="1"/>
                        <a:pt x="2021" y="459"/>
                        <a:pt x="2021" y="1001"/>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1"/>
                <p:cNvSpPr/>
                <p:nvPr/>
              </p:nvSpPr>
              <p:spPr>
                <a:xfrm>
                  <a:off x="443525" y="2370125"/>
                  <a:ext cx="37500" cy="38050"/>
                </a:xfrm>
                <a:custGeom>
                  <a:avLst/>
                  <a:gdLst/>
                  <a:ahLst/>
                  <a:cxnLst/>
                  <a:rect l="l" t="t" r="r" b="b"/>
                  <a:pathLst>
                    <a:path w="1500" h="1522" extrusionOk="0">
                      <a:moveTo>
                        <a:pt x="750" y="1"/>
                      </a:moveTo>
                      <a:cubicBezTo>
                        <a:pt x="334" y="1"/>
                        <a:pt x="0" y="355"/>
                        <a:pt x="0" y="771"/>
                      </a:cubicBezTo>
                      <a:cubicBezTo>
                        <a:pt x="0" y="1167"/>
                        <a:pt x="334" y="1521"/>
                        <a:pt x="750" y="1521"/>
                      </a:cubicBezTo>
                      <a:cubicBezTo>
                        <a:pt x="1167" y="1521"/>
                        <a:pt x="1500" y="1167"/>
                        <a:pt x="1500" y="771"/>
                      </a:cubicBezTo>
                      <a:cubicBezTo>
                        <a:pt x="1500" y="355"/>
                        <a:pt x="1167" y="1"/>
                        <a:pt x="7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1"/>
                <p:cNvSpPr/>
                <p:nvPr/>
              </p:nvSpPr>
              <p:spPr>
                <a:xfrm>
                  <a:off x="443525" y="2635675"/>
                  <a:ext cx="37500" cy="37500"/>
                </a:xfrm>
                <a:custGeom>
                  <a:avLst/>
                  <a:gdLst/>
                  <a:ahLst/>
                  <a:cxnLst/>
                  <a:rect l="l" t="t" r="r" b="b"/>
                  <a:pathLst>
                    <a:path w="1500" h="1500" extrusionOk="0">
                      <a:moveTo>
                        <a:pt x="750" y="0"/>
                      </a:moveTo>
                      <a:cubicBezTo>
                        <a:pt x="334" y="0"/>
                        <a:pt x="0" y="333"/>
                        <a:pt x="0" y="750"/>
                      </a:cubicBezTo>
                      <a:cubicBezTo>
                        <a:pt x="0" y="1166"/>
                        <a:pt x="334" y="1499"/>
                        <a:pt x="750" y="1499"/>
                      </a:cubicBezTo>
                      <a:cubicBezTo>
                        <a:pt x="1167" y="1499"/>
                        <a:pt x="1500" y="1166"/>
                        <a:pt x="1500" y="750"/>
                      </a:cubicBezTo>
                      <a:cubicBezTo>
                        <a:pt x="1500" y="333"/>
                        <a:pt x="1167" y="0"/>
                        <a:pt x="7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1" name="Google Shape;951;p21"/>
              <p:cNvGrpSpPr/>
              <p:nvPr/>
            </p:nvGrpSpPr>
            <p:grpSpPr>
              <a:xfrm flipH="1">
                <a:off x="-583429" y="1643275"/>
                <a:ext cx="1343825" cy="645625"/>
                <a:chOff x="202975" y="2389400"/>
                <a:chExt cx="1343825" cy="645625"/>
              </a:xfrm>
            </p:grpSpPr>
            <p:sp>
              <p:nvSpPr>
                <p:cNvPr id="952" name="Google Shape;952;p21"/>
                <p:cNvSpPr/>
                <p:nvPr/>
              </p:nvSpPr>
              <p:spPr>
                <a:xfrm>
                  <a:off x="202975" y="2389400"/>
                  <a:ext cx="1343825" cy="645625"/>
                </a:xfrm>
                <a:custGeom>
                  <a:avLst/>
                  <a:gdLst/>
                  <a:ahLst/>
                  <a:cxnLst/>
                  <a:rect l="l" t="t" r="r" b="b"/>
                  <a:pathLst>
                    <a:path w="53753" h="25825" fill="none" extrusionOk="0">
                      <a:moveTo>
                        <a:pt x="1" y="18681"/>
                      </a:moveTo>
                      <a:lnTo>
                        <a:pt x="3791" y="18681"/>
                      </a:lnTo>
                      <a:cubicBezTo>
                        <a:pt x="5520" y="18681"/>
                        <a:pt x="6915" y="17286"/>
                        <a:pt x="6915" y="15557"/>
                      </a:cubicBezTo>
                      <a:lnTo>
                        <a:pt x="6915" y="3124"/>
                      </a:lnTo>
                      <a:cubicBezTo>
                        <a:pt x="6915" y="1396"/>
                        <a:pt x="8310" y="0"/>
                        <a:pt x="10039" y="0"/>
                      </a:cubicBezTo>
                      <a:lnTo>
                        <a:pt x="34134" y="0"/>
                      </a:lnTo>
                      <a:cubicBezTo>
                        <a:pt x="35842" y="0"/>
                        <a:pt x="37258" y="1396"/>
                        <a:pt x="37258" y="3124"/>
                      </a:cubicBezTo>
                      <a:lnTo>
                        <a:pt x="37258" y="14641"/>
                      </a:lnTo>
                      <a:cubicBezTo>
                        <a:pt x="37258" y="16349"/>
                        <a:pt x="38654" y="17765"/>
                        <a:pt x="40382" y="17765"/>
                      </a:cubicBezTo>
                      <a:lnTo>
                        <a:pt x="50628" y="17765"/>
                      </a:lnTo>
                      <a:cubicBezTo>
                        <a:pt x="52357" y="17765"/>
                        <a:pt x="53752" y="19160"/>
                        <a:pt x="53752" y="20889"/>
                      </a:cubicBezTo>
                      <a:lnTo>
                        <a:pt x="53752" y="25824"/>
                      </a:ln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1"/>
                <p:cNvSpPr/>
                <p:nvPr/>
              </p:nvSpPr>
              <p:spPr>
                <a:xfrm>
                  <a:off x="358650" y="2610150"/>
                  <a:ext cx="35950" cy="97375"/>
                </a:xfrm>
                <a:custGeom>
                  <a:avLst/>
                  <a:gdLst/>
                  <a:ahLst/>
                  <a:cxnLst/>
                  <a:rect l="l" t="t" r="r" b="b"/>
                  <a:pathLst>
                    <a:path w="1438" h="3895" extrusionOk="0">
                      <a:moveTo>
                        <a:pt x="313" y="1"/>
                      </a:moveTo>
                      <a:cubicBezTo>
                        <a:pt x="126" y="21"/>
                        <a:pt x="1" y="188"/>
                        <a:pt x="22" y="375"/>
                      </a:cubicBezTo>
                      <a:lnTo>
                        <a:pt x="22" y="3520"/>
                      </a:lnTo>
                      <a:cubicBezTo>
                        <a:pt x="1" y="3708"/>
                        <a:pt x="126" y="3874"/>
                        <a:pt x="313" y="3895"/>
                      </a:cubicBezTo>
                      <a:lnTo>
                        <a:pt x="1125" y="3895"/>
                      </a:lnTo>
                      <a:cubicBezTo>
                        <a:pt x="1313" y="3874"/>
                        <a:pt x="1438" y="3708"/>
                        <a:pt x="1438" y="3541"/>
                      </a:cubicBezTo>
                      <a:lnTo>
                        <a:pt x="1438" y="375"/>
                      </a:lnTo>
                      <a:cubicBezTo>
                        <a:pt x="1438" y="188"/>
                        <a:pt x="1313" y="21"/>
                        <a:pt x="11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4" name="Google Shape;954;p21"/>
              <p:cNvGrpSpPr/>
              <p:nvPr/>
            </p:nvGrpSpPr>
            <p:grpSpPr>
              <a:xfrm>
                <a:off x="2032025" y="-599425"/>
                <a:ext cx="508175" cy="1310475"/>
                <a:chOff x="2767175" y="261000"/>
                <a:chExt cx="508175" cy="1310475"/>
              </a:xfrm>
            </p:grpSpPr>
            <p:sp>
              <p:nvSpPr>
                <p:cNvPr id="955" name="Google Shape;955;p21"/>
                <p:cNvSpPr/>
                <p:nvPr/>
              </p:nvSpPr>
              <p:spPr>
                <a:xfrm>
                  <a:off x="2767175" y="586400"/>
                  <a:ext cx="100500" cy="43225"/>
                </a:xfrm>
                <a:custGeom>
                  <a:avLst/>
                  <a:gdLst/>
                  <a:ahLst/>
                  <a:cxnLst/>
                  <a:rect l="l" t="t" r="r" b="b"/>
                  <a:pathLst>
                    <a:path w="4020" h="1729" extrusionOk="0">
                      <a:moveTo>
                        <a:pt x="375" y="0"/>
                      </a:moveTo>
                      <a:cubicBezTo>
                        <a:pt x="167" y="0"/>
                        <a:pt x="0" y="146"/>
                        <a:pt x="0" y="354"/>
                      </a:cubicBezTo>
                      <a:lnTo>
                        <a:pt x="0" y="1354"/>
                      </a:lnTo>
                      <a:cubicBezTo>
                        <a:pt x="0" y="1562"/>
                        <a:pt x="167" y="1729"/>
                        <a:pt x="375" y="1729"/>
                      </a:cubicBezTo>
                      <a:lnTo>
                        <a:pt x="3645" y="1729"/>
                      </a:lnTo>
                      <a:cubicBezTo>
                        <a:pt x="3853" y="1729"/>
                        <a:pt x="4020" y="1562"/>
                        <a:pt x="4020" y="1354"/>
                      </a:cubicBezTo>
                      <a:lnTo>
                        <a:pt x="4020" y="354"/>
                      </a:lnTo>
                      <a:cubicBezTo>
                        <a:pt x="4020" y="146"/>
                        <a:pt x="3853" y="0"/>
                        <a:pt x="3645" y="0"/>
                      </a:cubicBezTo>
                      <a:close/>
                    </a:path>
                  </a:pathLst>
                </a:custGeom>
                <a:solidFill>
                  <a:srgbClr val="D73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1"/>
                <p:cNvSpPr/>
                <p:nvPr/>
              </p:nvSpPr>
              <p:spPr>
                <a:xfrm>
                  <a:off x="2817675" y="261000"/>
                  <a:ext cx="437375" cy="1277175"/>
                </a:xfrm>
                <a:custGeom>
                  <a:avLst/>
                  <a:gdLst/>
                  <a:ahLst/>
                  <a:cxnLst/>
                  <a:rect l="l" t="t" r="r" b="b"/>
                  <a:pathLst>
                    <a:path w="17495" h="51087" fill="none" extrusionOk="0">
                      <a:moveTo>
                        <a:pt x="0" y="0"/>
                      </a:moveTo>
                      <a:lnTo>
                        <a:pt x="0" y="20160"/>
                      </a:lnTo>
                      <a:cubicBezTo>
                        <a:pt x="0" y="21888"/>
                        <a:pt x="1187" y="23304"/>
                        <a:pt x="2645" y="23304"/>
                      </a:cubicBezTo>
                      <a:cubicBezTo>
                        <a:pt x="4124" y="23304"/>
                        <a:pt x="5311" y="24700"/>
                        <a:pt x="5311" y="26428"/>
                      </a:cubicBezTo>
                      <a:lnTo>
                        <a:pt x="5311" y="47858"/>
                      </a:lnTo>
                      <a:cubicBezTo>
                        <a:pt x="5311" y="49587"/>
                        <a:pt x="6706" y="50982"/>
                        <a:pt x="8435" y="51003"/>
                      </a:cubicBezTo>
                      <a:lnTo>
                        <a:pt x="14370" y="51065"/>
                      </a:lnTo>
                      <a:cubicBezTo>
                        <a:pt x="16099" y="51086"/>
                        <a:pt x="17494" y="49691"/>
                        <a:pt x="17494" y="47962"/>
                      </a:cubicBezTo>
                      <a:lnTo>
                        <a:pt x="17494" y="43110"/>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1"/>
                <p:cNvSpPr/>
                <p:nvPr/>
              </p:nvSpPr>
              <p:spPr>
                <a:xfrm>
                  <a:off x="3234700" y="1313750"/>
                  <a:ext cx="40650" cy="41150"/>
                </a:xfrm>
                <a:custGeom>
                  <a:avLst/>
                  <a:gdLst/>
                  <a:ahLst/>
                  <a:cxnLst/>
                  <a:rect l="l" t="t" r="r" b="b"/>
                  <a:pathLst>
                    <a:path w="1626" h="1646" extrusionOk="0">
                      <a:moveTo>
                        <a:pt x="1625" y="812"/>
                      </a:moveTo>
                      <a:cubicBezTo>
                        <a:pt x="1625" y="1270"/>
                        <a:pt x="1271" y="1645"/>
                        <a:pt x="813" y="1645"/>
                      </a:cubicBezTo>
                      <a:cubicBezTo>
                        <a:pt x="355" y="1645"/>
                        <a:pt x="1" y="1270"/>
                        <a:pt x="1" y="812"/>
                      </a:cubicBezTo>
                      <a:cubicBezTo>
                        <a:pt x="1" y="375"/>
                        <a:pt x="355" y="0"/>
                        <a:pt x="813" y="0"/>
                      </a:cubicBezTo>
                      <a:cubicBezTo>
                        <a:pt x="1271" y="0"/>
                        <a:pt x="1625" y="375"/>
                        <a:pt x="1625" y="812"/>
                      </a:cubicBezTo>
                      <a:close/>
                    </a:path>
                  </a:pathLst>
                </a:custGeom>
                <a:solidFill>
                  <a:srgbClr val="EDEEF0"/>
                </a:solid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1"/>
                <p:cNvSpPr/>
                <p:nvPr/>
              </p:nvSpPr>
              <p:spPr>
                <a:xfrm>
                  <a:off x="3070175" y="1505350"/>
                  <a:ext cx="65625" cy="66125"/>
                </a:xfrm>
                <a:custGeom>
                  <a:avLst/>
                  <a:gdLst/>
                  <a:ahLst/>
                  <a:cxnLst/>
                  <a:rect l="l" t="t" r="r" b="b"/>
                  <a:pathLst>
                    <a:path w="2625" h="2645" extrusionOk="0">
                      <a:moveTo>
                        <a:pt x="1313" y="0"/>
                      </a:moveTo>
                      <a:cubicBezTo>
                        <a:pt x="584" y="0"/>
                        <a:pt x="1" y="604"/>
                        <a:pt x="1" y="1312"/>
                      </a:cubicBezTo>
                      <a:cubicBezTo>
                        <a:pt x="1" y="2041"/>
                        <a:pt x="584" y="2645"/>
                        <a:pt x="1313" y="2645"/>
                      </a:cubicBezTo>
                      <a:cubicBezTo>
                        <a:pt x="2042" y="2645"/>
                        <a:pt x="2625" y="2041"/>
                        <a:pt x="2625" y="1312"/>
                      </a:cubicBezTo>
                      <a:cubicBezTo>
                        <a:pt x="2625" y="604"/>
                        <a:pt x="2042" y="0"/>
                        <a:pt x="13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1"/>
                <p:cNvSpPr/>
                <p:nvPr/>
              </p:nvSpPr>
              <p:spPr>
                <a:xfrm>
                  <a:off x="2792675" y="721775"/>
                  <a:ext cx="49500" cy="49475"/>
                </a:xfrm>
                <a:custGeom>
                  <a:avLst/>
                  <a:gdLst/>
                  <a:ahLst/>
                  <a:cxnLst/>
                  <a:rect l="l" t="t" r="r" b="b"/>
                  <a:pathLst>
                    <a:path w="1980" h="1979" extrusionOk="0">
                      <a:moveTo>
                        <a:pt x="1000" y="0"/>
                      </a:moveTo>
                      <a:cubicBezTo>
                        <a:pt x="438" y="0"/>
                        <a:pt x="1" y="437"/>
                        <a:pt x="1" y="979"/>
                      </a:cubicBezTo>
                      <a:cubicBezTo>
                        <a:pt x="1" y="1520"/>
                        <a:pt x="438" y="1979"/>
                        <a:pt x="1000" y="1979"/>
                      </a:cubicBezTo>
                      <a:cubicBezTo>
                        <a:pt x="1542" y="1979"/>
                        <a:pt x="1979" y="1520"/>
                        <a:pt x="1979" y="979"/>
                      </a:cubicBezTo>
                      <a:cubicBezTo>
                        <a:pt x="1979" y="437"/>
                        <a:pt x="1542" y="0"/>
                        <a:pt x="10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0" name="Google Shape;960;p21"/>
              <p:cNvGrpSpPr/>
              <p:nvPr/>
            </p:nvGrpSpPr>
            <p:grpSpPr>
              <a:xfrm>
                <a:off x="2677475" y="-602550"/>
                <a:ext cx="1621325" cy="528475"/>
                <a:chOff x="3260225" y="257875"/>
                <a:chExt cx="1621325" cy="528475"/>
              </a:xfrm>
            </p:grpSpPr>
            <p:sp>
              <p:nvSpPr>
                <p:cNvPr id="961" name="Google Shape;961;p21"/>
                <p:cNvSpPr/>
                <p:nvPr/>
              </p:nvSpPr>
              <p:spPr>
                <a:xfrm>
                  <a:off x="3296675" y="746225"/>
                  <a:ext cx="484225" cy="25"/>
                </a:xfrm>
                <a:custGeom>
                  <a:avLst/>
                  <a:gdLst/>
                  <a:ahLst/>
                  <a:cxnLst/>
                  <a:rect l="l" t="t" r="r" b="b"/>
                  <a:pathLst>
                    <a:path w="19369" h="1" fill="none" extrusionOk="0">
                      <a:moveTo>
                        <a:pt x="19368" y="1"/>
                      </a:moveTo>
                      <a:lnTo>
                        <a:pt x="0" y="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1"/>
                <p:cNvSpPr/>
                <p:nvPr/>
              </p:nvSpPr>
              <p:spPr>
                <a:xfrm>
                  <a:off x="3861575" y="459875"/>
                  <a:ext cx="990300" cy="286375"/>
                </a:xfrm>
                <a:custGeom>
                  <a:avLst/>
                  <a:gdLst/>
                  <a:ahLst/>
                  <a:cxnLst/>
                  <a:rect l="l" t="t" r="r" b="b"/>
                  <a:pathLst>
                    <a:path w="39612" h="11455" fill="none" extrusionOk="0">
                      <a:moveTo>
                        <a:pt x="0" y="11455"/>
                      </a:moveTo>
                      <a:lnTo>
                        <a:pt x="36487" y="11455"/>
                      </a:lnTo>
                      <a:cubicBezTo>
                        <a:pt x="38195" y="11455"/>
                        <a:pt x="39611" y="10060"/>
                        <a:pt x="39611" y="8331"/>
                      </a:cubicBezTo>
                      <a:lnTo>
                        <a:pt x="39611" y="1"/>
                      </a:lnTo>
                    </a:path>
                  </a:pathLst>
                </a:custGeom>
                <a:noFill/>
                <a:ln w="13025" cap="rnd" cmpd="sng">
                  <a:solidFill>
                    <a:srgbClr val="325A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1"/>
                <p:cNvSpPr/>
                <p:nvPr/>
              </p:nvSpPr>
              <p:spPr>
                <a:xfrm>
                  <a:off x="3260225" y="728000"/>
                  <a:ext cx="36475" cy="36475"/>
                </a:xfrm>
                <a:custGeom>
                  <a:avLst/>
                  <a:gdLst/>
                  <a:ahLst/>
                  <a:cxnLst/>
                  <a:rect l="l" t="t" r="r" b="b"/>
                  <a:pathLst>
                    <a:path w="1459" h="1459" extrusionOk="0">
                      <a:moveTo>
                        <a:pt x="729" y="1"/>
                      </a:moveTo>
                      <a:cubicBezTo>
                        <a:pt x="334" y="1"/>
                        <a:pt x="0" y="334"/>
                        <a:pt x="0" y="730"/>
                      </a:cubicBezTo>
                      <a:cubicBezTo>
                        <a:pt x="0" y="1126"/>
                        <a:pt x="334" y="1459"/>
                        <a:pt x="729" y="1459"/>
                      </a:cubicBezTo>
                      <a:cubicBezTo>
                        <a:pt x="1146" y="1459"/>
                        <a:pt x="1458" y="1126"/>
                        <a:pt x="1458" y="730"/>
                      </a:cubicBezTo>
                      <a:cubicBezTo>
                        <a:pt x="1458" y="334"/>
                        <a:pt x="1146" y="1"/>
                        <a:pt x="7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1"/>
                <p:cNvSpPr/>
                <p:nvPr/>
              </p:nvSpPr>
              <p:spPr>
                <a:xfrm>
                  <a:off x="4822150" y="400000"/>
                  <a:ext cx="59400" cy="59375"/>
                </a:xfrm>
                <a:custGeom>
                  <a:avLst/>
                  <a:gdLst/>
                  <a:ahLst/>
                  <a:cxnLst/>
                  <a:rect l="l" t="t" r="r" b="b"/>
                  <a:pathLst>
                    <a:path w="2376" h="2375" fill="none" extrusionOk="0">
                      <a:moveTo>
                        <a:pt x="2375" y="1188"/>
                      </a:moveTo>
                      <a:cubicBezTo>
                        <a:pt x="2375" y="1854"/>
                        <a:pt x="1834" y="2375"/>
                        <a:pt x="1188" y="2375"/>
                      </a:cubicBezTo>
                      <a:cubicBezTo>
                        <a:pt x="522" y="2375"/>
                        <a:pt x="1" y="1854"/>
                        <a:pt x="1" y="1188"/>
                      </a:cubicBezTo>
                      <a:cubicBezTo>
                        <a:pt x="1" y="542"/>
                        <a:pt x="522" y="1"/>
                        <a:pt x="1188" y="1"/>
                      </a:cubicBezTo>
                      <a:cubicBezTo>
                        <a:pt x="1834" y="1"/>
                        <a:pt x="2375" y="542"/>
                        <a:pt x="2375" y="1188"/>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1"/>
                <p:cNvSpPr/>
                <p:nvPr/>
              </p:nvSpPr>
              <p:spPr>
                <a:xfrm>
                  <a:off x="4390550" y="724375"/>
                  <a:ext cx="102575" cy="44275"/>
                </a:xfrm>
                <a:custGeom>
                  <a:avLst/>
                  <a:gdLst/>
                  <a:ahLst/>
                  <a:cxnLst/>
                  <a:rect l="l" t="t" r="r" b="b"/>
                  <a:pathLst>
                    <a:path w="4103" h="1771" extrusionOk="0">
                      <a:moveTo>
                        <a:pt x="375" y="0"/>
                      </a:moveTo>
                      <a:cubicBezTo>
                        <a:pt x="167" y="0"/>
                        <a:pt x="0" y="167"/>
                        <a:pt x="0" y="375"/>
                      </a:cubicBezTo>
                      <a:lnTo>
                        <a:pt x="0" y="1375"/>
                      </a:lnTo>
                      <a:cubicBezTo>
                        <a:pt x="0" y="1583"/>
                        <a:pt x="167" y="1770"/>
                        <a:pt x="375" y="1770"/>
                      </a:cubicBezTo>
                      <a:lnTo>
                        <a:pt x="3728" y="1770"/>
                      </a:lnTo>
                      <a:cubicBezTo>
                        <a:pt x="3936" y="1770"/>
                        <a:pt x="4103" y="1583"/>
                        <a:pt x="4103" y="1375"/>
                      </a:cubicBezTo>
                      <a:lnTo>
                        <a:pt x="4103" y="375"/>
                      </a:lnTo>
                      <a:cubicBezTo>
                        <a:pt x="4103" y="167"/>
                        <a:pt x="3936" y="0"/>
                        <a:pt x="37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1"/>
                <p:cNvSpPr/>
                <p:nvPr/>
              </p:nvSpPr>
              <p:spPr>
                <a:xfrm>
                  <a:off x="3780875" y="706150"/>
                  <a:ext cx="80725" cy="80200"/>
                </a:xfrm>
                <a:custGeom>
                  <a:avLst/>
                  <a:gdLst/>
                  <a:ahLst/>
                  <a:cxnLst/>
                  <a:rect l="l" t="t" r="r" b="b"/>
                  <a:pathLst>
                    <a:path w="3229" h="3208" fill="none" extrusionOk="0">
                      <a:moveTo>
                        <a:pt x="3228" y="1604"/>
                      </a:moveTo>
                      <a:cubicBezTo>
                        <a:pt x="3228" y="2499"/>
                        <a:pt x="2499" y="3207"/>
                        <a:pt x="1625" y="3207"/>
                      </a:cubicBezTo>
                      <a:cubicBezTo>
                        <a:pt x="729" y="3207"/>
                        <a:pt x="0" y="2499"/>
                        <a:pt x="0" y="1604"/>
                      </a:cubicBezTo>
                      <a:cubicBezTo>
                        <a:pt x="0" y="708"/>
                        <a:pt x="729" y="0"/>
                        <a:pt x="1625" y="0"/>
                      </a:cubicBezTo>
                      <a:cubicBezTo>
                        <a:pt x="2499" y="0"/>
                        <a:pt x="3228" y="708"/>
                        <a:pt x="3228" y="1604"/>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1"/>
                <p:cNvSpPr/>
                <p:nvPr/>
              </p:nvSpPr>
              <p:spPr>
                <a:xfrm>
                  <a:off x="4851850" y="257875"/>
                  <a:ext cx="25" cy="132775"/>
                </a:xfrm>
                <a:custGeom>
                  <a:avLst/>
                  <a:gdLst/>
                  <a:ahLst/>
                  <a:cxnLst/>
                  <a:rect l="l" t="t" r="r" b="b"/>
                  <a:pathLst>
                    <a:path w="1" h="5311" fill="none" extrusionOk="0">
                      <a:moveTo>
                        <a:pt x="0" y="5311"/>
                      </a:moveTo>
                      <a:lnTo>
                        <a:pt x="0" y="0"/>
                      </a:lnTo>
                    </a:path>
                  </a:pathLst>
                </a:custGeom>
                <a:noFill/>
                <a:ln w="13025" cap="rnd" cmpd="sng">
                  <a:solidFill>
                    <a:srgbClr val="325A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68" name="Google Shape;968;p21"/>
            <p:cNvGrpSpPr/>
            <p:nvPr/>
          </p:nvGrpSpPr>
          <p:grpSpPr>
            <a:xfrm flipH="1">
              <a:off x="7691500" y="4330421"/>
              <a:ext cx="1300100" cy="1115804"/>
              <a:chOff x="139375" y="4254221"/>
              <a:chExt cx="1300100" cy="1115804"/>
            </a:xfrm>
          </p:grpSpPr>
          <p:grpSp>
            <p:nvGrpSpPr>
              <p:cNvPr id="969" name="Google Shape;969;p21"/>
              <p:cNvGrpSpPr/>
              <p:nvPr/>
            </p:nvGrpSpPr>
            <p:grpSpPr>
              <a:xfrm>
                <a:off x="627750" y="4254221"/>
                <a:ext cx="615425" cy="887204"/>
                <a:chOff x="627750" y="4254221"/>
                <a:chExt cx="615425" cy="887204"/>
              </a:xfrm>
            </p:grpSpPr>
            <p:grpSp>
              <p:nvGrpSpPr>
                <p:cNvPr id="970" name="Google Shape;970;p21"/>
                <p:cNvGrpSpPr/>
                <p:nvPr/>
              </p:nvGrpSpPr>
              <p:grpSpPr>
                <a:xfrm>
                  <a:off x="627750" y="4302650"/>
                  <a:ext cx="615425" cy="838775"/>
                  <a:chOff x="5029400" y="3925325"/>
                  <a:chExt cx="615425" cy="838775"/>
                </a:xfrm>
              </p:grpSpPr>
              <p:sp>
                <p:nvSpPr>
                  <p:cNvPr id="971" name="Google Shape;971;p21"/>
                  <p:cNvSpPr/>
                  <p:nvPr/>
                </p:nvSpPr>
                <p:spPr>
                  <a:xfrm>
                    <a:off x="5048150" y="4412125"/>
                    <a:ext cx="567000" cy="141125"/>
                  </a:xfrm>
                  <a:custGeom>
                    <a:avLst/>
                    <a:gdLst/>
                    <a:ahLst/>
                    <a:cxnLst/>
                    <a:rect l="l" t="t" r="r" b="b"/>
                    <a:pathLst>
                      <a:path w="22680" h="5645" fill="none" extrusionOk="0">
                        <a:moveTo>
                          <a:pt x="22680" y="5644"/>
                        </a:moveTo>
                        <a:lnTo>
                          <a:pt x="3124" y="5644"/>
                        </a:lnTo>
                        <a:cubicBezTo>
                          <a:pt x="1396" y="5644"/>
                          <a:pt x="0" y="4374"/>
                          <a:pt x="0" y="2812"/>
                        </a:cubicBezTo>
                        <a:lnTo>
                          <a:pt x="0" y="0"/>
                        </a:lnTo>
                      </a:path>
                    </a:pathLst>
                  </a:custGeom>
                  <a:noFill/>
                  <a:ln w="130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1"/>
                  <p:cNvSpPr/>
                  <p:nvPr/>
                </p:nvSpPr>
                <p:spPr>
                  <a:xfrm>
                    <a:off x="5496425" y="3925325"/>
                    <a:ext cx="124450" cy="838775"/>
                  </a:xfrm>
                  <a:custGeom>
                    <a:avLst/>
                    <a:gdLst/>
                    <a:ahLst/>
                    <a:cxnLst/>
                    <a:rect l="l" t="t" r="r" b="b"/>
                    <a:pathLst>
                      <a:path w="4978" h="33551" fill="none" extrusionOk="0">
                        <a:moveTo>
                          <a:pt x="4978" y="33551"/>
                        </a:moveTo>
                        <a:lnTo>
                          <a:pt x="4978" y="21659"/>
                        </a:lnTo>
                        <a:cubicBezTo>
                          <a:pt x="4978" y="19931"/>
                          <a:pt x="3853" y="18535"/>
                          <a:pt x="2479" y="18535"/>
                        </a:cubicBezTo>
                        <a:cubicBezTo>
                          <a:pt x="1104" y="18535"/>
                          <a:pt x="0" y="17119"/>
                          <a:pt x="0" y="15411"/>
                        </a:cubicBezTo>
                        <a:lnTo>
                          <a:pt x="0" y="0"/>
                        </a:lnTo>
                      </a:path>
                    </a:pathLst>
                  </a:custGeom>
                  <a:noFill/>
                  <a:ln w="130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1"/>
                  <p:cNvSpPr/>
                  <p:nvPr/>
                </p:nvSpPr>
                <p:spPr>
                  <a:xfrm>
                    <a:off x="5596375" y="4527175"/>
                    <a:ext cx="48450" cy="48450"/>
                  </a:xfrm>
                  <a:custGeom>
                    <a:avLst/>
                    <a:gdLst/>
                    <a:ahLst/>
                    <a:cxnLst/>
                    <a:rect l="l" t="t" r="r" b="b"/>
                    <a:pathLst>
                      <a:path w="1938" h="1938" extrusionOk="0">
                        <a:moveTo>
                          <a:pt x="980" y="1"/>
                        </a:moveTo>
                        <a:cubicBezTo>
                          <a:pt x="438" y="1"/>
                          <a:pt x="1" y="438"/>
                          <a:pt x="1" y="980"/>
                        </a:cubicBezTo>
                        <a:cubicBezTo>
                          <a:pt x="1" y="1500"/>
                          <a:pt x="438" y="1938"/>
                          <a:pt x="980" y="1938"/>
                        </a:cubicBezTo>
                        <a:cubicBezTo>
                          <a:pt x="1500" y="1938"/>
                          <a:pt x="1938" y="1500"/>
                          <a:pt x="1938" y="980"/>
                        </a:cubicBezTo>
                        <a:cubicBezTo>
                          <a:pt x="1938" y="438"/>
                          <a:pt x="1500" y="1"/>
                          <a:pt x="980"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1"/>
                  <p:cNvSpPr/>
                  <p:nvPr/>
                </p:nvSpPr>
                <p:spPr>
                  <a:xfrm>
                    <a:off x="5029400" y="4363421"/>
                    <a:ext cx="48450" cy="48425"/>
                  </a:xfrm>
                  <a:custGeom>
                    <a:avLst/>
                    <a:gdLst/>
                    <a:ahLst/>
                    <a:cxnLst/>
                    <a:rect l="l" t="t" r="r" b="b"/>
                    <a:pathLst>
                      <a:path w="1938" h="1937" fill="none" extrusionOk="0">
                        <a:moveTo>
                          <a:pt x="1937" y="979"/>
                        </a:moveTo>
                        <a:cubicBezTo>
                          <a:pt x="1937" y="1500"/>
                          <a:pt x="1500" y="1937"/>
                          <a:pt x="979" y="1937"/>
                        </a:cubicBezTo>
                        <a:cubicBezTo>
                          <a:pt x="438" y="1937"/>
                          <a:pt x="1" y="1500"/>
                          <a:pt x="1" y="979"/>
                        </a:cubicBezTo>
                        <a:cubicBezTo>
                          <a:pt x="1" y="437"/>
                          <a:pt x="438" y="0"/>
                          <a:pt x="979" y="0"/>
                        </a:cubicBezTo>
                        <a:cubicBezTo>
                          <a:pt x="1500" y="0"/>
                          <a:pt x="1937" y="437"/>
                          <a:pt x="1937" y="979"/>
                        </a:cubicBezTo>
                        <a:close/>
                      </a:path>
                    </a:pathLst>
                  </a:custGeom>
                  <a:noFill/>
                  <a:ln w="1302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5" name="Google Shape;975;p21"/>
                <p:cNvSpPr/>
                <p:nvPr/>
              </p:nvSpPr>
              <p:spPr>
                <a:xfrm>
                  <a:off x="1070000" y="4254221"/>
                  <a:ext cx="48450" cy="48425"/>
                </a:xfrm>
                <a:custGeom>
                  <a:avLst/>
                  <a:gdLst/>
                  <a:ahLst/>
                  <a:cxnLst/>
                  <a:rect l="l" t="t" r="r" b="b"/>
                  <a:pathLst>
                    <a:path w="1938" h="1937" fill="none" extrusionOk="0">
                      <a:moveTo>
                        <a:pt x="1937" y="979"/>
                      </a:moveTo>
                      <a:cubicBezTo>
                        <a:pt x="1937" y="1500"/>
                        <a:pt x="1500" y="1937"/>
                        <a:pt x="979" y="1937"/>
                      </a:cubicBezTo>
                      <a:cubicBezTo>
                        <a:pt x="438" y="1937"/>
                        <a:pt x="1" y="1500"/>
                        <a:pt x="1" y="979"/>
                      </a:cubicBezTo>
                      <a:cubicBezTo>
                        <a:pt x="1" y="437"/>
                        <a:pt x="438" y="0"/>
                        <a:pt x="979" y="0"/>
                      </a:cubicBezTo>
                      <a:cubicBezTo>
                        <a:pt x="1500" y="0"/>
                        <a:pt x="1937" y="437"/>
                        <a:pt x="1937" y="979"/>
                      </a:cubicBezTo>
                      <a:close/>
                    </a:path>
                  </a:pathLst>
                </a:custGeom>
                <a:noFill/>
                <a:ln w="1302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6" name="Google Shape;976;p21"/>
              <p:cNvGrpSpPr/>
              <p:nvPr/>
            </p:nvGrpSpPr>
            <p:grpSpPr>
              <a:xfrm>
                <a:off x="139375" y="4480225"/>
                <a:ext cx="1300100" cy="889800"/>
                <a:chOff x="4541025" y="3874300"/>
                <a:chExt cx="1300100" cy="889800"/>
              </a:xfrm>
            </p:grpSpPr>
            <p:sp>
              <p:nvSpPr>
                <p:cNvPr id="977" name="Google Shape;977;p21"/>
                <p:cNvSpPr/>
                <p:nvPr/>
              </p:nvSpPr>
              <p:spPr>
                <a:xfrm>
                  <a:off x="4592575" y="4337675"/>
                  <a:ext cx="25" cy="426425"/>
                </a:xfrm>
                <a:custGeom>
                  <a:avLst/>
                  <a:gdLst/>
                  <a:ahLst/>
                  <a:cxnLst/>
                  <a:rect l="l" t="t" r="r" b="b"/>
                  <a:pathLst>
                    <a:path w="1" h="17057" fill="none" extrusionOk="0">
                      <a:moveTo>
                        <a:pt x="1" y="0"/>
                      </a:moveTo>
                      <a:lnTo>
                        <a:pt x="1" y="17057"/>
                      </a:lnTo>
                    </a:path>
                  </a:pathLst>
                </a:custGeom>
                <a:noFill/>
                <a:ln w="145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1"/>
                <p:cNvSpPr/>
                <p:nvPr/>
              </p:nvSpPr>
              <p:spPr>
                <a:xfrm>
                  <a:off x="4586850" y="3898250"/>
                  <a:ext cx="1230825" cy="349375"/>
                </a:xfrm>
                <a:custGeom>
                  <a:avLst/>
                  <a:gdLst/>
                  <a:ahLst/>
                  <a:cxnLst/>
                  <a:rect l="l" t="t" r="r" b="b"/>
                  <a:pathLst>
                    <a:path w="49233" h="13975" fill="none" extrusionOk="0">
                      <a:moveTo>
                        <a:pt x="49233" y="0"/>
                      </a:moveTo>
                      <a:lnTo>
                        <a:pt x="18973" y="0"/>
                      </a:lnTo>
                      <a:cubicBezTo>
                        <a:pt x="17244" y="0"/>
                        <a:pt x="15849" y="1396"/>
                        <a:pt x="15849" y="3124"/>
                      </a:cubicBezTo>
                      <a:lnTo>
                        <a:pt x="15849" y="4165"/>
                      </a:lnTo>
                      <a:cubicBezTo>
                        <a:pt x="15849" y="5894"/>
                        <a:pt x="14454" y="7289"/>
                        <a:pt x="12725" y="7289"/>
                      </a:cubicBezTo>
                      <a:lnTo>
                        <a:pt x="3124" y="7289"/>
                      </a:lnTo>
                      <a:cubicBezTo>
                        <a:pt x="1396" y="7289"/>
                        <a:pt x="1" y="8685"/>
                        <a:pt x="1" y="10413"/>
                      </a:cubicBezTo>
                      <a:lnTo>
                        <a:pt x="1" y="13974"/>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1"/>
                <p:cNvSpPr/>
                <p:nvPr/>
              </p:nvSpPr>
              <p:spPr>
                <a:xfrm>
                  <a:off x="5442800" y="3875825"/>
                  <a:ext cx="106750" cy="45875"/>
                </a:xfrm>
                <a:custGeom>
                  <a:avLst/>
                  <a:gdLst/>
                  <a:ahLst/>
                  <a:cxnLst/>
                  <a:rect l="l" t="t" r="r" b="b"/>
                  <a:pathLst>
                    <a:path w="4270" h="1835" extrusionOk="0">
                      <a:moveTo>
                        <a:pt x="361" y="0"/>
                      </a:moveTo>
                      <a:cubicBezTo>
                        <a:pt x="150" y="0"/>
                        <a:pt x="0" y="180"/>
                        <a:pt x="0" y="397"/>
                      </a:cubicBezTo>
                      <a:lnTo>
                        <a:pt x="0" y="1439"/>
                      </a:lnTo>
                      <a:cubicBezTo>
                        <a:pt x="0" y="1668"/>
                        <a:pt x="188" y="1834"/>
                        <a:pt x="396" y="1834"/>
                      </a:cubicBezTo>
                      <a:lnTo>
                        <a:pt x="3874" y="1834"/>
                      </a:lnTo>
                      <a:cubicBezTo>
                        <a:pt x="4103" y="1834"/>
                        <a:pt x="4270" y="1647"/>
                        <a:pt x="4270" y="1439"/>
                      </a:cubicBezTo>
                      <a:lnTo>
                        <a:pt x="4270" y="397"/>
                      </a:lnTo>
                      <a:cubicBezTo>
                        <a:pt x="4270" y="168"/>
                        <a:pt x="4082" y="2"/>
                        <a:pt x="3874" y="2"/>
                      </a:cubicBezTo>
                      <a:lnTo>
                        <a:pt x="396" y="2"/>
                      </a:lnTo>
                      <a:cubicBezTo>
                        <a:pt x="384" y="1"/>
                        <a:pt x="373" y="0"/>
                        <a:pt x="361"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1"/>
                <p:cNvSpPr/>
                <p:nvPr/>
              </p:nvSpPr>
              <p:spPr>
                <a:xfrm>
                  <a:off x="5792675" y="3874300"/>
                  <a:ext cx="48450" cy="48450"/>
                </a:xfrm>
                <a:custGeom>
                  <a:avLst/>
                  <a:gdLst/>
                  <a:ahLst/>
                  <a:cxnLst/>
                  <a:rect l="l" t="t" r="r" b="b"/>
                  <a:pathLst>
                    <a:path w="1938" h="1938" extrusionOk="0">
                      <a:moveTo>
                        <a:pt x="958" y="0"/>
                      </a:moveTo>
                      <a:cubicBezTo>
                        <a:pt x="438" y="0"/>
                        <a:pt x="0" y="438"/>
                        <a:pt x="0" y="979"/>
                      </a:cubicBezTo>
                      <a:cubicBezTo>
                        <a:pt x="0" y="1500"/>
                        <a:pt x="438" y="1937"/>
                        <a:pt x="958" y="1937"/>
                      </a:cubicBezTo>
                      <a:cubicBezTo>
                        <a:pt x="1500" y="1937"/>
                        <a:pt x="1937" y="1500"/>
                        <a:pt x="1937" y="979"/>
                      </a:cubicBezTo>
                      <a:cubicBezTo>
                        <a:pt x="1937" y="438"/>
                        <a:pt x="1500" y="0"/>
                        <a:pt x="958"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1"/>
                <p:cNvSpPr/>
                <p:nvPr/>
              </p:nvSpPr>
              <p:spPr>
                <a:xfrm>
                  <a:off x="4541025" y="4247600"/>
                  <a:ext cx="91675" cy="91650"/>
                </a:xfrm>
                <a:custGeom>
                  <a:avLst/>
                  <a:gdLst/>
                  <a:ahLst/>
                  <a:cxnLst/>
                  <a:rect l="l" t="t" r="r" b="b"/>
                  <a:pathLst>
                    <a:path w="3667" h="3666" fill="none" extrusionOk="0">
                      <a:moveTo>
                        <a:pt x="3666" y="1833"/>
                      </a:moveTo>
                      <a:cubicBezTo>
                        <a:pt x="3666" y="2854"/>
                        <a:pt x="2833" y="3666"/>
                        <a:pt x="1834" y="3666"/>
                      </a:cubicBezTo>
                      <a:cubicBezTo>
                        <a:pt x="813" y="3666"/>
                        <a:pt x="1" y="2854"/>
                        <a:pt x="1" y="1833"/>
                      </a:cubicBezTo>
                      <a:cubicBezTo>
                        <a:pt x="1" y="813"/>
                        <a:pt x="813" y="0"/>
                        <a:pt x="1834" y="0"/>
                      </a:cubicBezTo>
                      <a:cubicBezTo>
                        <a:pt x="2833" y="0"/>
                        <a:pt x="3666" y="813"/>
                        <a:pt x="3666" y="1833"/>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3">
  <p:cSld name="TITLE_AND_BODY_1">
    <p:spTree>
      <p:nvGrpSpPr>
        <p:cNvPr id="1" name="Shape 982"/>
        <p:cNvGrpSpPr/>
        <p:nvPr/>
      </p:nvGrpSpPr>
      <p:grpSpPr>
        <a:xfrm>
          <a:off x="0" y="0"/>
          <a:ext cx="0" cy="0"/>
          <a:chOff x="0" y="0"/>
          <a:chExt cx="0" cy="0"/>
        </a:xfrm>
      </p:grpSpPr>
      <p:sp>
        <p:nvSpPr>
          <p:cNvPr id="983" name="Google Shape;983;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84" name="Google Shape;984;p22"/>
          <p:cNvSpPr txBox="1">
            <a:spLocks noGrp="1"/>
          </p:cNvSpPr>
          <p:nvPr>
            <p:ph type="body" idx="1"/>
          </p:nvPr>
        </p:nvSpPr>
        <p:spPr>
          <a:xfrm>
            <a:off x="713225" y="1017725"/>
            <a:ext cx="7704000" cy="35595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Nunito Light"/>
              <a:buChar char="●"/>
              <a:defRPr/>
            </a:lvl1pPr>
            <a:lvl2pPr marL="914400" lvl="1" indent="-317500" rtl="0">
              <a:lnSpc>
                <a:spcPct val="100000"/>
              </a:lnSpc>
              <a:spcBef>
                <a:spcPts val="0"/>
              </a:spcBef>
              <a:spcAft>
                <a:spcPts val="0"/>
              </a:spcAft>
              <a:buClr>
                <a:srgbClr val="212121"/>
              </a:buClr>
              <a:buSzPts val="1400"/>
              <a:buFont typeface="Nunito Light"/>
              <a:buChar char="○"/>
              <a:defRPr/>
            </a:lvl2pPr>
            <a:lvl3pPr marL="1371600" lvl="2" indent="-317500" rtl="0">
              <a:lnSpc>
                <a:spcPct val="100000"/>
              </a:lnSpc>
              <a:spcBef>
                <a:spcPts val="0"/>
              </a:spcBef>
              <a:spcAft>
                <a:spcPts val="0"/>
              </a:spcAft>
              <a:buClr>
                <a:srgbClr val="212121"/>
              </a:buClr>
              <a:buSzPts val="1400"/>
              <a:buFont typeface="Nunito Light"/>
              <a:buChar char="■"/>
              <a:defRPr/>
            </a:lvl3pPr>
            <a:lvl4pPr marL="1828800" lvl="3" indent="-317500" rtl="0">
              <a:lnSpc>
                <a:spcPct val="100000"/>
              </a:lnSpc>
              <a:spcBef>
                <a:spcPts val="0"/>
              </a:spcBef>
              <a:spcAft>
                <a:spcPts val="0"/>
              </a:spcAft>
              <a:buClr>
                <a:srgbClr val="212121"/>
              </a:buClr>
              <a:buSzPts val="1400"/>
              <a:buFont typeface="Nunito Light"/>
              <a:buChar char="●"/>
              <a:defRPr/>
            </a:lvl4pPr>
            <a:lvl5pPr marL="2286000" lvl="4" indent="-317500" rtl="0">
              <a:lnSpc>
                <a:spcPct val="100000"/>
              </a:lnSpc>
              <a:spcBef>
                <a:spcPts val="0"/>
              </a:spcBef>
              <a:spcAft>
                <a:spcPts val="0"/>
              </a:spcAft>
              <a:buClr>
                <a:srgbClr val="212121"/>
              </a:buClr>
              <a:buSzPts val="1400"/>
              <a:buFont typeface="Nunito Light"/>
              <a:buChar char="○"/>
              <a:defRPr/>
            </a:lvl5pPr>
            <a:lvl6pPr marL="2743200" lvl="5" indent="-317500" rtl="0">
              <a:lnSpc>
                <a:spcPct val="100000"/>
              </a:lnSpc>
              <a:spcBef>
                <a:spcPts val="0"/>
              </a:spcBef>
              <a:spcAft>
                <a:spcPts val="0"/>
              </a:spcAft>
              <a:buClr>
                <a:srgbClr val="212121"/>
              </a:buClr>
              <a:buSzPts val="1400"/>
              <a:buFont typeface="Nunito Light"/>
              <a:buChar char="■"/>
              <a:defRPr/>
            </a:lvl6pPr>
            <a:lvl7pPr marL="3200400" lvl="6" indent="-317500" rtl="0">
              <a:lnSpc>
                <a:spcPct val="100000"/>
              </a:lnSpc>
              <a:spcBef>
                <a:spcPts val="0"/>
              </a:spcBef>
              <a:spcAft>
                <a:spcPts val="0"/>
              </a:spcAft>
              <a:buClr>
                <a:srgbClr val="212121"/>
              </a:buClr>
              <a:buSzPts val="1400"/>
              <a:buFont typeface="Nunito Light"/>
              <a:buChar char="●"/>
              <a:defRPr/>
            </a:lvl7pPr>
            <a:lvl8pPr marL="3657600" lvl="7" indent="-317500" rtl="0">
              <a:lnSpc>
                <a:spcPct val="100000"/>
              </a:lnSpc>
              <a:spcBef>
                <a:spcPts val="0"/>
              </a:spcBef>
              <a:spcAft>
                <a:spcPts val="0"/>
              </a:spcAft>
              <a:buClr>
                <a:srgbClr val="212121"/>
              </a:buClr>
              <a:buSzPts val="1400"/>
              <a:buFont typeface="Nunito Light"/>
              <a:buChar char="○"/>
              <a:defRPr/>
            </a:lvl8pPr>
            <a:lvl9pPr marL="4114800" lvl="8" indent="-317500" rtl="0">
              <a:lnSpc>
                <a:spcPct val="100000"/>
              </a:lnSpc>
              <a:spcBef>
                <a:spcPts val="0"/>
              </a:spcBef>
              <a:spcAft>
                <a:spcPts val="0"/>
              </a:spcAft>
              <a:buClr>
                <a:srgbClr val="212121"/>
              </a:buClr>
              <a:buSzPts val="1400"/>
              <a:buFont typeface="Nunito Light"/>
              <a:buChar char="■"/>
              <a:defRPr/>
            </a:lvl9pPr>
          </a:lstStyle>
          <a:p>
            <a:endParaRPr/>
          </a:p>
        </p:txBody>
      </p:sp>
      <p:grpSp>
        <p:nvGrpSpPr>
          <p:cNvPr id="985" name="Google Shape;985;p22"/>
          <p:cNvGrpSpPr/>
          <p:nvPr/>
        </p:nvGrpSpPr>
        <p:grpSpPr>
          <a:xfrm rot="10800000">
            <a:off x="8128788" y="3373338"/>
            <a:ext cx="1343825" cy="645625"/>
            <a:chOff x="202975" y="2389400"/>
            <a:chExt cx="1343825" cy="645625"/>
          </a:xfrm>
        </p:grpSpPr>
        <p:sp>
          <p:nvSpPr>
            <p:cNvPr id="986" name="Google Shape;986;p22"/>
            <p:cNvSpPr/>
            <p:nvPr/>
          </p:nvSpPr>
          <p:spPr>
            <a:xfrm>
              <a:off x="202975" y="2389400"/>
              <a:ext cx="1343825" cy="645625"/>
            </a:xfrm>
            <a:custGeom>
              <a:avLst/>
              <a:gdLst/>
              <a:ahLst/>
              <a:cxnLst/>
              <a:rect l="l" t="t" r="r" b="b"/>
              <a:pathLst>
                <a:path w="53753" h="25825" fill="none" extrusionOk="0">
                  <a:moveTo>
                    <a:pt x="1" y="18681"/>
                  </a:moveTo>
                  <a:lnTo>
                    <a:pt x="3791" y="18681"/>
                  </a:lnTo>
                  <a:cubicBezTo>
                    <a:pt x="5520" y="18681"/>
                    <a:pt x="6915" y="17286"/>
                    <a:pt x="6915" y="15557"/>
                  </a:cubicBezTo>
                  <a:lnTo>
                    <a:pt x="6915" y="3124"/>
                  </a:lnTo>
                  <a:cubicBezTo>
                    <a:pt x="6915" y="1396"/>
                    <a:pt x="8310" y="0"/>
                    <a:pt x="10039" y="0"/>
                  </a:cubicBezTo>
                  <a:lnTo>
                    <a:pt x="34134" y="0"/>
                  </a:lnTo>
                  <a:cubicBezTo>
                    <a:pt x="35842" y="0"/>
                    <a:pt x="37258" y="1396"/>
                    <a:pt x="37258" y="3124"/>
                  </a:cubicBezTo>
                  <a:lnTo>
                    <a:pt x="37258" y="14641"/>
                  </a:lnTo>
                  <a:cubicBezTo>
                    <a:pt x="37258" y="16349"/>
                    <a:pt x="38654" y="17765"/>
                    <a:pt x="40382" y="17765"/>
                  </a:cubicBezTo>
                  <a:lnTo>
                    <a:pt x="50628" y="17765"/>
                  </a:lnTo>
                  <a:cubicBezTo>
                    <a:pt x="52357" y="17765"/>
                    <a:pt x="53752" y="19160"/>
                    <a:pt x="53752" y="20889"/>
                  </a:cubicBezTo>
                  <a:lnTo>
                    <a:pt x="53752" y="25824"/>
                  </a:ln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2"/>
            <p:cNvSpPr/>
            <p:nvPr/>
          </p:nvSpPr>
          <p:spPr>
            <a:xfrm>
              <a:off x="358650" y="2610150"/>
              <a:ext cx="35950" cy="97375"/>
            </a:xfrm>
            <a:custGeom>
              <a:avLst/>
              <a:gdLst/>
              <a:ahLst/>
              <a:cxnLst/>
              <a:rect l="l" t="t" r="r" b="b"/>
              <a:pathLst>
                <a:path w="1438" h="3895" extrusionOk="0">
                  <a:moveTo>
                    <a:pt x="313" y="1"/>
                  </a:moveTo>
                  <a:cubicBezTo>
                    <a:pt x="126" y="21"/>
                    <a:pt x="1" y="188"/>
                    <a:pt x="22" y="375"/>
                  </a:cubicBezTo>
                  <a:lnTo>
                    <a:pt x="22" y="3520"/>
                  </a:lnTo>
                  <a:cubicBezTo>
                    <a:pt x="1" y="3708"/>
                    <a:pt x="126" y="3874"/>
                    <a:pt x="313" y="3895"/>
                  </a:cubicBezTo>
                  <a:lnTo>
                    <a:pt x="1125" y="3895"/>
                  </a:lnTo>
                  <a:cubicBezTo>
                    <a:pt x="1313" y="3874"/>
                    <a:pt x="1438" y="3708"/>
                    <a:pt x="1438" y="3541"/>
                  </a:cubicBezTo>
                  <a:lnTo>
                    <a:pt x="1438" y="375"/>
                  </a:lnTo>
                  <a:cubicBezTo>
                    <a:pt x="1438" y="188"/>
                    <a:pt x="1313" y="21"/>
                    <a:pt x="11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8" name="Google Shape;988;p22"/>
          <p:cNvGrpSpPr/>
          <p:nvPr/>
        </p:nvGrpSpPr>
        <p:grpSpPr>
          <a:xfrm rot="10800000">
            <a:off x="7422700" y="4823300"/>
            <a:ext cx="1721300" cy="369675"/>
            <a:chOff x="202975" y="1277300"/>
            <a:chExt cx="1721300" cy="369675"/>
          </a:xfrm>
        </p:grpSpPr>
        <p:sp>
          <p:nvSpPr>
            <p:cNvPr id="989" name="Google Shape;989;p22"/>
            <p:cNvSpPr/>
            <p:nvPr/>
          </p:nvSpPr>
          <p:spPr>
            <a:xfrm>
              <a:off x="1767000" y="1293950"/>
              <a:ext cx="144775" cy="163000"/>
            </a:xfrm>
            <a:custGeom>
              <a:avLst/>
              <a:gdLst/>
              <a:ahLst/>
              <a:cxnLst/>
              <a:rect l="l" t="t" r="r" b="b"/>
              <a:pathLst>
                <a:path w="5791" h="6520" fill="none" extrusionOk="0">
                  <a:moveTo>
                    <a:pt x="1" y="6519"/>
                  </a:moveTo>
                  <a:lnTo>
                    <a:pt x="2895" y="6519"/>
                  </a:lnTo>
                  <a:cubicBezTo>
                    <a:pt x="4478" y="6519"/>
                    <a:pt x="5790" y="5124"/>
                    <a:pt x="5790" y="3395"/>
                  </a:cubicBezTo>
                  <a:lnTo>
                    <a:pt x="5790"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22"/>
            <p:cNvSpPr/>
            <p:nvPr/>
          </p:nvSpPr>
          <p:spPr>
            <a:xfrm>
              <a:off x="202975" y="1458475"/>
              <a:ext cx="1504175" cy="157775"/>
            </a:xfrm>
            <a:custGeom>
              <a:avLst/>
              <a:gdLst/>
              <a:ahLst/>
              <a:cxnLst/>
              <a:rect l="l" t="t" r="r" b="b"/>
              <a:pathLst>
                <a:path w="60167" h="6311" fill="none" extrusionOk="0">
                  <a:moveTo>
                    <a:pt x="1" y="6311"/>
                  </a:moveTo>
                  <a:lnTo>
                    <a:pt x="24284" y="6311"/>
                  </a:lnTo>
                  <a:cubicBezTo>
                    <a:pt x="26012" y="6311"/>
                    <a:pt x="27408" y="4916"/>
                    <a:pt x="27408" y="3187"/>
                  </a:cubicBezTo>
                  <a:cubicBezTo>
                    <a:pt x="27408" y="1459"/>
                    <a:pt x="28803" y="63"/>
                    <a:pt x="30531" y="63"/>
                  </a:cubicBezTo>
                  <a:lnTo>
                    <a:pt x="60167"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22"/>
            <p:cNvSpPr/>
            <p:nvPr/>
          </p:nvSpPr>
          <p:spPr>
            <a:xfrm>
              <a:off x="326375" y="1572500"/>
              <a:ext cx="74475" cy="74475"/>
            </a:xfrm>
            <a:custGeom>
              <a:avLst/>
              <a:gdLst/>
              <a:ahLst/>
              <a:cxnLst/>
              <a:rect l="l" t="t" r="r" b="b"/>
              <a:pathLst>
                <a:path w="2979" h="2979" extrusionOk="0">
                  <a:moveTo>
                    <a:pt x="1500" y="1"/>
                  </a:moveTo>
                  <a:cubicBezTo>
                    <a:pt x="667" y="1"/>
                    <a:pt x="0" y="667"/>
                    <a:pt x="0" y="1500"/>
                  </a:cubicBezTo>
                  <a:cubicBezTo>
                    <a:pt x="0" y="2312"/>
                    <a:pt x="667" y="2979"/>
                    <a:pt x="1500" y="2979"/>
                  </a:cubicBezTo>
                  <a:cubicBezTo>
                    <a:pt x="2312" y="2979"/>
                    <a:pt x="2979" y="2312"/>
                    <a:pt x="2979" y="1500"/>
                  </a:cubicBezTo>
                  <a:cubicBezTo>
                    <a:pt x="2979" y="667"/>
                    <a:pt x="2312" y="1"/>
                    <a:pt x="15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2"/>
            <p:cNvSpPr/>
            <p:nvPr/>
          </p:nvSpPr>
          <p:spPr>
            <a:xfrm>
              <a:off x="1887800" y="1277300"/>
              <a:ext cx="36475" cy="36475"/>
            </a:xfrm>
            <a:custGeom>
              <a:avLst/>
              <a:gdLst/>
              <a:ahLst/>
              <a:cxnLst/>
              <a:rect l="l" t="t" r="r" b="b"/>
              <a:pathLst>
                <a:path w="1459" h="1459" extrusionOk="0">
                  <a:moveTo>
                    <a:pt x="729" y="0"/>
                  </a:moveTo>
                  <a:cubicBezTo>
                    <a:pt x="334" y="0"/>
                    <a:pt x="0" y="334"/>
                    <a:pt x="0" y="729"/>
                  </a:cubicBezTo>
                  <a:cubicBezTo>
                    <a:pt x="0" y="1125"/>
                    <a:pt x="334" y="1458"/>
                    <a:pt x="729" y="1458"/>
                  </a:cubicBezTo>
                  <a:cubicBezTo>
                    <a:pt x="1125" y="1458"/>
                    <a:pt x="1458" y="1125"/>
                    <a:pt x="1458" y="729"/>
                  </a:cubicBezTo>
                  <a:cubicBezTo>
                    <a:pt x="1458" y="334"/>
                    <a:pt x="1125" y="0"/>
                    <a:pt x="7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3" name="Google Shape;993;p22"/>
          <p:cNvGrpSpPr/>
          <p:nvPr/>
        </p:nvGrpSpPr>
        <p:grpSpPr>
          <a:xfrm rot="10800000">
            <a:off x="7404500" y="4662925"/>
            <a:ext cx="556075" cy="1443800"/>
            <a:chOff x="1386400" y="363550"/>
            <a:chExt cx="556075" cy="1443800"/>
          </a:xfrm>
        </p:grpSpPr>
        <p:sp>
          <p:nvSpPr>
            <p:cNvPr id="994" name="Google Shape;994;p22"/>
            <p:cNvSpPr/>
            <p:nvPr/>
          </p:nvSpPr>
          <p:spPr>
            <a:xfrm>
              <a:off x="1574875" y="739475"/>
              <a:ext cx="164550" cy="671125"/>
            </a:xfrm>
            <a:custGeom>
              <a:avLst/>
              <a:gdLst/>
              <a:ahLst/>
              <a:cxnLst/>
              <a:rect l="l" t="t" r="r" b="b"/>
              <a:pathLst>
                <a:path w="6582" h="26845" fill="none" extrusionOk="0">
                  <a:moveTo>
                    <a:pt x="1" y="0"/>
                  </a:moveTo>
                  <a:lnTo>
                    <a:pt x="3458" y="0"/>
                  </a:lnTo>
                  <a:cubicBezTo>
                    <a:pt x="5187" y="0"/>
                    <a:pt x="6582" y="1395"/>
                    <a:pt x="6582" y="3124"/>
                  </a:cubicBezTo>
                  <a:lnTo>
                    <a:pt x="6582" y="26845"/>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2"/>
            <p:cNvSpPr/>
            <p:nvPr/>
          </p:nvSpPr>
          <p:spPr>
            <a:xfrm>
              <a:off x="1595200" y="363550"/>
              <a:ext cx="36450" cy="36475"/>
            </a:xfrm>
            <a:custGeom>
              <a:avLst/>
              <a:gdLst/>
              <a:ahLst/>
              <a:cxnLst/>
              <a:rect l="l" t="t" r="r" b="b"/>
              <a:pathLst>
                <a:path w="1458" h="1459" extrusionOk="0">
                  <a:moveTo>
                    <a:pt x="729" y="1"/>
                  </a:moveTo>
                  <a:cubicBezTo>
                    <a:pt x="313" y="1"/>
                    <a:pt x="0" y="334"/>
                    <a:pt x="0" y="730"/>
                  </a:cubicBezTo>
                  <a:cubicBezTo>
                    <a:pt x="0" y="1125"/>
                    <a:pt x="313" y="1459"/>
                    <a:pt x="729" y="1459"/>
                  </a:cubicBezTo>
                  <a:cubicBezTo>
                    <a:pt x="1125" y="1459"/>
                    <a:pt x="1458" y="1125"/>
                    <a:pt x="1458" y="730"/>
                  </a:cubicBezTo>
                  <a:cubicBezTo>
                    <a:pt x="1458" y="334"/>
                    <a:pt x="1125" y="1"/>
                    <a:pt x="7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2"/>
            <p:cNvSpPr/>
            <p:nvPr/>
          </p:nvSpPr>
          <p:spPr>
            <a:xfrm>
              <a:off x="1906025" y="1770875"/>
              <a:ext cx="36450" cy="36475"/>
            </a:xfrm>
            <a:custGeom>
              <a:avLst/>
              <a:gdLst/>
              <a:ahLst/>
              <a:cxnLst/>
              <a:rect l="l" t="t" r="r" b="b"/>
              <a:pathLst>
                <a:path w="1458" h="1459" extrusionOk="0">
                  <a:moveTo>
                    <a:pt x="729" y="0"/>
                  </a:moveTo>
                  <a:cubicBezTo>
                    <a:pt x="333" y="0"/>
                    <a:pt x="0" y="333"/>
                    <a:pt x="0" y="729"/>
                  </a:cubicBezTo>
                  <a:cubicBezTo>
                    <a:pt x="0" y="1146"/>
                    <a:pt x="333" y="1458"/>
                    <a:pt x="729" y="1458"/>
                  </a:cubicBezTo>
                  <a:cubicBezTo>
                    <a:pt x="1125" y="1458"/>
                    <a:pt x="1458" y="1146"/>
                    <a:pt x="1458" y="729"/>
                  </a:cubicBezTo>
                  <a:cubicBezTo>
                    <a:pt x="1458" y="333"/>
                    <a:pt x="1125" y="0"/>
                    <a:pt x="7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2"/>
            <p:cNvSpPr/>
            <p:nvPr/>
          </p:nvSpPr>
          <p:spPr>
            <a:xfrm>
              <a:off x="1718075" y="1410575"/>
              <a:ext cx="43225" cy="100000"/>
            </a:xfrm>
            <a:custGeom>
              <a:avLst/>
              <a:gdLst/>
              <a:ahLst/>
              <a:cxnLst/>
              <a:rect l="l" t="t" r="r" b="b"/>
              <a:pathLst>
                <a:path w="1729" h="4000" fill="none" extrusionOk="0">
                  <a:moveTo>
                    <a:pt x="375" y="1"/>
                  </a:moveTo>
                  <a:lnTo>
                    <a:pt x="1375" y="1"/>
                  </a:lnTo>
                  <a:cubicBezTo>
                    <a:pt x="1562" y="1"/>
                    <a:pt x="1729" y="146"/>
                    <a:pt x="1729" y="355"/>
                  </a:cubicBezTo>
                  <a:lnTo>
                    <a:pt x="1729" y="3624"/>
                  </a:lnTo>
                  <a:cubicBezTo>
                    <a:pt x="1729" y="3833"/>
                    <a:pt x="1562" y="3999"/>
                    <a:pt x="1375" y="3999"/>
                  </a:cubicBezTo>
                  <a:lnTo>
                    <a:pt x="375" y="3999"/>
                  </a:lnTo>
                  <a:cubicBezTo>
                    <a:pt x="167" y="3999"/>
                    <a:pt x="0" y="3833"/>
                    <a:pt x="0" y="3624"/>
                  </a:cubicBezTo>
                  <a:lnTo>
                    <a:pt x="0" y="355"/>
                  </a:lnTo>
                  <a:cubicBezTo>
                    <a:pt x="0" y="146"/>
                    <a:pt x="167" y="1"/>
                    <a:pt x="375" y="1"/>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2"/>
            <p:cNvSpPr/>
            <p:nvPr/>
          </p:nvSpPr>
          <p:spPr>
            <a:xfrm>
              <a:off x="1481175" y="699900"/>
              <a:ext cx="93725" cy="93225"/>
            </a:xfrm>
            <a:custGeom>
              <a:avLst/>
              <a:gdLst/>
              <a:ahLst/>
              <a:cxnLst/>
              <a:rect l="l" t="t" r="r" b="b"/>
              <a:pathLst>
                <a:path w="3749" h="3729" fill="none" extrusionOk="0">
                  <a:moveTo>
                    <a:pt x="3749" y="1854"/>
                  </a:moveTo>
                  <a:cubicBezTo>
                    <a:pt x="3749" y="2895"/>
                    <a:pt x="2916" y="3728"/>
                    <a:pt x="1875" y="3728"/>
                  </a:cubicBezTo>
                  <a:cubicBezTo>
                    <a:pt x="854" y="3728"/>
                    <a:pt x="0" y="2895"/>
                    <a:pt x="0" y="1854"/>
                  </a:cubicBezTo>
                  <a:cubicBezTo>
                    <a:pt x="0" y="833"/>
                    <a:pt x="854" y="0"/>
                    <a:pt x="1875" y="0"/>
                  </a:cubicBezTo>
                  <a:cubicBezTo>
                    <a:pt x="2916" y="0"/>
                    <a:pt x="3749" y="833"/>
                    <a:pt x="3749" y="1854"/>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2"/>
            <p:cNvSpPr/>
            <p:nvPr/>
          </p:nvSpPr>
          <p:spPr>
            <a:xfrm>
              <a:off x="1386400" y="381775"/>
              <a:ext cx="208300" cy="364475"/>
            </a:xfrm>
            <a:custGeom>
              <a:avLst/>
              <a:gdLst/>
              <a:ahLst/>
              <a:cxnLst/>
              <a:rect l="l" t="t" r="r" b="b"/>
              <a:pathLst>
                <a:path w="8332" h="14579" fill="none" extrusionOk="0">
                  <a:moveTo>
                    <a:pt x="3812" y="14579"/>
                  </a:moveTo>
                  <a:lnTo>
                    <a:pt x="1896" y="14579"/>
                  </a:lnTo>
                  <a:cubicBezTo>
                    <a:pt x="855" y="14579"/>
                    <a:pt x="1" y="13184"/>
                    <a:pt x="1" y="11455"/>
                  </a:cubicBezTo>
                  <a:lnTo>
                    <a:pt x="1" y="3125"/>
                  </a:lnTo>
                  <a:cubicBezTo>
                    <a:pt x="1" y="1396"/>
                    <a:pt x="1396" y="1"/>
                    <a:pt x="3125" y="1"/>
                  </a:cubicBezTo>
                  <a:lnTo>
                    <a:pt x="8331" y="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2"/>
            <p:cNvSpPr/>
            <p:nvPr/>
          </p:nvSpPr>
          <p:spPr>
            <a:xfrm>
              <a:off x="1739925" y="1510550"/>
              <a:ext cx="166125" cy="275450"/>
            </a:xfrm>
            <a:custGeom>
              <a:avLst/>
              <a:gdLst/>
              <a:ahLst/>
              <a:cxnLst/>
              <a:rect l="l" t="t" r="r" b="b"/>
              <a:pathLst>
                <a:path w="6645" h="11018" fill="none" extrusionOk="0">
                  <a:moveTo>
                    <a:pt x="1" y="0"/>
                  </a:moveTo>
                  <a:lnTo>
                    <a:pt x="1" y="7893"/>
                  </a:lnTo>
                  <a:cubicBezTo>
                    <a:pt x="1" y="9622"/>
                    <a:pt x="1396" y="11017"/>
                    <a:pt x="3125" y="11017"/>
                  </a:cubicBezTo>
                  <a:lnTo>
                    <a:pt x="6644" y="11017"/>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1" name="Google Shape;1001;p22"/>
          <p:cNvGrpSpPr/>
          <p:nvPr/>
        </p:nvGrpSpPr>
        <p:grpSpPr>
          <a:xfrm rot="10800000">
            <a:off x="8079775" y="3274375"/>
            <a:ext cx="595625" cy="2708950"/>
            <a:chOff x="671575" y="486950"/>
            <a:chExt cx="595625" cy="2708950"/>
          </a:xfrm>
        </p:grpSpPr>
        <p:sp>
          <p:nvSpPr>
            <p:cNvPr id="1002" name="Google Shape;1002;p22"/>
            <p:cNvSpPr/>
            <p:nvPr/>
          </p:nvSpPr>
          <p:spPr>
            <a:xfrm>
              <a:off x="721550" y="537450"/>
              <a:ext cx="441525" cy="2606400"/>
            </a:xfrm>
            <a:custGeom>
              <a:avLst/>
              <a:gdLst/>
              <a:ahLst/>
              <a:cxnLst/>
              <a:rect l="l" t="t" r="r" b="b"/>
              <a:pathLst>
                <a:path w="17661" h="104256" fill="none" extrusionOk="0">
                  <a:moveTo>
                    <a:pt x="0" y="1"/>
                  </a:moveTo>
                  <a:lnTo>
                    <a:pt x="0" y="55752"/>
                  </a:lnTo>
                  <a:cubicBezTo>
                    <a:pt x="0" y="57480"/>
                    <a:pt x="1396" y="58875"/>
                    <a:pt x="3124" y="58875"/>
                  </a:cubicBezTo>
                  <a:lnTo>
                    <a:pt x="7518" y="58875"/>
                  </a:lnTo>
                  <a:cubicBezTo>
                    <a:pt x="9247" y="58875"/>
                    <a:pt x="10642" y="60271"/>
                    <a:pt x="10642" y="61999"/>
                  </a:cubicBezTo>
                  <a:lnTo>
                    <a:pt x="10642" y="101131"/>
                  </a:lnTo>
                  <a:cubicBezTo>
                    <a:pt x="10642" y="102860"/>
                    <a:pt x="12059" y="104255"/>
                    <a:pt x="13766" y="104255"/>
                  </a:cubicBezTo>
                  <a:lnTo>
                    <a:pt x="17661" y="104255"/>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22"/>
            <p:cNvSpPr/>
            <p:nvPr/>
          </p:nvSpPr>
          <p:spPr>
            <a:xfrm>
              <a:off x="696550" y="486950"/>
              <a:ext cx="50525" cy="50525"/>
            </a:xfrm>
            <a:custGeom>
              <a:avLst/>
              <a:gdLst/>
              <a:ahLst/>
              <a:cxnLst/>
              <a:rect l="l" t="t" r="r" b="b"/>
              <a:pathLst>
                <a:path w="2021" h="2021" fill="none" extrusionOk="0">
                  <a:moveTo>
                    <a:pt x="2021" y="1021"/>
                  </a:moveTo>
                  <a:cubicBezTo>
                    <a:pt x="2021" y="1583"/>
                    <a:pt x="1563" y="2021"/>
                    <a:pt x="1000" y="2021"/>
                  </a:cubicBezTo>
                  <a:cubicBezTo>
                    <a:pt x="438" y="2021"/>
                    <a:pt x="1" y="1583"/>
                    <a:pt x="1" y="1021"/>
                  </a:cubicBezTo>
                  <a:cubicBezTo>
                    <a:pt x="1" y="459"/>
                    <a:pt x="438" y="1"/>
                    <a:pt x="1000" y="1"/>
                  </a:cubicBezTo>
                  <a:cubicBezTo>
                    <a:pt x="1563" y="1"/>
                    <a:pt x="2021" y="459"/>
                    <a:pt x="2021" y="1021"/>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2"/>
            <p:cNvSpPr/>
            <p:nvPr/>
          </p:nvSpPr>
          <p:spPr>
            <a:xfrm>
              <a:off x="695525" y="1583950"/>
              <a:ext cx="52075" cy="51575"/>
            </a:xfrm>
            <a:custGeom>
              <a:avLst/>
              <a:gdLst/>
              <a:ahLst/>
              <a:cxnLst/>
              <a:rect l="l" t="t" r="r" b="b"/>
              <a:pathLst>
                <a:path w="2083" h="2063" extrusionOk="0">
                  <a:moveTo>
                    <a:pt x="1041" y="1"/>
                  </a:moveTo>
                  <a:cubicBezTo>
                    <a:pt x="479" y="1"/>
                    <a:pt x="0" y="459"/>
                    <a:pt x="0" y="1042"/>
                  </a:cubicBezTo>
                  <a:cubicBezTo>
                    <a:pt x="0" y="1604"/>
                    <a:pt x="479" y="2062"/>
                    <a:pt x="1041" y="2062"/>
                  </a:cubicBezTo>
                  <a:cubicBezTo>
                    <a:pt x="1624" y="2062"/>
                    <a:pt x="2083" y="1604"/>
                    <a:pt x="2083" y="1042"/>
                  </a:cubicBezTo>
                  <a:cubicBezTo>
                    <a:pt x="2083" y="459"/>
                    <a:pt x="1624" y="1"/>
                    <a:pt x="10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2"/>
            <p:cNvSpPr/>
            <p:nvPr/>
          </p:nvSpPr>
          <p:spPr>
            <a:xfrm>
              <a:off x="671575" y="856100"/>
              <a:ext cx="100500" cy="43225"/>
            </a:xfrm>
            <a:custGeom>
              <a:avLst/>
              <a:gdLst/>
              <a:ahLst/>
              <a:cxnLst/>
              <a:rect l="l" t="t" r="r" b="b"/>
              <a:pathLst>
                <a:path w="4020" h="1729" extrusionOk="0">
                  <a:moveTo>
                    <a:pt x="375" y="0"/>
                  </a:moveTo>
                  <a:cubicBezTo>
                    <a:pt x="167" y="0"/>
                    <a:pt x="0" y="167"/>
                    <a:pt x="0" y="375"/>
                  </a:cubicBezTo>
                  <a:lnTo>
                    <a:pt x="0" y="1375"/>
                  </a:lnTo>
                  <a:cubicBezTo>
                    <a:pt x="0" y="1583"/>
                    <a:pt x="167" y="1729"/>
                    <a:pt x="375" y="1729"/>
                  </a:cubicBezTo>
                  <a:lnTo>
                    <a:pt x="3645" y="1729"/>
                  </a:lnTo>
                  <a:cubicBezTo>
                    <a:pt x="3853" y="1729"/>
                    <a:pt x="4019" y="1583"/>
                    <a:pt x="4019" y="1375"/>
                  </a:cubicBezTo>
                  <a:lnTo>
                    <a:pt x="4019" y="375"/>
                  </a:lnTo>
                  <a:cubicBezTo>
                    <a:pt x="4019" y="167"/>
                    <a:pt x="3853" y="0"/>
                    <a:pt x="36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2"/>
            <p:cNvSpPr/>
            <p:nvPr/>
          </p:nvSpPr>
          <p:spPr>
            <a:xfrm>
              <a:off x="961575" y="2650750"/>
              <a:ext cx="52600" cy="122900"/>
            </a:xfrm>
            <a:custGeom>
              <a:avLst/>
              <a:gdLst/>
              <a:ahLst/>
              <a:cxnLst/>
              <a:rect l="l" t="t" r="r" b="b"/>
              <a:pathLst>
                <a:path w="2104" h="4916" extrusionOk="0">
                  <a:moveTo>
                    <a:pt x="437" y="1"/>
                  </a:moveTo>
                  <a:cubicBezTo>
                    <a:pt x="187" y="1"/>
                    <a:pt x="0" y="209"/>
                    <a:pt x="0" y="459"/>
                  </a:cubicBezTo>
                  <a:lnTo>
                    <a:pt x="0" y="4458"/>
                  </a:lnTo>
                  <a:cubicBezTo>
                    <a:pt x="0" y="4708"/>
                    <a:pt x="187" y="4916"/>
                    <a:pt x="437" y="4916"/>
                  </a:cubicBezTo>
                  <a:lnTo>
                    <a:pt x="1645" y="4916"/>
                  </a:lnTo>
                  <a:cubicBezTo>
                    <a:pt x="1916" y="4916"/>
                    <a:pt x="2103" y="4708"/>
                    <a:pt x="2103" y="4458"/>
                  </a:cubicBezTo>
                  <a:lnTo>
                    <a:pt x="2103" y="459"/>
                  </a:lnTo>
                  <a:cubicBezTo>
                    <a:pt x="2103" y="209"/>
                    <a:pt x="1916" y="1"/>
                    <a:pt x="16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2"/>
            <p:cNvSpPr/>
            <p:nvPr/>
          </p:nvSpPr>
          <p:spPr>
            <a:xfrm>
              <a:off x="1163050" y="3091750"/>
              <a:ext cx="104150" cy="104150"/>
            </a:xfrm>
            <a:custGeom>
              <a:avLst/>
              <a:gdLst/>
              <a:ahLst/>
              <a:cxnLst/>
              <a:rect l="l" t="t" r="r" b="b"/>
              <a:pathLst>
                <a:path w="4166" h="4166" fill="none" extrusionOk="0">
                  <a:moveTo>
                    <a:pt x="4166" y="2083"/>
                  </a:moveTo>
                  <a:cubicBezTo>
                    <a:pt x="4166" y="3228"/>
                    <a:pt x="3229" y="4166"/>
                    <a:pt x="2083" y="4166"/>
                  </a:cubicBezTo>
                  <a:cubicBezTo>
                    <a:pt x="938" y="4166"/>
                    <a:pt x="1" y="3228"/>
                    <a:pt x="1" y="2083"/>
                  </a:cubicBezTo>
                  <a:cubicBezTo>
                    <a:pt x="1" y="938"/>
                    <a:pt x="938" y="0"/>
                    <a:pt x="2083" y="0"/>
                  </a:cubicBezTo>
                  <a:cubicBezTo>
                    <a:pt x="3229" y="0"/>
                    <a:pt x="4166" y="938"/>
                    <a:pt x="4166" y="2083"/>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8" name="Google Shape;1008;p22"/>
          <p:cNvGrpSpPr/>
          <p:nvPr/>
        </p:nvGrpSpPr>
        <p:grpSpPr>
          <a:xfrm rot="10800000">
            <a:off x="7793925" y="3454000"/>
            <a:ext cx="647725" cy="2014925"/>
            <a:chOff x="905325" y="1001350"/>
            <a:chExt cx="647725" cy="2014925"/>
          </a:xfrm>
        </p:grpSpPr>
        <p:sp>
          <p:nvSpPr>
            <p:cNvPr id="1009" name="Google Shape;1009;p22"/>
            <p:cNvSpPr/>
            <p:nvPr/>
          </p:nvSpPr>
          <p:spPr>
            <a:xfrm>
              <a:off x="1353600" y="2453950"/>
              <a:ext cx="25" cy="511825"/>
            </a:xfrm>
            <a:custGeom>
              <a:avLst/>
              <a:gdLst/>
              <a:ahLst/>
              <a:cxnLst/>
              <a:rect l="l" t="t" r="r" b="b"/>
              <a:pathLst>
                <a:path w="1" h="20473" fill="none" extrusionOk="0">
                  <a:moveTo>
                    <a:pt x="1" y="1"/>
                  </a:moveTo>
                  <a:lnTo>
                    <a:pt x="1" y="20473"/>
                  </a:lnTo>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2"/>
            <p:cNvSpPr/>
            <p:nvPr/>
          </p:nvSpPr>
          <p:spPr>
            <a:xfrm>
              <a:off x="1353600" y="2187375"/>
              <a:ext cx="25" cy="173400"/>
            </a:xfrm>
            <a:custGeom>
              <a:avLst/>
              <a:gdLst/>
              <a:ahLst/>
              <a:cxnLst/>
              <a:rect l="l" t="t" r="r" b="b"/>
              <a:pathLst>
                <a:path w="1" h="6936" fill="none" extrusionOk="0">
                  <a:moveTo>
                    <a:pt x="1" y="1"/>
                  </a:moveTo>
                  <a:lnTo>
                    <a:pt x="1" y="6936"/>
                  </a:lnTo>
                </a:path>
              </a:pathLst>
            </a:custGeom>
            <a:noFill/>
            <a:ln w="12500"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22"/>
            <p:cNvSpPr/>
            <p:nvPr/>
          </p:nvSpPr>
          <p:spPr>
            <a:xfrm>
              <a:off x="955325" y="1026350"/>
              <a:ext cx="398300" cy="1051200"/>
            </a:xfrm>
            <a:custGeom>
              <a:avLst/>
              <a:gdLst/>
              <a:ahLst/>
              <a:cxnLst/>
              <a:rect l="l" t="t" r="r" b="b"/>
              <a:pathLst>
                <a:path w="15932" h="42048" fill="none" extrusionOk="0">
                  <a:moveTo>
                    <a:pt x="15932" y="42048"/>
                  </a:moveTo>
                  <a:lnTo>
                    <a:pt x="15932" y="3124"/>
                  </a:lnTo>
                  <a:cubicBezTo>
                    <a:pt x="15932" y="1416"/>
                    <a:pt x="14537" y="0"/>
                    <a:pt x="12808" y="0"/>
                  </a:cubicBezTo>
                  <a:lnTo>
                    <a:pt x="0" y="0"/>
                  </a:lnTo>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2"/>
            <p:cNvSpPr/>
            <p:nvPr/>
          </p:nvSpPr>
          <p:spPr>
            <a:xfrm>
              <a:off x="1328625" y="2965750"/>
              <a:ext cx="50525" cy="50525"/>
            </a:xfrm>
            <a:custGeom>
              <a:avLst/>
              <a:gdLst/>
              <a:ahLst/>
              <a:cxnLst/>
              <a:rect l="l" t="t" r="r" b="b"/>
              <a:pathLst>
                <a:path w="2021" h="2021" extrusionOk="0">
                  <a:moveTo>
                    <a:pt x="1000" y="1"/>
                  </a:moveTo>
                  <a:cubicBezTo>
                    <a:pt x="458" y="1"/>
                    <a:pt x="0" y="459"/>
                    <a:pt x="0" y="1021"/>
                  </a:cubicBezTo>
                  <a:cubicBezTo>
                    <a:pt x="0" y="1583"/>
                    <a:pt x="458" y="2021"/>
                    <a:pt x="1000" y="2021"/>
                  </a:cubicBezTo>
                  <a:cubicBezTo>
                    <a:pt x="1562" y="2021"/>
                    <a:pt x="2020" y="1583"/>
                    <a:pt x="2020" y="1021"/>
                  </a:cubicBezTo>
                  <a:cubicBezTo>
                    <a:pt x="2020" y="459"/>
                    <a:pt x="1562" y="1"/>
                    <a:pt x="10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22"/>
            <p:cNvSpPr/>
            <p:nvPr/>
          </p:nvSpPr>
          <p:spPr>
            <a:xfrm>
              <a:off x="905325" y="1001350"/>
              <a:ext cx="50025" cy="50525"/>
            </a:xfrm>
            <a:custGeom>
              <a:avLst/>
              <a:gdLst/>
              <a:ahLst/>
              <a:cxnLst/>
              <a:rect l="l" t="t" r="r" b="b"/>
              <a:pathLst>
                <a:path w="2001" h="2021" extrusionOk="0">
                  <a:moveTo>
                    <a:pt x="1000" y="1"/>
                  </a:moveTo>
                  <a:cubicBezTo>
                    <a:pt x="438" y="1"/>
                    <a:pt x="1" y="459"/>
                    <a:pt x="1" y="1000"/>
                  </a:cubicBezTo>
                  <a:cubicBezTo>
                    <a:pt x="1" y="1563"/>
                    <a:pt x="438" y="2021"/>
                    <a:pt x="1000" y="2021"/>
                  </a:cubicBezTo>
                  <a:cubicBezTo>
                    <a:pt x="1563" y="2021"/>
                    <a:pt x="2000" y="1563"/>
                    <a:pt x="2000" y="1000"/>
                  </a:cubicBezTo>
                  <a:cubicBezTo>
                    <a:pt x="2000" y="459"/>
                    <a:pt x="1563" y="1"/>
                    <a:pt x="10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2"/>
            <p:cNvSpPr/>
            <p:nvPr/>
          </p:nvSpPr>
          <p:spPr>
            <a:xfrm>
              <a:off x="1320800" y="1427750"/>
              <a:ext cx="65625" cy="65650"/>
            </a:xfrm>
            <a:custGeom>
              <a:avLst/>
              <a:gdLst/>
              <a:ahLst/>
              <a:cxnLst/>
              <a:rect l="l" t="t" r="r" b="b"/>
              <a:pathLst>
                <a:path w="2625" h="2626" extrusionOk="0">
                  <a:moveTo>
                    <a:pt x="1313" y="1"/>
                  </a:moveTo>
                  <a:cubicBezTo>
                    <a:pt x="605" y="1"/>
                    <a:pt x="1" y="584"/>
                    <a:pt x="1" y="1313"/>
                  </a:cubicBezTo>
                  <a:cubicBezTo>
                    <a:pt x="1" y="2042"/>
                    <a:pt x="605" y="2625"/>
                    <a:pt x="1313" y="2625"/>
                  </a:cubicBezTo>
                  <a:cubicBezTo>
                    <a:pt x="2042" y="2625"/>
                    <a:pt x="2625" y="2042"/>
                    <a:pt x="2625" y="1313"/>
                  </a:cubicBezTo>
                  <a:cubicBezTo>
                    <a:pt x="2625" y="584"/>
                    <a:pt x="2042" y="1"/>
                    <a:pt x="13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2"/>
            <p:cNvSpPr/>
            <p:nvPr/>
          </p:nvSpPr>
          <p:spPr>
            <a:xfrm>
              <a:off x="1298950" y="2077525"/>
              <a:ext cx="109875" cy="109875"/>
            </a:xfrm>
            <a:custGeom>
              <a:avLst/>
              <a:gdLst/>
              <a:ahLst/>
              <a:cxnLst/>
              <a:rect l="l" t="t" r="r" b="b"/>
              <a:pathLst>
                <a:path w="4395" h="4395" fill="none" extrusionOk="0">
                  <a:moveTo>
                    <a:pt x="4394" y="2208"/>
                  </a:moveTo>
                  <a:cubicBezTo>
                    <a:pt x="4394" y="3416"/>
                    <a:pt x="3416" y="4395"/>
                    <a:pt x="2187" y="4395"/>
                  </a:cubicBezTo>
                  <a:cubicBezTo>
                    <a:pt x="979" y="4395"/>
                    <a:pt x="0" y="3416"/>
                    <a:pt x="0" y="2208"/>
                  </a:cubicBezTo>
                  <a:cubicBezTo>
                    <a:pt x="0" y="979"/>
                    <a:pt x="979" y="1"/>
                    <a:pt x="2187" y="1"/>
                  </a:cubicBezTo>
                  <a:cubicBezTo>
                    <a:pt x="3416" y="1"/>
                    <a:pt x="4394" y="979"/>
                    <a:pt x="4394" y="2208"/>
                  </a:cubicBezTo>
                  <a:close/>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2"/>
            <p:cNvSpPr/>
            <p:nvPr/>
          </p:nvSpPr>
          <p:spPr>
            <a:xfrm>
              <a:off x="1278650" y="1245025"/>
              <a:ext cx="150475" cy="64575"/>
            </a:xfrm>
            <a:custGeom>
              <a:avLst/>
              <a:gdLst/>
              <a:ahLst/>
              <a:cxnLst/>
              <a:rect l="l" t="t" r="r" b="b"/>
              <a:pathLst>
                <a:path w="6019" h="2583" extrusionOk="0">
                  <a:moveTo>
                    <a:pt x="541" y="0"/>
                  </a:moveTo>
                  <a:cubicBezTo>
                    <a:pt x="229" y="0"/>
                    <a:pt x="0" y="250"/>
                    <a:pt x="0" y="542"/>
                  </a:cubicBezTo>
                  <a:lnTo>
                    <a:pt x="0" y="2041"/>
                  </a:lnTo>
                  <a:cubicBezTo>
                    <a:pt x="0" y="2333"/>
                    <a:pt x="229" y="2582"/>
                    <a:pt x="541" y="2582"/>
                  </a:cubicBezTo>
                  <a:lnTo>
                    <a:pt x="5456" y="2582"/>
                  </a:lnTo>
                  <a:cubicBezTo>
                    <a:pt x="5769" y="2582"/>
                    <a:pt x="6019" y="2333"/>
                    <a:pt x="6019" y="2041"/>
                  </a:cubicBezTo>
                  <a:lnTo>
                    <a:pt x="6019" y="542"/>
                  </a:lnTo>
                  <a:cubicBezTo>
                    <a:pt x="6019" y="250"/>
                    <a:pt x="5769" y="0"/>
                    <a:pt x="54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2"/>
            <p:cNvSpPr/>
            <p:nvPr/>
          </p:nvSpPr>
          <p:spPr>
            <a:xfrm>
              <a:off x="1333825" y="2360750"/>
              <a:ext cx="40125" cy="93225"/>
            </a:xfrm>
            <a:custGeom>
              <a:avLst/>
              <a:gdLst/>
              <a:ahLst/>
              <a:cxnLst/>
              <a:rect l="l" t="t" r="r" b="b"/>
              <a:pathLst>
                <a:path w="1605" h="3729" fill="none" extrusionOk="0">
                  <a:moveTo>
                    <a:pt x="334" y="1"/>
                  </a:moveTo>
                  <a:lnTo>
                    <a:pt x="1250" y="1"/>
                  </a:lnTo>
                  <a:cubicBezTo>
                    <a:pt x="1438" y="1"/>
                    <a:pt x="1604" y="147"/>
                    <a:pt x="1604" y="334"/>
                  </a:cubicBezTo>
                  <a:lnTo>
                    <a:pt x="1604" y="3375"/>
                  </a:lnTo>
                  <a:cubicBezTo>
                    <a:pt x="1604" y="3562"/>
                    <a:pt x="1438" y="3729"/>
                    <a:pt x="1250" y="3729"/>
                  </a:cubicBezTo>
                  <a:lnTo>
                    <a:pt x="334" y="3729"/>
                  </a:lnTo>
                  <a:cubicBezTo>
                    <a:pt x="146" y="3729"/>
                    <a:pt x="1" y="3562"/>
                    <a:pt x="1" y="3375"/>
                  </a:cubicBezTo>
                  <a:lnTo>
                    <a:pt x="1" y="334"/>
                  </a:lnTo>
                  <a:cubicBezTo>
                    <a:pt x="1" y="147"/>
                    <a:pt x="146" y="1"/>
                    <a:pt x="334" y="1"/>
                  </a:cubicBezTo>
                  <a:close/>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22"/>
            <p:cNvSpPr/>
            <p:nvPr/>
          </p:nvSpPr>
          <p:spPr>
            <a:xfrm>
              <a:off x="1408779" y="2134275"/>
              <a:ext cx="94250" cy="25"/>
            </a:xfrm>
            <a:custGeom>
              <a:avLst/>
              <a:gdLst/>
              <a:ahLst/>
              <a:cxnLst/>
              <a:rect l="l" t="t" r="r" b="b"/>
              <a:pathLst>
                <a:path w="3770" h="1" fill="none" extrusionOk="0">
                  <a:moveTo>
                    <a:pt x="0" y="1"/>
                  </a:moveTo>
                  <a:lnTo>
                    <a:pt x="3770" y="1"/>
                  </a:ln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2"/>
            <p:cNvSpPr/>
            <p:nvPr/>
          </p:nvSpPr>
          <p:spPr>
            <a:xfrm>
              <a:off x="987600" y="1679750"/>
              <a:ext cx="311375" cy="453000"/>
            </a:xfrm>
            <a:custGeom>
              <a:avLst/>
              <a:gdLst/>
              <a:ahLst/>
              <a:cxnLst/>
              <a:rect l="l" t="t" r="r" b="b"/>
              <a:pathLst>
                <a:path w="12455" h="18120" fill="none" extrusionOk="0">
                  <a:moveTo>
                    <a:pt x="0" y="15620"/>
                  </a:moveTo>
                  <a:lnTo>
                    <a:pt x="0" y="3208"/>
                  </a:lnTo>
                  <a:cubicBezTo>
                    <a:pt x="21" y="1438"/>
                    <a:pt x="1458" y="1"/>
                    <a:pt x="3228" y="1"/>
                  </a:cubicBezTo>
                  <a:lnTo>
                    <a:pt x="6915" y="1"/>
                  </a:lnTo>
                  <a:cubicBezTo>
                    <a:pt x="8685" y="1"/>
                    <a:pt x="10122" y="1438"/>
                    <a:pt x="10122" y="3208"/>
                  </a:cubicBezTo>
                  <a:lnTo>
                    <a:pt x="10122" y="14912"/>
                  </a:lnTo>
                  <a:cubicBezTo>
                    <a:pt x="10122" y="16682"/>
                    <a:pt x="10642" y="18119"/>
                    <a:pt x="11288" y="18119"/>
                  </a:cubicBezTo>
                  <a:lnTo>
                    <a:pt x="12454" y="18119"/>
                  </a:ln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22"/>
            <p:cNvSpPr/>
            <p:nvPr/>
          </p:nvSpPr>
          <p:spPr>
            <a:xfrm>
              <a:off x="1503025" y="2107200"/>
              <a:ext cx="50025" cy="50525"/>
            </a:xfrm>
            <a:custGeom>
              <a:avLst/>
              <a:gdLst/>
              <a:ahLst/>
              <a:cxnLst/>
              <a:rect l="l" t="t" r="r" b="b"/>
              <a:pathLst>
                <a:path w="2001" h="2021" extrusionOk="0">
                  <a:moveTo>
                    <a:pt x="1001" y="1"/>
                  </a:moveTo>
                  <a:cubicBezTo>
                    <a:pt x="438" y="1"/>
                    <a:pt x="1" y="459"/>
                    <a:pt x="1" y="1021"/>
                  </a:cubicBezTo>
                  <a:cubicBezTo>
                    <a:pt x="1" y="1563"/>
                    <a:pt x="438" y="2021"/>
                    <a:pt x="1001" y="2021"/>
                  </a:cubicBezTo>
                  <a:cubicBezTo>
                    <a:pt x="1563" y="2021"/>
                    <a:pt x="2000" y="1563"/>
                    <a:pt x="2000" y="1021"/>
                  </a:cubicBezTo>
                  <a:cubicBezTo>
                    <a:pt x="2000" y="459"/>
                    <a:pt x="1563" y="1"/>
                    <a:pt x="10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22"/>
            <p:cNvSpPr/>
            <p:nvPr/>
          </p:nvSpPr>
          <p:spPr>
            <a:xfrm>
              <a:off x="1062050" y="1657900"/>
              <a:ext cx="101025" cy="43750"/>
            </a:xfrm>
            <a:custGeom>
              <a:avLst/>
              <a:gdLst/>
              <a:ahLst/>
              <a:cxnLst/>
              <a:rect l="l" t="t" r="r" b="b"/>
              <a:pathLst>
                <a:path w="4041" h="1750" extrusionOk="0">
                  <a:moveTo>
                    <a:pt x="375" y="0"/>
                  </a:moveTo>
                  <a:cubicBezTo>
                    <a:pt x="167" y="0"/>
                    <a:pt x="0" y="167"/>
                    <a:pt x="0" y="375"/>
                  </a:cubicBezTo>
                  <a:lnTo>
                    <a:pt x="0" y="1375"/>
                  </a:lnTo>
                  <a:cubicBezTo>
                    <a:pt x="0" y="1583"/>
                    <a:pt x="167" y="1749"/>
                    <a:pt x="375" y="1749"/>
                  </a:cubicBezTo>
                  <a:lnTo>
                    <a:pt x="3666" y="1749"/>
                  </a:lnTo>
                  <a:cubicBezTo>
                    <a:pt x="3874" y="1749"/>
                    <a:pt x="4041" y="1583"/>
                    <a:pt x="4041" y="1375"/>
                  </a:cubicBezTo>
                  <a:lnTo>
                    <a:pt x="4041" y="375"/>
                  </a:lnTo>
                  <a:cubicBezTo>
                    <a:pt x="4041" y="167"/>
                    <a:pt x="3874" y="0"/>
                    <a:pt x="36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22"/>
            <p:cNvSpPr/>
            <p:nvPr/>
          </p:nvSpPr>
          <p:spPr>
            <a:xfrm>
              <a:off x="962600" y="2037950"/>
              <a:ext cx="50525" cy="50550"/>
            </a:xfrm>
            <a:custGeom>
              <a:avLst/>
              <a:gdLst/>
              <a:ahLst/>
              <a:cxnLst/>
              <a:rect l="l" t="t" r="r" b="b"/>
              <a:pathLst>
                <a:path w="2021" h="2022" extrusionOk="0">
                  <a:moveTo>
                    <a:pt x="1000" y="1"/>
                  </a:moveTo>
                  <a:cubicBezTo>
                    <a:pt x="459" y="1"/>
                    <a:pt x="1" y="459"/>
                    <a:pt x="1" y="1021"/>
                  </a:cubicBezTo>
                  <a:cubicBezTo>
                    <a:pt x="1" y="1584"/>
                    <a:pt x="459" y="2021"/>
                    <a:pt x="1000" y="2021"/>
                  </a:cubicBezTo>
                  <a:cubicBezTo>
                    <a:pt x="1563" y="2021"/>
                    <a:pt x="2021" y="1584"/>
                    <a:pt x="2021" y="1021"/>
                  </a:cubicBezTo>
                  <a:cubicBezTo>
                    <a:pt x="2021" y="459"/>
                    <a:pt x="1563" y="1"/>
                    <a:pt x="10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3" name="Google Shape;1023;p22"/>
          <p:cNvGrpSpPr/>
          <p:nvPr/>
        </p:nvGrpSpPr>
        <p:grpSpPr>
          <a:xfrm rot="10800000">
            <a:off x="8638325" y="2943575"/>
            <a:ext cx="529488" cy="1325825"/>
            <a:chOff x="202975" y="1362675"/>
            <a:chExt cx="529488" cy="1325825"/>
          </a:xfrm>
        </p:grpSpPr>
        <p:sp>
          <p:nvSpPr>
            <p:cNvPr id="1024" name="Google Shape;1024;p22"/>
            <p:cNvSpPr/>
            <p:nvPr/>
          </p:nvSpPr>
          <p:spPr>
            <a:xfrm>
              <a:off x="202975" y="1362675"/>
              <a:ext cx="518600" cy="1291750"/>
            </a:xfrm>
            <a:custGeom>
              <a:avLst/>
              <a:gdLst/>
              <a:ahLst/>
              <a:cxnLst/>
              <a:rect l="l" t="t" r="r" b="b"/>
              <a:pathLst>
                <a:path w="20744" h="51670" fill="none" extrusionOk="0">
                  <a:moveTo>
                    <a:pt x="1" y="1"/>
                  </a:moveTo>
                  <a:lnTo>
                    <a:pt x="13100" y="1"/>
                  </a:lnTo>
                  <a:cubicBezTo>
                    <a:pt x="14829" y="1"/>
                    <a:pt x="16224" y="1396"/>
                    <a:pt x="16224" y="3125"/>
                  </a:cubicBezTo>
                  <a:lnTo>
                    <a:pt x="16224" y="13933"/>
                  </a:lnTo>
                  <a:cubicBezTo>
                    <a:pt x="16224" y="15662"/>
                    <a:pt x="14829" y="17057"/>
                    <a:pt x="13100" y="17057"/>
                  </a:cubicBezTo>
                  <a:lnTo>
                    <a:pt x="7373" y="17057"/>
                  </a:lnTo>
                  <a:cubicBezTo>
                    <a:pt x="5645" y="17057"/>
                    <a:pt x="4249" y="18452"/>
                    <a:pt x="4249" y="20181"/>
                  </a:cubicBezTo>
                  <a:lnTo>
                    <a:pt x="4249" y="48546"/>
                  </a:lnTo>
                  <a:cubicBezTo>
                    <a:pt x="4249" y="50274"/>
                    <a:pt x="5645" y="51670"/>
                    <a:pt x="7373" y="51670"/>
                  </a:cubicBezTo>
                  <a:lnTo>
                    <a:pt x="20743" y="51670"/>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22"/>
            <p:cNvSpPr/>
            <p:nvPr/>
          </p:nvSpPr>
          <p:spPr>
            <a:xfrm>
              <a:off x="657988" y="2613500"/>
              <a:ext cx="74475" cy="75000"/>
            </a:xfrm>
            <a:custGeom>
              <a:avLst/>
              <a:gdLst/>
              <a:ahLst/>
              <a:cxnLst/>
              <a:rect l="l" t="t" r="r" b="b"/>
              <a:pathLst>
                <a:path w="2979" h="3000" extrusionOk="0">
                  <a:moveTo>
                    <a:pt x="1500" y="1"/>
                  </a:moveTo>
                  <a:cubicBezTo>
                    <a:pt x="667" y="1"/>
                    <a:pt x="1" y="667"/>
                    <a:pt x="1" y="1500"/>
                  </a:cubicBezTo>
                  <a:cubicBezTo>
                    <a:pt x="1" y="2333"/>
                    <a:pt x="667" y="3000"/>
                    <a:pt x="1500" y="3000"/>
                  </a:cubicBezTo>
                  <a:cubicBezTo>
                    <a:pt x="2312" y="3000"/>
                    <a:pt x="2979" y="2333"/>
                    <a:pt x="2979" y="1500"/>
                  </a:cubicBezTo>
                  <a:cubicBezTo>
                    <a:pt x="2979" y="667"/>
                    <a:pt x="2312" y="1"/>
                    <a:pt x="1500" y="1"/>
                  </a:cubicBezTo>
                  <a:close/>
                </a:path>
              </a:pathLst>
            </a:custGeom>
            <a:solidFill>
              <a:schemeClr val="accent4"/>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22"/>
            <p:cNvSpPr/>
            <p:nvPr/>
          </p:nvSpPr>
          <p:spPr>
            <a:xfrm>
              <a:off x="587225" y="1566250"/>
              <a:ext cx="43225" cy="100000"/>
            </a:xfrm>
            <a:custGeom>
              <a:avLst/>
              <a:gdLst/>
              <a:ahLst/>
              <a:cxnLst/>
              <a:rect l="l" t="t" r="r" b="b"/>
              <a:pathLst>
                <a:path w="1729" h="4000" extrusionOk="0">
                  <a:moveTo>
                    <a:pt x="375" y="1"/>
                  </a:moveTo>
                  <a:cubicBezTo>
                    <a:pt x="167" y="1"/>
                    <a:pt x="0" y="167"/>
                    <a:pt x="0" y="376"/>
                  </a:cubicBezTo>
                  <a:lnTo>
                    <a:pt x="0" y="3645"/>
                  </a:lnTo>
                  <a:cubicBezTo>
                    <a:pt x="0" y="3833"/>
                    <a:pt x="167" y="3999"/>
                    <a:pt x="375" y="3999"/>
                  </a:cubicBezTo>
                  <a:lnTo>
                    <a:pt x="1354" y="3999"/>
                  </a:lnTo>
                  <a:cubicBezTo>
                    <a:pt x="1562" y="3999"/>
                    <a:pt x="1729" y="3833"/>
                    <a:pt x="1729" y="3645"/>
                  </a:cubicBezTo>
                  <a:lnTo>
                    <a:pt x="1729" y="376"/>
                  </a:lnTo>
                  <a:cubicBezTo>
                    <a:pt x="1729" y="167"/>
                    <a:pt x="1562" y="1"/>
                    <a:pt x="1354"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7" name="Google Shape;1027;p22"/>
          <p:cNvSpPr/>
          <p:nvPr/>
        </p:nvSpPr>
        <p:spPr>
          <a:xfrm>
            <a:off x="8492650" y="2810863"/>
            <a:ext cx="368400" cy="368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028"/>
        <p:cNvGrpSpPr/>
        <p:nvPr/>
      </p:nvGrpSpPr>
      <p:grpSpPr>
        <a:xfrm>
          <a:off x="0" y="0"/>
          <a:ext cx="0" cy="0"/>
          <a:chOff x="0" y="0"/>
          <a:chExt cx="0" cy="0"/>
        </a:xfrm>
      </p:grpSpPr>
      <p:sp>
        <p:nvSpPr>
          <p:cNvPr id="1029" name="Google Shape;1029;p23"/>
          <p:cNvSpPr txBox="1">
            <a:spLocks noGrp="1"/>
          </p:cNvSpPr>
          <p:nvPr>
            <p:ph type="title"/>
          </p:nvPr>
        </p:nvSpPr>
        <p:spPr>
          <a:xfrm>
            <a:off x="720000" y="445025"/>
            <a:ext cx="7704000" cy="558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30" name="Google Shape;1030;p23"/>
          <p:cNvSpPr txBox="1">
            <a:spLocks noGrp="1"/>
          </p:cNvSpPr>
          <p:nvPr>
            <p:ph type="subTitle" idx="1"/>
          </p:nvPr>
        </p:nvSpPr>
        <p:spPr>
          <a:xfrm>
            <a:off x="4308874" y="3104426"/>
            <a:ext cx="2505600" cy="1236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31" name="Google Shape;1031;p23"/>
          <p:cNvSpPr txBox="1">
            <a:spLocks noGrp="1"/>
          </p:cNvSpPr>
          <p:nvPr>
            <p:ph type="subTitle" idx="2"/>
          </p:nvPr>
        </p:nvSpPr>
        <p:spPr>
          <a:xfrm>
            <a:off x="720000" y="3104426"/>
            <a:ext cx="2505600" cy="1236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32" name="Google Shape;1032;p23"/>
          <p:cNvSpPr txBox="1">
            <a:spLocks noGrp="1"/>
          </p:cNvSpPr>
          <p:nvPr>
            <p:ph type="subTitle" idx="3"/>
          </p:nvPr>
        </p:nvSpPr>
        <p:spPr>
          <a:xfrm>
            <a:off x="720000" y="2540600"/>
            <a:ext cx="25056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33" name="Google Shape;1033;p23"/>
          <p:cNvSpPr txBox="1">
            <a:spLocks noGrp="1"/>
          </p:cNvSpPr>
          <p:nvPr>
            <p:ph type="subTitle" idx="4"/>
          </p:nvPr>
        </p:nvSpPr>
        <p:spPr>
          <a:xfrm>
            <a:off x="4308875" y="2540600"/>
            <a:ext cx="25056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1034" name="Google Shape;1034;p23"/>
          <p:cNvGrpSpPr/>
          <p:nvPr/>
        </p:nvGrpSpPr>
        <p:grpSpPr>
          <a:xfrm>
            <a:off x="8638325" y="1664600"/>
            <a:ext cx="705269" cy="3334400"/>
            <a:chOff x="8638325" y="1664600"/>
            <a:chExt cx="705269" cy="3334400"/>
          </a:xfrm>
        </p:grpSpPr>
        <p:grpSp>
          <p:nvGrpSpPr>
            <p:cNvPr id="1035" name="Google Shape;1035;p23"/>
            <p:cNvGrpSpPr/>
            <p:nvPr/>
          </p:nvGrpSpPr>
          <p:grpSpPr>
            <a:xfrm rot="10800000">
              <a:off x="8787519" y="3555200"/>
              <a:ext cx="556075" cy="1443800"/>
              <a:chOff x="1386400" y="363550"/>
              <a:chExt cx="556075" cy="1443800"/>
            </a:xfrm>
          </p:grpSpPr>
          <p:sp>
            <p:nvSpPr>
              <p:cNvPr id="1036" name="Google Shape;1036;p23"/>
              <p:cNvSpPr/>
              <p:nvPr/>
            </p:nvSpPr>
            <p:spPr>
              <a:xfrm>
                <a:off x="1574875" y="739475"/>
                <a:ext cx="164550" cy="671125"/>
              </a:xfrm>
              <a:custGeom>
                <a:avLst/>
                <a:gdLst/>
                <a:ahLst/>
                <a:cxnLst/>
                <a:rect l="l" t="t" r="r" b="b"/>
                <a:pathLst>
                  <a:path w="6582" h="26845" fill="none" extrusionOk="0">
                    <a:moveTo>
                      <a:pt x="1" y="0"/>
                    </a:moveTo>
                    <a:lnTo>
                      <a:pt x="3458" y="0"/>
                    </a:lnTo>
                    <a:cubicBezTo>
                      <a:pt x="5187" y="0"/>
                      <a:pt x="6582" y="1395"/>
                      <a:pt x="6582" y="3124"/>
                    </a:cubicBezTo>
                    <a:lnTo>
                      <a:pt x="6582" y="26845"/>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23"/>
              <p:cNvSpPr/>
              <p:nvPr/>
            </p:nvSpPr>
            <p:spPr>
              <a:xfrm>
                <a:off x="1595200" y="363550"/>
                <a:ext cx="36450" cy="36475"/>
              </a:xfrm>
              <a:custGeom>
                <a:avLst/>
                <a:gdLst/>
                <a:ahLst/>
                <a:cxnLst/>
                <a:rect l="l" t="t" r="r" b="b"/>
                <a:pathLst>
                  <a:path w="1458" h="1459" extrusionOk="0">
                    <a:moveTo>
                      <a:pt x="729" y="1"/>
                    </a:moveTo>
                    <a:cubicBezTo>
                      <a:pt x="313" y="1"/>
                      <a:pt x="0" y="334"/>
                      <a:pt x="0" y="730"/>
                    </a:cubicBezTo>
                    <a:cubicBezTo>
                      <a:pt x="0" y="1125"/>
                      <a:pt x="313" y="1459"/>
                      <a:pt x="729" y="1459"/>
                    </a:cubicBezTo>
                    <a:cubicBezTo>
                      <a:pt x="1125" y="1459"/>
                      <a:pt x="1458" y="1125"/>
                      <a:pt x="1458" y="730"/>
                    </a:cubicBezTo>
                    <a:cubicBezTo>
                      <a:pt x="1458" y="334"/>
                      <a:pt x="1125" y="1"/>
                      <a:pt x="729" y="1"/>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23"/>
              <p:cNvSpPr/>
              <p:nvPr/>
            </p:nvSpPr>
            <p:spPr>
              <a:xfrm>
                <a:off x="1906025" y="1770875"/>
                <a:ext cx="36450" cy="36475"/>
              </a:xfrm>
              <a:custGeom>
                <a:avLst/>
                <a:gdLst/>
                <a:ahLst/>
                <a:cxnLst/>
                <a:rect l="l" t="t" r="r" b="b"/>
                <a:pathLst>
                  <a:path w="1458" h="1459" extrusionOk="0">
                    <a:moveTo>
                      <a:pt x="729" y="0"/>
                    </a:moveTo>
                    <a:cubicBezTo>
                      <a:pt x="333" y="0"/>
                      <a:pt x="0" y="333"/>
                      <a:pt x="0" y="729"/>
                    </a:cubicBezTo>
                    <a:cubicBezTo>
                      <a:pt x="0" y="1146"/>
                      <a:pt x="333" y="1458"/>
                      <a:pt x="729" y="1458"/>
                    </a:cubicBezTo>
                    <a:cubicBezTo>
                      <a:pt x="1125" y="1458"/>
                      <a:pt x="1458" y="1146"/>
                      <a:pt x="1458" y="729"/>
                    </a:cubicBezTo>
                    <a:cubicBezTo>
                      <a:pt x="1458" y="333"/>
                      <a:pt x="1125" y="0"/>
                      <a:pt x="729"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23"/>
              <p:cNvSpPr/>
              <p:nvPr/>
            </p:nvSpPr>
            <p:spPr>
              <a:xfrm>
                <a:off x="1718075" y="1410575"/>
                <a:ext cx="43225" cy="100000"/>
              </a:xfrm>
              <a:custGeom>
                <a:avLst/>
                <a:gdLst/>
                <a:ahLst/>
                <a:cxnLst/>
                <a:rect l="l" t="t" r="r" b="b"/>
                <a:pathLst>
                  <a:path w="1729" h="4000" fill="none" extrusionOk="0">
                    <a:moveTo>
                      <a:pt x="375" y="1"/>
                    </a:moveTo>
                    <a:lnTo>
                      <a:pt x="1375" y="1"/>
                    </a:lnTo>
                    <a:cubicBezTo>
                      <a:pt x="1562" y="1"/>
                      <a:pt x="1729" y="146"/>
                      <a:pt x="1729" y="355"/>
                    </a:cubicBezTo>
                    <a:lnTo>
                      <a:pt x="1729" y="3624"/>
                    </a:lnTo>
                    <a:cubicBezTo>
                      <a:pt x="1729" y="3833"/>
                      <a:pt x="1562" y="3999"/>
                      <a:pt x="1375" y="3999"/>
                    </a:cubicBezTo>
                    <a:lnTo>
                      <a:pt x="375" y="3999"/>
                    </a:lnTo>
                    <a:cubicBezTo>
                      <a:pt x="167" y="3999"/>
                      <a:pt x="0" y="3833"/>
                      <a:pt x="0" y="3624"/>
                    </a:cubicBezTo>
                    <a:lnTo>
                      <a:pt x="0" y="355"/>
                    </a:lnTo>
                    <a:cubicBezTo>
                      <a:pt x="0" y="146"/>
                      <a:pt x="167" y="1"/>
                      <a:pt x="375" y="1"/>
                    </a:cubicBezTo>
                    <a:close/>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23"/>
              <p:cNvSpPr/>
              <p:nvPr/>
            </p:nvSpPr>
            <p:spPr>
              <a:xfrm>
                <a:off x="1481175" y="699900"/>
                <a:ext cx="93725" cy="93225"/>
              </a:xfrm>
              <a:custGeom>
                <a:avLst/>
                <a:gdLst/>
                <a:ahLst/>
                <a:cxnLst/>
                <a:rect l="l" t="t" r="r" b="b"/>
                <a:pathLst>
                  <a:path w="3749" h="3729" fill="none" extrusionOk="0">
                    <a:moveTo>
                      <a:pt x="3749" y="1854"/>
                    </a:moveTo>
                    <a:cubicBezTo>
                      <a:pt x="3749" y="2895"/>
                      <a:pt x="2916" y="3728"/>
                      <a:pt x="1875" y="3728"/>
                    </a:cubicBezTo>
                    <a:cubicBezTo>
                      <a:pt x="854" y="3728"/>
                      <a:pt x="0" y="2895"/>
                      <a:pt x="0" y="1854"/>
                    </a:cubicBezTo>
                    <a:cubicBezTo>
                      <a:pt x="0" y="833"/>
                      <a:pt x="854" y="0"/>
                      <a:pt x="1875" y="0"/>
                    </a:cubicBezTo>
                    <a:cubicBezTo>
                      <a:pt x="2916" y="0"/>
                      <a:pt x="3749" y="833"/>
                      <a:pt x="3749" y="1854"/>
                    </a:cubicBezTo>
                    <a:close/>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23"/>
              <p:cNvSpPr/>
              <p:nvPr/>
            </p:nvSpPr>
            <p:spPr>
              <a:xfrm>
                <a:off x="1386400" y="381775"/>
                <a:ext cx="208300" cy="364475"/>
              </a:xfrm>
              <a:custGeom>
                <a:avLst/>
                <a:gdLst/>
                <a:ahLst/>
                <a:cxnLst/>
                <a:rect l="l" t="t" r="r" b="b"/>
                <a:pathLst>
                  <a:path w="8332" h="14579" fill="none" extrusionOk="0">
                    <a:moveTo>
                      <a:pt x="3812" y="14579"/>
                    </a:moveTo>
                    <a:lnTo>
                      <a:pt x="1896" y="14579"/>
                    </a:lnTo>
                    <a:cubicBezTo>
                      <a:pt x="855" y="14579"/>
                      <a:pt x="1" y="13184"/>
                      <a:pt x="1" y="11455"/>
                    </a:cubicBezTo>
                    <a:lnTo>
                      <a:pt x="1" y="3125"/>
                    </a:lnTo>
                    <a:cubicBezTo>
                      <a:pt x="1" y="1396"/>
                      <a:pt x="1396" y="1"/>
                      <a:pt x="3125" y="1"/>
                    </a:cubicBezTo>
                    <a:lnTo>
                      <a:pt x="8331" y="1"/>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23"/>
              <p:cNvSpPr/>
              <p:nvPr/>
            </p:nvSpPr>
            <p:spPr>
              <a:xfrm>
                <a:off x="1739925" y="1510550"/>
                <a:ext cx="166125" cy="275450"/>
              </a:xfrm>
              <a:custGeom>
                <a:avLst/>
                <a:gdLst/>
                <a:ahLst/>
                <a:cxnLst/>
                <a:rect l="l" t="t" r="r" b="b"/>
                <a:pathLst>
                  <a:path w="6645" h="11018" fill="none" extrusionOk="0">
                    <a:moveTo>
                      <a:pt x="1" y="0"/>
                    </a:moveTo>
                    <a:lnTo>
                      <a:pt x="1" y="7893"/>
                    </a:lnTo>
                    <a:cubicBezTo>
                      <a:pt x="1" y="9622"/>
                      <a:pt x="1396" y="11017"/>
                      <a:pt x="3125" y="11017"/>
                    </a:cubicBezTo>
                    <a:lnTo>
                      <a:pt x="6644" y="11017"/>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3" name="Google Shape;1043;p23"/>
            <p:cNvGrpSpPr/>
            <p:nvPr/>
          </p:nvGrpSpPr>
          <p:grpSpPr>
            <a:xfrm rot="10800000">
              <a:off x="8638325" y="1664600"/>
              <a:ext cx="529488" cy="1325825"/>
              <a:chOff x="202975" y="1362675"/>
              <a:chExt cx="529488" cy="1325825"/>
            </a:xfrm>
          </p:grpSpPr>
          <p:sp>
            <p:nvSpPr>
              <p:cNvPr id="1044" name="Google Shape;1044;p23"/>
              <p:cNvSpPr/>
              <p:nvPr/>
            </p:nvSpPr>
            <p:spPr>
              <a:xfrm>
                <a:off x="202975" y="1362675"/>
                <a:ext cx="518600" cy="1291750"/>
              </a:xfrm>
              <a:custGeom>
                <a:avLst/>
                <a:gdLst/>
                <a:ahLst/>
                <a:cxnLst/>
                <a:rect l="l" t="t" r="r" b="b"/>
                <a:pathLst>
                  <a:path w="20744" h="51670" fill="none" extrusionOk="0">
                    <a:moveTo>
                      <a:pt x="1" y="1"/>
                    </a:moveTo>
                    <a:lnTo>
                      <a:pt x="13100" y="1"/>
                    </a:lnTo>
                    <a:cubicBezTo>
                      <a:pt x="14829" y="1"/>
                      <a:pt x="16224" y="1396"/>
                      <a:pt x="16224" y="3125"/>
                    </a:cubicBezTo>
                    <a:lnTo>
                      <a:pt x="16224" y="13933"/>
                    </a:lnTo>
                    <a:cubicBezTo>
                      <a:pt x="16224" y="15662"/>
                      <a:pt x="14829" y="17057"/>
                      <a:pt x="13100" y="17057"/>
                    </a:cubicBezTo>
                    <a:lnTo>
                      <a:pt x="7373" y="17057"/>
                    </a:lnTo>
                    <a:cubicBezTo>
                      <a:pt x="5645" y="17057"/>
                      <a:pt x="4249" y="18452"/>
                      <a:pt x="4249" y="20181"/>
                    </a:cubicBezTo>
                    <a:lnTo>
                      <a:pt x="4249" y="48546"/>
                    </a:lnTo>
                    <a:cubicBezTo>
                      <a:pt x="4249" y="50274"/>
                      <a:pt x="5645" y="51670"/>
                      <a:pt x="7373" y="51670"/>
                    </a:cubicBezTo>
                    <a:lnTo>
                      <a:pt x="20743" y="51670"/>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23"/>
              <p:cNvSpPr/>
              <p:nvPr/>
            </p:nvSpPr>
            <p:spPr>
              <a:xfrm>
                <a:off x="657988" y="2613500"/>
                <a:ext cx="74475" cy="75000"/>
              </a:xfrm>
              <a:custGeom>
                <a:avLst/>
                <a:gdLst/>
                <a:ahLst/>
                <a:cxnLst/>
                <a:rect l="l" t="t" r="r" b="b"/>
                <a:pathLst>
                  <a:path w="2979" h="3000" extrusionOk="0">
                    <a:moveTo>
                      <a:pt x="1500" y="1"/>
                    </a:moveTo>
                    <a:cubicBezTo>
                      <a:pt x="667" y="1"/>
                      <a:pt x="1" y="667"/>
                      <a:pt x="1" y="1500"/>
                    </a:cubicBezTo>
                    <a:cubicBezTo>
                      <a:pt x="1" y="2333"/>
                      <a:pt x="667" y="3000"/>
                      <a:pt x="1500" y="3000"/>
                    </a:cubicBezTo>
                    <a:cubicBezTo>
                      <a:pt x="2312" y="3000"/>
                      <a:pt x="2979" y="2333"/>
                      <a:pt x="2979" y="1500"/>
                    </a:cubicBezTo>
                    <a:cubicBezTo>
                      <a:pt x="2979" y="667"/>
                      <a:pt x="2312" y="1"/>
                      <a:pt x="15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23"/>
              <p:cNvSpPr/>
              <p:nvPr/>
            </p:nvSpPr>
            <p:spPr>
              <a:xfrm>
                <a:off x="587225" y="1566250"/>
                <a:ext cx="43225" cy="100000"/>
              </a:xfrm>
              <a:custGeom>
                <a:avLst/>
                <a:gdLst/>
                <a:ahLst/>
                <a:cxnLst/>
                <a:rect l="l" t="t" r="r" b="b"/>
                <a:pathLst>
                  <a:path w="1729" h="4000" extrusionOk="0">
                    <a:moveTo>
                      <a:pt x="375" y="1"/>
                    </a:moveTo>
                    <a:cubicBezTo>
                      <a:pt x="167" y="1"/>
                      <a:pt x="0" y="167"/>
                      <a:pt x="0" y="376"/>
                    </a:cubicBezTo>
                    <a:lnTo>
                      <a:pt x="0" y="3645"/>
                    </a:lnTo>
                    <a:cubicBezTo>
                      <a:pt x="0" y="3833"/>
                      <a:pt x="167" y="3999"/>
                      <a:pt x="375" y="3999"/>
                    </a:cubicBezTo>
                    <a:lnTo>
                      <a:pt x="1354" y="3999"/>
                    </a:lnTo>
                    <a:cubicBezTo>
                      <a:pt x="1562" y="3999"/>
                      <a:pt x="1729" y="3833"/>
                      <a:pt x="1729" y="3645"/>
                    </a:cubicBezTo>
                    <a:lnTo>
                      <a:pt x="1729" y="376"/>
                    </a:lnTo>
                    <a:cubicBezTo>
                      <a:pt x="1729" y="167"/>
                      <a:pt x="1562" y="1"/>
                      <a:pt x="1354"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47" name="Google Shape;1047;p23"/>
          <p:cNvGrpSpPr/>
          <p:nvPr/>
        </p:nvGrpSpPr>
        <p:grpSpPr>
          <a:xfrm>
            <a:off x="8444360" y="4626734"/>
            <a:ext cx="368400" cy="368400"/>
            <a:chOff x="8444360" y="4626734"/>
            <a:chExt cx="368400" cy="368400"/>
          </a:xfrm>
        </p:grpSpPr>
        <p:sp>
          <p:nvSpPr>
            <p:cNvPr id="1048" name="Google Shape;1048;p23"/>
            <p:cNvSpPr/>
            <p:nvPr/>
          </p:nvSpPr>
          <p:spPr>
            <a:xfrm>
              <a:off x="8444360" y="4626734"/>
              <a:ext cx="368400" cy="368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9" name="Google Shape;1049;p23"/>
            <p:cNvGrpSpPr/>
            <p:nvPr/>
          </p:nvGrpSpPr>
          <p:grpSpPr>
            <a:xfrm>
              <a:off x="8557626" y="4708651"/>
              <a:ext cx="141868" cy="204740"/>
              <a:chOff x="3709913" y="1722188"/>
              <a:chExt cx="235700" cy="340100"/>
            </a:xfrm>
          </p:grpSpPr>
          <p:sp>
            <p:nvSpPr>
              <p:cNvPr id="1050" name="Google Shape;1050;p23"/>
              <p:cNvSpPr/>
              <p:nvPr/>
            </p:nvSpPr>
            <p:spPr>
              <a:xfrm>
                <a:off x="3712988" y="1876513"/>
                <a:ext cx="94450" cy="83800"/>
              </a:xfrm>
              <a:custGeom>
                <a:avLst/>
                <a:gdLst/>
                <a:ahLst/>
                <a:cxnLst/>
                <a:rect l="l" t="t" r="r" b="b"/>
                <a:pathLst>
                  <a:path w="3778" h="3352" extrusionOk="0">
                    <a:moveTo>
                      <a:pt x="2098" y="0"/>
                    </a:moveTo>
                    <a:cubicBezTo>
                      <a:pt x="1761" y="0"/>
                      <a:pt x="1415" y="105"/>
                      <a:pt x="1106" y="337"/>
                    </a:cubicBezTo>
                    <a:cubicBezTo>
                      <a:pt x="0" y="1166"/>
                      <a:pt x="308" y="2916"/>
                      <a:pt x="1659" y="3285"/>
                    </a:cubicBezTo>
                    <a:cubicBezTo>
                      <a:pt x="1812" y="3330"/>
                      <a:pt x="1965" y="3351"/>
                      <a:pt x="2116" y="3351"/>
                    </a:cubicBezTo>
                    <a:cubicBezTo>
                      <a:pt x="2995" y="3351"/>
                      <a:pt x="3777" y="2631"/>
                      <a:pt x="3777" y="1688"/>
                    </a:cubicBezTo>
                    <a:cubicBezTo>
                      <a:pt x="3777" y="693"/>
                      <a:pt x="2965" y="0"/>
                      <a:pt x="209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23"/>
              <p:cNvSpPr/>
              <p:nvPr/>
            </p:nvSpPr>
            <p:spPr>
              <a:xfrm>
                <a:off x="3709913" y="1770538"/>
                <a:ext cx="97525" cy="83650"/>
              </a:xfrm>
              <a:custGeom>
                <a:avLst/>
                <a:gdLst/>
                <a:ahLst/>
                <a:cxnLst/>
                <a:rect l="l" t="t" r="r" b="b"/>
                <a:pathLst>
                  <a:path w="3901" h="3346" extrusionOk="0">
                    <a:moveTo>
                      <a:pt x="2242" y="1"/>
                    </a:moveTo>
                    <a:cubicBezTo>
                      <a:pt x="738" y="1"/>
                      <a:pt x="1" y="1813"/>
                      <a:pt x="1045" y="2857"/>
                    </a:cubicBezTo>
                    <a:cubicBezTo>
                      <a:pt x="1393" y="3195"/>
                      <a:pt x="1815" y="3346"/>
                      <a:pt x="2226" y="3346"/>
                    </a:cubicBezTo>
                    <a:cubicBezTo>
                      <a:pt x="3086" y="3346"/>
                      <a:pt x="3900" y="2686"/>
                      <a:pt x="3900" y="1690"/>
                    </a:cubicBezTo>
                    <a:cubicBezTo>
                      <a:pt x="3900" y="738"/>
                      <a:pt x="3163" y="1"/>
                      <a:pt x="22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23"/>
              <p:cNvSpPr/>
              <p:nvPr/>
            </p:nvSpPr>
            <p:spPr>
              <a:xfrm>
                <a:off x="3755988" y="1722188"/>
                <a:ext cx="189625" cy="340100"/>
              </a:xfrm>
              <a:custGeom>
                <a:avLst/>
                <a:gdLst/>
                <a:ahLst/>
                <a:cxnLst/>
                <a:rect l="l" t="t" r="r" b="b"/>
                <a:pathLst>
                  <a:path w="7585" h="13604" extrusionOk="0">
                    <a:moveTo>
                      <a:pt x="5496" y="2365"/>
                    </a:moveTo>
                    <a:cubicBezTo>
                      <a:pt x="6018" y="2365"/>
                      <a:pt x="6018" y="3163"/>
                      <a:pt x="5496" y="3163"/>
                    </a:cubicBezTo>
                    <a:lnTo>
                      <a:pt x="3378" y="3163"/>
                    </a:lnTo>
                    <a:cubicBezTo>
                      <a:pt x="2856" y="3163"/>
                      <a:pt x="2856" y="2365"/>
                      <a:pt x="3378" y="2365"/>
                    </a:cubicBezTo>
                    <a:close/>
                    <a:moveTo>
                      <a:pt x="4852" y="4084"/>
                    </a:moveTo>
                    <a:cubicBezTo>
                      <a:pt x="5374" y="4084"/>
                      <a:pt x="5374" y="4883"/>
                      <a:pt x="4852" y="4883"/>
                    </a:cubicBezTo>
                    <a:lnTo>
                      <a:pt x="3378" y="4883"/>
                    </a:lnTo>
                    <a:cubicBezTo>
                      <a:pt x="3132" y="4883"/>
                      <a:pt x="2948" y="4698"/>
                      <a:pt x="2978" y="4453"/>
                    </a:cubicBezTo>
                    <a:cubicBezTo>
                      <a:pt x="2978" y="4238"/>
                      <a:pt x="3163" y="4084"/>
                      <a:pt x="3378" y="4084"/>
                    </a:cubicBezTo>
                    <a:close/>
                    <a:moveTo>
                      <a:pt x="5496" y="6602"/>
                    </a:moveTo>
                    <a:cubicBezTo>
                      <a:pt x="6018" y="6602"/>
                      <a:pt x="6018" y="7401"/>
                      <a:pt x="5496" y="7401"/>
                    </a:cubicBezTo>
                    <a:lnTo>
                      <a:pt x="3378" y="7401"/>
                    </a:lnTo>
                    <a:cubicBezTo>
                      <a:pt x="2856" y="7401"/>
                      <a:pt x="2856" y="6602"/>
                      <a:pt x="3378" y="6602"/>
                    </a:cubicBezTo>
                    <a:close/>
                    <a:moveTo>
                      <a:pt x="4852" y="8322"/>
                    </a:moveTo>
                    <a:cubicBezTo>
                      <a:pt x="5404" y="8322"/>
                      <a:pt x="5404" y="9120"/>
                      <a:pt x="4852" y="9120"/>
                    </a:cubicBezTo>
                    <a:lnTo>
                      <a:pt x="3378" y="9120"/>
                    </a:lnTo>
                    <a:cubicBezTo>
                      <a:pt x="2856" y="9120"/>
                      <a:pt x="2856" y="8322"/>
                      <a:pt x="3378" y="8322"/>
                    </a:cubicBezTo>
                    <a:close/>
                    <a:moveTo>
                      <a:pt x="1198" y="0"/>
                    </a:moveTo>
                    <a:cubicBezTo>
                      <a:pt x="553" y="0"/>
                      <a:pt x="0" y="522"/>
                      <a:pt x="0" y="1167"/>
                    </a:cubicBezTo>
                    <a:cubicBezTo>
                      <a:pt x="158" y="1140"/>
                      <a:pt x="312" y="1127"/>
                      <a:pt x="461" y="1127"/>
                    </a:cubicBezTo>
                    <a:cubicBezTo>
                      <a:pt x="2844" y="1127"/>
                      <a:pt x="3884" y="4442"/>
                      <a:pt x="1658" y="5742"/>
                    </a:cubicBezTo>
                    <a:cubicBezTo>
                      <a:pt x="3883" y="7042"/>
                      <a:pt x="2845" y="10327"/>
                      <a:pt x="464" y="10327"/>
                    </a:cubicBezTo>
                    <a:cubicBezTo>
                      <a:pt x="315" y="10327"/>
                      <a:pt x="160" y="10314"/>
                      <a:pt x="0" y="10287"/>
                    </a:cubicBezTo>
                    <a:lnTo>
                      <a:pt x="0" y="11054"/>
                    </a:lnTo>
                    <a:lnTo>
                      <a:pt x="7584" y="11054"/>
                    </a:lnTo>
                    <a:lnTo>
                      <a:pt x="7584" y="1198"/>
                    </a:lnTo>
                    <a:cubicBezTo>
                      <a:pt x="7584" y="553"/>
                      <a:pt x="7062" y="0"/>
                      <a:pt x="6387" y="0"/>
                    </a:cubicBezTo>
                    <a:close/>
                    <a:moveTo>
                      <a:pt x="0" y="11884"/>
                    </a:moveTo>
                    <a:lnTo>
                      <a:pt x="0" y="12406"/>
                    </a:lnTo>
                    <a:cubicBezTo>
                      <a:pt x="0" y="13050"/>
                      <a:pt x="553" y="13603"/>
                      <a:pt x="1198" y="13603"/>
                    </a:cubicBezTo>
                    <a:lnTo>
                      <a:pt x="6418" y="13603"/>
                    </a:lnTo>
                    <a:cubicBezTo>
                      <a:pt x="7062" y="13603"/>
                      <a:pt x="7584" y="13050"/>
                      <a:pt x="7584" y="12406"/>
                    </a:cubicBezTo>
                    <a:lnTo>
                      <a:pt x="7584" y="11884"/>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1053"/>
        <p:cNvGrpSpPr/>
        <p:nvPr/>
      </p:nvGrpSpPr>
      <p:grpSpPr>
        <a:xfrm>
          <a:off x="0" y="0"/>
          <a:ext cx="0" cy="0"/>
          <a:chOff x="0" y="0"/>
          <a:chExt cx="0" cy="0"/>
        </a:xfrm>
      </p:grpSpPr>
      <p:grpSp>
        <p:nvGrpSpPr>
          <p:cNvPr id="1054" name="Google Shape;1054;p24"/>
          <p:cNvGrpSpPr/>
          <p:nvPr/>
        </p:nvGrpSpPr>
        <p:grpSpPr>
          <a:xfrm>
            <a:off x="7614788" y="-320825"/>
            <a:ext cx="2349977" cy="5319825"/>
            <a:chOff x="7614788" y="-320825"/>
            <a:chExt cx="2349977" cy="5319825"/>
          </a:xfrm>
        </p:grpSpPr>
        <p:grpSp>
          <p:nvGrpSpPr>
            <p:cNvPr id="1055" name="Google Shape;1055;p24"/>
            <p:cNvGrpSpPr/>
            <p:nvPr/>
          </p:nvGrpSpPr>
          <p:grpSpPr>
            <a:xfrm flipH="1">
              <a:off x="7614788" y="197438"/>
              <a:ext cx="1529213" cy="204178"/>
              <a:chOff x="202975" y="1442797"/>
              <a:chExt cx="1529213" cy="204178"/>
            </a:xfrm>
          </p:grpSpPr>
          <p:sp>
            <p:nvSpPr>
              <p:cNvPr id="1056" name="Google Shape;1056;p24"/>
              <p:cNvSpPr/>
              <p:nvPr/>
            </p:nvSpPr>
            <p:spPr>
              <a:xfrm>
                <a:off x="202975" y="1458475"/>
                <a:ext cx="1504175" cy="157775"/>
              </a:xfrm>
              <a:custGeom>
                <a:avLst/>
                <a:gdLst/>
                <a:ahLst/>
                <a:cxnLst/>
                <a:rect l="l" t="t" r="r" b="b"/>
                <a:pathLst>
                  <a:path w="60167" h="6311" fill="none" extrusionOk="0">
                    <a:moveTo>
                      <a:pt x="1" y="6311"/>
                    </a:moveTo>
                    <a:lnTo>
                      <a:pt x="24284" y="6311"/>
                    </a:lnTo>
                    <a:cubicBezTo>
                      <a:pt x="26012" y="6311"/>
                      <a:pt x="27408" y="4916"/>
                      <a:pt x="27408" y="3187"/>
                    </a:cubicBezTo>
                    <a:cubicBezTo>
                      <a:pt x="27408" y="1459"/>
                      <a:pt x="28803" y="63"/>
                      <a:pt x="30531" y="63"/>
                    </a:cubicBezTo>
                    <a:lnTo>
                      <a:pt x="60167"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24"/>
              <p:cNvSpPr/>
              <p:nvPr/>
            </p:nvSpPr>
            <p:spPr>
              <a:xfrm>
                <a:off x="326375" y="1572500"/>
                <a:ext cx="74475" cy="74475"/>
              </a:xfrm>
              <a:custGeom>
                <a:avLst/>
                <a:gdLst/>
                <a:ahLst/>
                <a:cxnLst/>
                <a:rect l="l" t="t" r="r" b="b"/>
                <a:pathLst>
                  <a:path w="2979" h="2979" extrusionOk="0">
                    <a:moveTo>
                      <a:pt x="1500" y="1"/>
                    </a:moveTo>
                    <a:cubicBezTo>
                      <a:pt x="667" y="1"/>
                      <a:pt x="0" y="667"/>
                      <a:pt x="0" y="1500"/>
                    </a:cubicBezTo>
                    <a:cubicBezTo>
                      <a:pt x="0" y="2312"/>
                      <a:pt x="667" y="2979"/>
                      <a:pt x="1500" y="2979"/>
                    </a:cubicBezTo>
                    <a:cubicBezTo>
                      <a:pt x="2312" y="2979"/>
                      <a:pt x="2979" y="2312"/>
                      <a:pt x="2979" y="1500"/>
                    </a:cubicBezTo>
                    <a:cubicBezTo>
                      <a:pt x="2979" y="667"/>
                      <a:pt x="2312" y="1"/>
                      <a:pt x="15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24"/>
              <p:cNvSpPr/>
              <p:nvPr/>
            </p:nvSpPr>
            <p:spPr>
              <a:xfrm>
                <a:off x="1695713" y="1442797"/>
                <a:ext cx="36475" cy="36475"/>
              </a:xfrm>
              <a:custGeom>
                <a:avLst/>
                <a:gdLst/>
                <a:ahLst/>
                <a:cxnLst/>
                <a:rect l="l" t="t" r="r" b="b"/>
                <a:pathLst>
                  <a:path w="1459" h="1459" extrusionOk="0">
                    <a:moveTo>
                      <a:pt x="729" y="0"/>
                    </a:moveTo>
                    <a:cubicBezTo>
                      <a:pt x="334" y="0"/>
                      <a:pt x="0" y="334"/>
                      <a:pt x="0" y="729"/>
                    </a:cubicBezTo>
                    <a:cubicBezTo>
                      <a:pt x="0" y="1125"/>
                      <a:pt x="334" y="1458"/>
                      <a:pt x="729" y="1458"/>
                    </a:cubicBezTo>
                    <a:cubicBezTo>
                      <a:pt x="1125" y="1458"/>
                      <a:pt x="1458" y="1125"/>
                      <a:pt x="1458" y="729"/>
                    </a:cubicBezTo>
                    <a:cubicBezTo>
                      <a:pt x="1458" y="334"/>
                      <a:pt x="1125" y="0"/>
                      <a:pt x="7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 name="Google Shape;1059;p24"/>
            <p:cNvGrpSpPr/>
            <p:nvPr/>
          </p:nvGrpSpPr>
          <p:grpSpPr>
            <a:xfrm flipH="1">
              <a:off x="8787519" y="-320825"/>
              <a:ext cx="556075" cy="1443800"/>
              <a:chOff x="1386400" y="363550"/>
              <a:chExt cx="556075" cy="1443800"/>
            </a:xfrm>
          </p:grpSpPr>
          <p:sp>
            <p:nvSpPr>
              <p:cNvPr id="1060" name="Google Shape;1060;p24"/>
              <p:cNvSpPr/>
              <p:nvPr/>
            </p:nvSpPr>
            <p:spPr>
              <a:xfrm>
                <a:off x="1574875" y="739475"/>
                <a:ext cx="164550" cy="671125"/>
              </a:xfrm>
              <a:custGeom>
                <a:avLst/>
                <a:gdLst/>
                <a:ahLst/>
                <a:cxnLst/>
                <a:rect l="l" t="t" r="r" b="b"/>
                <a:pathLst>
                  <a:path w="6582" h="26845" fill="none" extrusionOk="0">
                    <a:moveTo>
                      <a:pt x="1" y="0"/>
                    </a:moveTo>
                    <a:lnTo>
                      <a:pt x="3458" y="0"/>
                    </a:lnTo>
                    <a:cubicBezTo>
                      <a:pt x="5187" y="0"/>
                      <a:pt x="6582" y="1395"/>
                      <a:pt x="6582" y="3124"/>
                    </a:cubicBezTo>
                    <a:lnTo>
                      <a:pt x="6582" y="26845"/>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24"/>
              <p:cNvSpPr/>
              <p:nvPr/>
            </p:nvSpPr>
            <p:spPr>
              <a:xfrm>
                <a:off x="1595200" y="363550"/>
                <a:ext cx="36450" cy="36475"/>
              </a:xfrm>
              <a:custGeom>
                <a:avLst/>
                <a:gdLst/>
                <a:ahLst/>
                <a:cxnLst/>
                <a:rect l="l" t="t" r="r" b="b"/>
                <a:pathLst>
                  <a:path w="1458" h="1459" extrusionOk="0">
                    <a:moveTo>
                      <a:pt x="729" y="1"/>
                    </a:moveTo>
                    <a:cubicBezTo>
                      <a:pt x="313" y="1"/>
                      <a:pt x="0" y="334"/>
                      <a:pt x="0" y="730"/>
                    </a:cubicBezTo>
                    <a:cubicBezTo>
                      <a:pt x="0" y="1125"/>
                      <a:pt x="313" y="1459"/>
                      <a:pt x="729" y="1459"/>
                    </a:cubicBezTo>
                    <a:cubicBezTo>
                      <a:pt x="1125" y="1459"/>
                      <a:pt x="1458" y="1125"/>
                      <a:pt x="1458" y="730"/>
                    </a:cubicBezTo>
                    <a:cubicBezTo>
                      <a:pt x="1458" y="334"/>
                      <a:pt x="1125" y="1"/>
                      <a:pt x="729" y="1"/>
                    </a:cubicBezTo>
                    <a:close/>
                  </a:path>
                </a:pathLst>
              </a:custGeom>
              <a:solidFill>
                <a:schemeClr val="accen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24"/>
              <p:cNvSpPr/>
              <p:nvPr/>
            </p:nvSpPr>
            <p:spPr>
              <a:xfrm>
                <a:off x="1906025" y="1770875"/>
                <a:ext cx="36450" cy="36475"/>
              </a:xfrm>
              <a:custGeom>
                <a:avLst/>
                <a:gdLst/>
                <a:ahLst/>
                <a:cxnLst/>
                <a:rect l="l" t="t" r="r" b="b"/>
                <a:pathLst>
                  <a:path w="1458" h="1459" extrusionOk="0">
                    <a:moveTo>
                      <a:pt x="729" y="0"/>
                    </a:moveTo>
                    <a:cubicBezTo>
                      <a:pt x="333" y="0"/>
                      <a:pt x="0" y="333"/>
                      <a:pt x="0" y="729"/>
                    </a:cubicBezTo>
                    <a:cubicBezTo>
                      <a:pt x="0" y="1146"/>
                      <a:pt x="333" y="1458"/>
                      <a:pt x="729" y="1458"/>
                    </a:cubicBezTo>
                    <a:cubicBezTo>
                      <a:pt x="1125" y="1458"/>
                      <a:pt x="1458" y="1146"/>
                      <a:pt x="1458" y="729"/>
                    </a:cubicBezTo>
                    <a:cubicBezTo>
                      <a:pt x="1458" y="333"/>
                      <a:pt x="1125" y="0"/>
                      <a:pt x="729"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24"/>
              <p:cNvSpPr/>
              <p:nvPr/>
            </p:nvSpPr>
            <p:spPr>
              <a:xfrm>
                <a:off x="1718075" y="1410575"/>
                <a:ext cx="43225" cy="100000"/>
              </a:xfrm>
              <a:custGeom>
                <a:avLst/>
                <a:gdLst/>
                <a:ahLst/>
                <a:cxnLst/>
                <a:rect l="l" t="t" r="r" b="b"/>
                <a:pathLst>
                  <a:path w="1729" h="4000" fill="none" extrusionOk="0">
                    <a:moveTo>
                      <a:pt x="375" y="1"/>
                    </a:moveTo>
                    <a:lnTo>
                      <a:pt x="1375" y="1"/>
                    </a:lnTo>
                    <a:cubicBezTo>
                      <a:pt x="1562" y="1"/>
                      <a:pt x="1729" y="146"/>
                      <a:pt x="1729" y="355"/>
                    </a:cubicBezTo>
                    <a:lnTo>
                      <a:pt x="1729" y="3624"/>
                    </a:lnTo>
                    <a:cubicBezTo>
                      <a:pt x="1729" y="3833"/>
                      <a:pt x="1562" y="3999"/>
                      <a:pt x="1375" y="3999"/>
                    </a:cubicBezTo>
                    <a:lnTo>
                      <a:pt x="375" y="3999"/>
                    </a:lnTo>
                    <a:cubicBezTo>
                      <a:pt x="167" y="3999"/>
                      <a:pt x="0" y="3833"/>
                      <a:pt x="0" y="3624"/>
                    </a:cubicBezTo>
                    <a:lnTo>
                      <a:pt x="0" y="355"/>
                    </a:lnTo>
                    <a:cubicBezTo>
                      <a:pt x="0" y="146"/>
                      <a:pt x="167" y="1"/>
                      <a:pt x="375" y="1"/>
                    </a:cubicBezTo>
                    <a:close/>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24"/>
              <p:cNvSpPr/>
              <p:nvPr/>
            </p:nvSpPr>
            <p:spPr>
              <a:xfrm>
                <a:off x="1481175" y="699900"/>
                <a:ext cx="93725" cy="93225"/>
              </a:xfrm>
              <a:custGeom>
                <a:avLst/>
                <a:gdLst/>
                <a:ahLst/>
                <a:cxnLst/>
                <a:rect l="l" t="t" r="r" b="b"/>
                <a:pathLst>
                  <a:path w="3749" h="3729" fill="none" extrusionOk="0">
                    <a:moveTo>
                      <a:pt x="3749" y="1854"/>
                    </a:moveTo>
                    <a:cubicBezTo>
                      <a:pt x="3749" y="2895"/>
                      <a:pt x="2916" y="3728"/>
                      <a:pt x="1875" y="3728"/>
                    </a:cubicBezTo>
                    <a:cubicBezTo>
                      <a:pt x="854" y="3728"/>
                      <a:pt x="0" y="2895"/>
                      <a:pt x="0" y="1854"/>
                    </a:cubicBezTo>
                    <a:cubicBezTo>
                      <a:pt x="0" y="833"/>
                      <a:pt x="854" y="0"/>
                      <a:pt x="1875" y="0"/>
                    </a:cubicBezTo>
                    <a:cubicBezTo>
                      <a:pt x="2916" y="0"/>
                      <a:pt x="3749" y="833"/>
                      <a:pt x="3749" y="1854"/>
                    </a:cubicBezTo>
                    <a:close/>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24"/>
              <p:cNvSpPr/>
              <p:nvPr/>
            </p:nvSpPr>
            <p:spPr>
              <a:xfrm>
                <a:off x="1386400" y="381775"/>
                <a:ext cx="208300" cy="364475"/>
              </a:xfrm>
              <a:custGeom>
                <a:avLst/>
                <a:gdLst/>
                <a:ahLst/>
                <a:cxnLst/>
                <a:rect l="l" t="t" r="r" b="b"/>
                <a:pathLst>
                  <a:path w="8332" h="14579" fill="none" extrusionOk="0">
                    <a:moveTo>
                      <a:pt x="3812" y="14579"/>
                    </a:moveTo>
                    <a:lnTo>
                      <a:pt x="1896" y="14579"/>
                    </a:lnTo>
                    <a:cubicBezTo>
                      <a:pt x="855" y="14579"/>
                      <a:pt x="1" y="13184"/>
                      <a:pt x="1" y="11455"/>
                    </a:cubicBezTo>
                    <a:lnTo>
                      <a:pt x="1" y="3125"/>
                    </a:lnTo>
                    <a:cubicBezTo>
                      <a:pt x="1" y="1396"/>
                      <a:pt x="1396" y="1"/>
                      <a:pt x="3125" y="1"/>
                    </a:cubicBezTo>
                    <a:lnTo>
                      <a:pt x="8331" y="1"/>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24"/>
              <p:cNvSpPr/>
              <p:nvPr/>
            </p:nvSpPr>
            <p:spPr>
              <a:xfrm>
                <a:off x="1739925" y="1510550"/>
                <a:ext cx="166125" cy="275450"/>
              </a:xfrm>
              <a:custGeom>
                <a:avLst/>
                <a:gdLst/>
                <a:ahLst/>
                <a:cxnLst/>
                <a:rect l="l" t="t" r="r" b="b"/>
                <a:pathLst>
                  <a:path w="6645" h="11018" fill="none" extrusionOk="0">
                    <a:moveTo>
                      <a:pt x="1" y="0"/>
                    </a:moveTo>
                    <a:lnTo>
                      <a:pt x="1" y="7893"/>
                    </a:lnTo>
                    <a:cubicBezTo>
                      <a:pt x="1" y="9622"/>
                      <a:pt x="1396" y="11017"/>
                      <a:pt x="3125" y="11017"/>
                    </a:cubicBezTo>
                    <a:lnTo>
                      <a:pt x="6644" y="11017"/>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7" name="Google Shape;1067;p24"/>
            <p:cNvGrpSpPr/>
            <p:nvPr/>
          </p:nvGrpSpPr>
          <p:grpSpPr>
            <a:xfrm flipH="1">
              <a:off x="8343440" y="4470525"/>
              <a:ext cx="1621325" cy="528475"/>
              <a:chOff x="3260225" y="257875"/>
              <a:chExt cx="1621325" cy="528475"/>
            </a:xfrm>
          </p:grpSpPr>
          <p:sp>
            <p:nvSpPr>
              <p:cNvPr id="1068" name="Google Shape;1068;p24"/>
              <p:cNvSpPr/>
              <p:nvPr/>
            </p:nvSpPr>
            <p:spPr>
              <a:xfrm>
                <a:off x="3296675" y="746225"/>
                <a:ext cx="484225" cy="25"/>
              </a:xfrm>
              <a:custGeom>
                <a:avLst/>
                <a:gdLst/>
                <a:ahLst/>
                <a:cxnLst/>
                <a:rect l="l" t="t" r="r" b="b"/>
                <a:pathLst>
                  <a:path w="19369" h="1" fill="none" extrusionOk="0">
                    <a:moveTo>
                      <a:pt x="19368" y="1"/>
                    </a:moveTo>
                    <a:lnTo>
                      <a:pt x="0" y="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24"/>
              <p:cNvSpPr/>
              <p:nvPr/>
            </p:nvSpPr>
            <p:spPr>
              <a:xfrm>
                <a:off x="3861575" y="459875"/>
                <a:ext cx="990300" cy="286375"/>
              </a:xfrm>
              <a:custGeom>
                <a:avLst/>
                <a:gdLst/>
                <a:ahLst/>
                <a:cxnLst/>
                <a:rect l="l" t="t" r="r" b="b"/>
                <a:pathLst>
                  <a:path w="39612" h="11455" fill="none" extrusionOk="0">
                    <a:moveTo>
                      <a:pt x="0" y="11455"/>
                    </a:moveTo>
                    <a:lnTo>
                      <a:pt x="36487" y="11455"/>
                    </a:lnTo>
                    <a:cubicBezTo>
                      <a:pt x="38195" y="11455"/>
                      <a:pt x="39611" y="10060"/>
                      <a:pt x="39611" y="8331"/>
                    </a:cubicBezTo>
                    <a:lnTo>
                      <a:pt x="39611" y="1"/>
                    </a:lnTo>
                  </a:path>
                </a:pathLst>
              </a:custGeom>
              <a:noFill/>
              <a:ln w="13025" cap="rnd" cmpd="sng">
                <a:solidFill>
                  <a:srgbClr val="325A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4"/>
              <p:cNvSpPr/>
              <p:nvPr/>
            </p:nvSpPr>
            <p:spPr>
              <a:xfrm>
                <a:off x="3260225" y="728000"/>
                <a:ext cx="36475" cy="36475"/>
              </a:xfrm>
              <a:custGeom>
                <a:avLst/>
                <a:gdLst/>
                <a:ahLst/>
                <a:cxnLst/>
                <a:rect l="l" t="t" r="r" b="b"/>
                <a:pathLst>
                  <a:path w="1459" h="1459" extrusionOk="0">
                    <a:moveTo>
                      <a:pt x="729" y="1"/>
                    </a:moveTo>
                    <a:cubicBezTo>
                      <a:pt x="334" y="1"/>
                      <a:pt x="0" y="334"/>
                      <a:pt x="0" y="730"/>
                    </a:cubicBezTo>
                    <a:cubicBezTo>
                      <a:pt x="0" y="1126"/>
                      <a:pt x="334" y="1459"/>
                      <a:pt x="729" y="1459"/>
                    </a:cubicBezTo>
                    <a:cubicBezTo>
                      <a:pt x="1146" y="1459"/>
                      <a:pt x="1458" y="1126"/>
                      <a:pt x="1458" y="730"/>
                    </a:cubicBezTo>
                    <a:cubicBezTo>
                      <a:pt x="1458" y="334"/>
                      <a:pt x="1146" y="1"/>
                      <a:pt x="7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4"/>
              <p:cNvSpPr/>
              <p:nvPr/>
            </p:nvSpPr>
            <p:spPr>
              <a:xfrm>
                <a:off x="4822150" y="400000"/>
                <a:ext cx="59400" cy="59375"/>
              </a:xfrm>
              <a:custGeom>
                <a:avLst/>
                <a:gdLst/>
                <a:ahLst/>
                <a:cxnLst/>
                <a:rect l="l" t="t" r="r" b="b"/>
                <a:pathLst>
                  <a:path w="2376" h="2375" fill="none" extrusionOk="0">
                    <a:moveTo>
                      <a:pt x="2375" y="1188"/>
                    </a:moveTo>
                    <a:cubicBezTo>
                      <a:pt x="2375" y="1854"/>
                      <a:pt x="1834" y="2375"/>
                      <a:pt x="1188" y="2375"/>
                    </a:cubicBezTo>
                    <a:cubicBezTo>
                      <a:pt x="522" y="2375"/>
                      <a:pt x="1" y="1854"/>
                      <a:pt x="1" y="1188"/>
                    </a:cubicBezTo>
                    <a:cubicBezTo>
                      <a:pt x="1" y="542"/>
                      <a:pt x="522" y="1"/>
                      <a:pt x="1188" y="1"/>
                    </a:cubicBezTo>
                    <a:cubicBezTo>
                      <a:pt x="1834" y="1"/>
                      <a:pt x="2375" y="542"/>
                      <a:pt x="2375" y="1188"/>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24"/>
              <p:cNvSpPr/>
              <p:nvPr/>
            </p:nvSpPr>
            <p:spPr>
              <a:xfrm>
                <a:off x="4390550" y="724375"/>
                <a:ext cx="102575" cy="44275"/>
              </a:xfrm>
              <a:custGeom>
                <a:avLst/>
                <a:gdLst/>
                <a:ahLst/>
                <a:cxnLst/>
                <a:rect l="l" t="t" r="r" b="b"/>
                <a:pathLst>
                  <a:path w="4103" h="1771" extrusionOk="0">
                    <a:moveTo>
                      <a:pt x="375" y="0"/>
                    </a:moveTo>
                    <a:cubicBezTo>
                      <a:pt x="167" y="0"/>
                      <a:pt x="0" y="167"/>
                      <a:pt x="0" y="375"/>
                    </a:cubicBezTo>
                    <a:lnTo>
                      <a:pt x="0" y="1375"/>
                    </a:lnTo>
                    <a:cubicBezTo>
                      <a:pt x="0" y="1583"/>
                      <a:pt x="167" y="1770"/>
                      <a:pt x="375" y="1770"/>
                    </a:cubicBezTo>
                    <a:lnTo>
                      <a:pt x="3728" y="1770"/>
                    </a:lnTo>
                    <a:cubicBezTo>
                      <a:pt x="3936" y="1770"/>
                      <a:pt x="4103" y="1583"/>
                      <a:pt x="4103" y="1375"/>
                    </a:cubicBezTo>
                    <a:lnTo>
                      <a:pt x="4103" y="375"/>
                    </a:lnTo>
                    <a:cubicBezTo>
                      <a:pt x="4103" y="167"/>
                      <a:pt x="3936" y="0"/>
                      <a:pt x="37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24"/>
              <p:cNvSpPr/>
              <p:nvPr/>
            </p:nvSpPr>
            <p:spPr>
              <a:xfrm>
                <a:off x="3780875" y="706150"/>
                <a:ext cx="80725" cy="80200"/>
              </a:xfrm>
              <a:custGeom>
                <a:avLst/>
                <a:gdLst/>
                <a:ahLst/>
                <a:cxnLst/>
                <a:rect l="l" t="t" r="r" b="b"/>
                <a:pathLst>
                  <a:path w="3229" h="3208" fill="none" extrusionOk="0">
                    <a:moveTo>
                      <a:pt x="3228" y="1604"/>
                    </a:moveTo>
                    <a:cubicBezTo>
                      <a:pt x="3228" y="2499"/>
                      <a:pt x="2499" y="3207"/>
                      <a:pt x="1625" y="3207"/>
                    </a:cubicBezTo>
                    <a:cubicBezTo>
                      <a:pt x="729" y="3207"/>
                      <a:pt x="0" y="2499"/>
                      <a:pt x="0" y="1604"/>
                    </a:cubicBezTo>
                    <a:cubicBezTo>
                      <a:pt x="0" y="708"/>
                      <a:pt x="729" y="0"/>
                      <a:pt x="1625" y="0"/>
                    </a:cubicBezTo>
                    <a:cubicBezTo>
                      <a:pt x="2499" y="0"/>
                      <a:pt x="3228" y="708"/>
                      <a:pt x="3228" y="1604"/>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4"/>
              <p:cNvSpPr/>
              <p:nvPr/>
            </p:nvSpPr>
            <p:spPr>
              <a:xfrm>
                <a:off x="4851850" y="257875"/>
                <a:ext cx="25" cy="132775"/>
              </a:xfrm>
              <a:custGeom>
                <a:avLst/>
                <a:gdLst/>
                <a:ahLst/>
                <a:cxnLst/>
                <a:rect l="l" t="t" r="r" b="b"/>
                <a:pathLst>
                  <a:path w="1" h="5311" fill="none" extrusionOk="0">
                    <a:moveTo>
                      <a:pt x="0" y="5311"/>
                    </a:moveTo>
                    <a:lnTo>
                      <a:pt x="0" y="0"/>
                    </a:lnTo>
                  </a:path>
                </a:pathLst>
              </a:custGeom>
              <a:noFill/>
              <a:ln w="13025" cap="rnd" cmpd="sng">
                <a:solidFill>
                  <a:srgbClr val="325A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5" name="Google Shape;1075;p24"/>
            <p:cNvGrpSpPr/>
            <p:nvPr/>
          </p:nvGrpSpPr>
          <p:grpSpPr>
            <a:xfrm flipH="1">
              <a:off x="8638325" y="1687750"/>
              <a:ext cx="529488" cy="1325825"/>
              <a:chOff x="202975" y="1362675"/>
              <a:chExt cx="529488" cy="1325825"/>
            </a:xfrm>
          </p:grpSpPr>
          <p:sp>
            <p:nvSpPr>
              <p:cNvPr id="1076" name="Google Shape;1076;p24"/>
              <p:cNvSpPr/>
              <p:nvPr/>
            </p:nvSpPr>
            <p:spPr>
              <a:xfrm>
                <a:off x="202975" y="1362675"/>
                <a:ext cx="518600" cy="1291750"/>
              </a:xfrm>
              <a:custGeom>
                <a:avLst/>
                <a:gdLst/>
                <a:ahLst/>
                <a:cxnLst/>
                <a:rect l="l" t="t" r="r" b="b"/>
                <a:pathLst>
                  <a:path w="20744" h="51670" fill="none" extrusionOk="0">
                    <a:moveTo>
                      <a:pt x="1" y="1"/>
                    </a:moveTo>
                    <a:lnTo>
                      <a:pt x="13100" y="1"/>
                    </a:lnTo>
                    <a:cubicBezTo>
                      <a:pt x="14829" y="1"/>
                      <a:pt x="16224" y="1396"/>
                      <a:pt x="16224" y="3125"/>
                    </a:cubicBezTo>
                    <a:lnTo>
                      <a:pt x="16224" y="13933"/>
                    </a:lnTo>
                    <a:cubicBezTo>
                      <a:pt x="16224" y="15662"/>
                      <a:pt x="14829" y="17057"/>
                      <a:pt x="13100" y="17057"/>
                    </a:cubicBezTo>
                    <a:lnTo>
                      <a:pt x="7373" y="17057"/>
                    </a:lnTo>
                    <a:cubicBezTo>
                      <a:pt x="5645" y="17057"/>
                      <a:pt x="4249" y="18452"/>
                      <a:pt x="4249" y="20181"/>
                    </a:cubicBezTo>
                    <a:lnTo>
                      <a:pt x="4249" y="48546"/>
                    </a:lnTo>
                    <a:cubicBezTo>
                      <a:pt x="4249" y="50274"/>
                      <a:pt x="5645" y="51670"/>
                      <a:pt x="7373" y="51670"/>
                    </a:cubicBezTo>
                    <a:lnTo>
                      <a:pt x="20743" y="51670"/>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24"/>
              <p:cNvSpPr/>
              <p:nvPr/>
            </p:nvSpPr>
            <p:spPr>
              <a:xfrm>
                <a:off x="657988" y="2613500"/>
                <a:ext cx="74475" cy="75000"/>
              </a:xfrm>
              <a:custGeom>
                <a:avLst/>
                <a:gdLst/>
                <a:ahLst/>
                <a:cxnLst/>
                <a:rect l="l" t="t" r="r" b="b"/>
                <a:pathLst>
                  <a:path w="2979" h="3000" extrusionOk="0">
                    <a:moveTo>
                      <a:pt x="1500" y="1"/>
                    </a:moveTo>
                    <a:cubicBezTo>
                      <a:pt x="667" y="1"/>
                      <a:pt x="1" y="667"/>
                      <a:pt x="1" y="1500"/>
                    </a:cubicBezTo>
                    <a:cubicBezTo>
                      <a:pt x="1" y="2333"/>
                      <a:pt x="667" y="3000"/>
                      <a:pt x="1500" y="3000"/>
                    </a:cubicBezTo>
                    <a:cubicBezTo>
                      <a:pt x="2312" y="3000"/>
                      <a:pt x="2979" y="2333"/>
                      <a:pt x="2979" y="1500"/>
                    </a:cubicBezTo>
                    <a:cubicBezTo>
                      <a:pt x="2979" y="667"/>
                      <a:pt x="2312" y="1"/>
                      <a:pt x="15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24"/>
              <p:cNvSpPr/>
              <p:nvPr/>
            </p:nvSpPr>
            <p:spPr>
              <a:xfrm>
                <a:off x="587225" y="1566250"/>
                <a:ext cx="43225" cy="100000"/>
              </a:xfrm>
              <a:custGeom>
                <a:avLst/>
                <a:gdLst/>
                <a:ahLst/>
                <a:cxnLst/>
                <a:rect l="l" t="t" r="r" b="b"/>
                <a:pathLst>
                  <a:path w="1729" h="4000" extrusionOk="0">
                    <a:moveTo>
                      <a:pt x="375" y="1"/>
                    </a:moveTo>
                    <a:cubicBezTo>
                      <a:pt x="167" y="1"/>
                      <a:pt x="0" y="167"/>
                      <a:pt x="0" y="376"/>
                    </a:cubicBezTo>
                    <a:lnTo>
                      <a:pt x="0" y="3645"/>
                    </a:lnTo>
                    <a:cubicBezTo>
                      <a:pt x="0" y="3833"/>
                      <a:pt x="167" y="3999"/>
                      <a:pt x="375" y="3999"/>
                    </a:cubicBezTo>
                    <a:lnTo>
                      <a:pt x="1354" y="3999"/>
                    </a:lnTo>
                    <a:cubicBezTo>
                      <a:pt x="1562" y="3999"/>
                      <a:pt x="1729" y="3833"/>
                      <a:pt x="1729" y="3645"/>
                    </a:cubicBezTo>
                    <a:lnTo>
                      <a:pt x="1729" y="376"/>
                    </a:lnTo>
                    <a:cubicBezTo>
                      <a:pt x="1729" y="167"/>
                      <a:pt x="1562" y="1"/>
                      <a:pt x="13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79" name="Google Shape;1079;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80" name="Google Shape;1080;p24"/>
          <p:cNvSpPr txBox="1">
            <a:spLocks noGrp="1"/>
          </p:cNvSpPr>
          <p:nvPr>
            <p:ph type="subTitle" idx="1"/>
          </p:nvPr>
        </p:nvSpPr>
        <p:spPr>
          <a:xfrm>
            <a:off x="4200777" y="1896225"/>
            <a:ext cx="2718300" cy="203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81" name="Google Shape;1081;p24"/>
          <p:cNvSpPr txBox="1">
            <a:spLocks noGrp="1"/>
          </p:cNvSpPr>
          <p:nvPr>
            <p:ph type="subTitle" idx="2"/>
          </p:nvPr>
        </p:nvSpPr>
        <p:spPr>
          <a:xfrm>
            <a:off x="720000" y="1896225"/>
            <a:ext cx="2718300" cy="203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082"/>
        <p:cNvGrpSpPr/>
        <p:nvPr/>
      </p:nvGrpSpPr>
      <p:grpSpPr>
        <a:xfrm>
          <a:off x="0" y="0"/>
          <a:ext cx="0" cy="0"/>
          <a:chOff x="0" y="0"/>
          <a:chExt cx="0" cy="0"/>
        </a:xfrm>
      </p:grpSpPr>
      <p:sp>
        <p:nvSpPr>
          <p:cNvPr id="1083" name="Google Shape;1083;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84" name="Google Shape;1084;p25"/>
          <p:cNvSpPr txBox="1">
            <a:spLocks noGrp="1"/>
          </p:cNvSpPr>
          <p:nvPr>
            <p:ph type="subTitle" idx="1"/>
          </p:nvPr>
        </p:nvSpPr>
        <p:spPr>
          <a:xfrm>
            <a:off x="736325" y="3105852"/>
            <a:ext cx="2273100" cy="78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85" name="Google Shape;1085;p25"/>
          <p:cNvSpPr txBox="1">
            <a:spLocks noGrp="1"/>
          </p:cNvSpPr>
          <p:nvPr>
            <p:ph type="subTitle" idx="2"/>
          </p:nvPr>
        </p:nvSpPr>
        <p:spPr>
          <a:xfrm>
            <a:off x="3435450" y="3105852"/>
            <a:ext cx="2273100" cy="78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86" name="Google Shape;1086;p25"/>
          <p:cNvSpPr txBox="1">
            <a:spLocks noGrp="1"/>
          </p:cNvSpPr>
          <p:nvPr>
            <p:ph type="subTitle" idx="3"/>
          </p:nvPr>
        </p:nvSpPr>
        <p:spPr>
          <a:xfrm>
            <a:off x="6134575" y="3105852"/>
            <a:ext cx="2273100" cy="78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87" name="Google Shape;1087;p25"/>
          <p:cNvSpPr txBox="1">
            <a:spLocks noGrp="1"/>
          </p:cNvSpPr>
          <p:nvPr>
            <p:ph type="subTitle" idx="4"/>
          </p:nvPr>
        </p:nvSpPr>
        <p:spPr>
          <a:xfrm>
            <a:off x="736325" y="2569725"/>
            <a:ext cx="2273100" cy="527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88" name="Google Shape;1088;p25"/>
          <p:cNvSpPr txBox="1">
            <a:spLocks noGrp="1"/>
          </p:cNvSpPr>
          <p:nvPr>
            <p:ph type="subTitle" idx="5"/>
          </p:nvPr>
        </p:nvSpPr>
        <p:spPr>
          <a:xfrm>
            <a:off x="3435453" y="2569725"/>
            <a:ext cx="2273100" cy="527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89" name="Google Shape;1089;p25"/>
          <p:cNvSpPr txBox="1">
            <a:spLocks noGrp="1"/>
          </p:cNvSpPr>
          <p:nvPr>
            <p:ph type="subTitle" idx="6"/>
          </p:nvPr>
        </p:nvSpPr>
        <p:spPr>
          <a:xfrm>
            <a:off x="6134576" y="2569725"/>
            <a:ext cx="2273100" cy="527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1090" name="Google Shape;1090;p25"/>
          <p:cNvGrpSpPr/>
          <p:nvPr/>
        </p:nvGrpSpPr>
        <p:grpSpPr>
          <a:xfrm>
            <a:off x="-11339" y="3421654"/>
            <a:ext cx="4425829" cy="2061711"/>
            <a:chOff x="-11339" y="3421654"/>
            <a:chExt cx="4425829" cy="2061711"/>
          </a:xfrm>
        </p:grpSpPr>
        <p:grpSp>
          <p:nvGrpSpPr>
            <p:cNvPr id="1091" name="Google Shape;1091;p25"/>
            <p:cNvGrpSpPr/>
            <p:nvPr/>
          </p:nvGrpSpPr>
          <p:grpSpPr>
            <a:xfrm flipH="1">
              <a:off x="893600" y="4657779"/>
              <a:ext cx="1336525" cy="456650"/>
              <a:chOff x="6168050" y="3495775"/>
              <a:chExt cx="1336525" cy="456650"/>
            </a:xfrm>
          </p:grpSpPr>
          <p:sp>
            <p:nvSpPr>
              <p:cNvPr id="1092" name="Google Shape;1092;p25"/>
              <p:cNvSpPr/>
              <p:nvPr/>
            </p:nvSpPr>
            <p:spPr>
              <a:xfrm>
                <a:off x="6168050" y="3527550"/>
                <a:ext cx="1315700" cy="391550"/>
              </a:xfrm>
              <a:custGeom>
                <a:avLst/>
                <a:gdLst/>
                <a:ahLst/>
                <a:cxnLst/>
                <a:rect l="l" t="t" r="r" b="b"/>
                <a:pathLst>
                  <a:path w="52628" h="15662" fill="none" extrusionOk="0">
                    <a:moveTo>
                      <a:pt x="52628" y="10205"/>
                    </a:moveTo>
                    <a:lnTo>
                      <a:pt x="52628" y="3124"/>
                    </a:lnTo>
                    <a:cubicBezTo>
                      <a:pt x="52628" y="1396"/>
                      <a:pt x="51212" y="0"/>
                      <a:pt x="49504" y="0"/>
                    </a:cubicBezTo>
                    <a:lnTo>
                      <a:pt x="42381" y="0"/>
                    </a:lnTo>
                    <a:cubicBezTo>
                      <a:pt x="40653" y="0"/>
                      <a:pt x="39258" y="1396"/>
                      <a:pt x="39258" y="3124"/>
                    </a:cubicBezTo>
                    <a:lnTo>
                      <a:pt x="39258" y="12537"/>
                    </a:lnTo>
                    <a:cubicBezTo>
                      <a:pt x="39258" y="14266"/>
                      <a:pt x="37841" y="15661"/>
                      <a:pt x="36134" y="15661"/>
                    </a:cubicBezTo>
                    <a:lnTo>
                      <a:pt x="1" y="15661"/>
                    </a:lnTo>
                  </a:path>
                </a:pathLst>
              </a:custGeom>
              <a:noFill/>
              <a:ln w="130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25"/>
              <p:cNvSpPr/>
              <p:nvPr/>
            </p:nvSpPr>
            <p:spPr>
              <a:xfrm>
                <a:off x="7462900" y="3787350"/>
                <a:ext cx="41675" cy="41675"/>
              </a:xfrm>
              <a:custGeom>
                <a:avLst/>
                <a:gdLst/>
                <a:ahLst/>
                <a:cxnLst/>
                <a:rect l="l" t="t" r="r" b="b"/>
                <a:pathLst>
                  <a:path w="1667" h="1667" fill="none" extrusionOk="0">
                    <a:moveTo>
                      <a:pt x="1667" y="833"/>
                    </a:moveTo>
                    <a:cubicBezTo>
                      <a:pt x="1667" y="1312"/>
                      <a:pt x="1292" y="1666"/>
                      <a:pt x="834" y="1666"/>
                    </a:cubicBezTo>
                    <a:cubicBezTo>
                      <a:pt x="376" y="1666"/>
                      <a:pt x="1" y="1312"/>
                      <a:pt x="1" y="833"/>
                    </a:cubicBezTo>
                    <a:cubicBezTo>
                      <a:pt x="1" y="375"/>
                      <a:pt x="376" y="0"/>
                      <a:pt x="834" y="0"/>
                    </a:cubicBezTo>
                    <a:cubicBezTo>
                      <a:pt x="1292" y="0"/>
                      <a:pt x="1667" y="375"/>
                      <a:pt x="1667" y="833"/>
                    </a:cubicBezTo>
                    <a:close/>
                  </a:path>
                </a:pathLst>
              </a:custGeom>
              <a:noFill/>
              <a:ln w="1197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25"/>
              <p:cNvSpPr/>
              <p:nvPr/>
            </p:nvSpPr>
            <p:spPr>
              <a:xfrm>
                <a:off x="7274425" y="3495775"/>
                <a:ext cx="63550" cy="63550"/>
              </a:xfrm>
              <a:custGeom>
                <a:avLst/>
                <a:gdLst/>
                <a:ahLst/>
                <a:cxnLst/>
                <a:rect l="l" t="t" r="r" b="b"/>
                <a:pathLst>
                  <a:path w="2542" h="2542" extrusionOk="0">
                    <a:moveTo>
                      <a:pt x="1271" y="1"/>
                    </a:moveTo>
                    <a:cubicBezTo>
                      <a:pt x="563" y="1"/>
                      <a:pt x="1" y="563"/>
                      <a:pt x="1" y="1271"/>
                    </a:cubicBezTo>
                    <a:cubicBezTo>
                      <a:pt x="1" y="1958"/>
                      <a:pt x="563" y="2542"/>
                      <a:pt x="1271" y="2542"/>
                    </a:cubicBezTo>
                    <a:cubicBezTo>
                      <a:pt x="1958" y="2542"/>
                      <a:pt x="2542" y="1958"/>
                      <a:pt x="2542" y="1271"/>
                    </a:cubicBezTo>
                    <a:cubicBezTo>
                      <a:pt x="2542" y="563"/>
                      <a:pt x="1958" y="1"/>
                      <a:pt x="1271"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25"/>
              <p:cNvSpPr/>
              <p:nvPr/>
            </p:nvSpPr>
            <p:spPr>
              <a:xfrm>
                <a:off x="6714225" y="3872200"/>
                <a:ext cx="80200" cy="80225"/>
              </a:xfrm>
              <a:custGeom>
                <a:avLst/>
                <a:gdLst/>
                <a:ahLst/>
                <a:cxnLst/>
                <a:rect l="l" t="t" r="r" b="b"/>
                <a:pathLst>
                  <a:path w="3208" h="3209" extrusionOk="0">
                    <a:moveTo>
                      <a:pt x="1604" y="1"/>
                    </a:moveTo>
                    <a:cubicBezTo>
                      <a:pt x="729" y="1"/>
                      <a:pt x="0" y="730"/>
                      <a:pt x="0" y="1605"/>
                    </a:cubicBezTo>
                    <a:cubicBezTo>
                      <a:pt x="0" y="2479"/>
                      <a:pt x="729" y="3208"/>
                      <a:pt x="1604" y="3208"/>
                    </a:cubicBezTo>
                    <a:cubicBezTo>
                      <a:pt x="2499" y="3208"/>
                      <a:pt x="3207" y="2479"/>
                      <a:pt x="3207" y="1605"/>
                    </a:cubicBezTo>
                    <a:cubicBezTo>
                      <a:pt x="3207" y="730"/>
                      <a:pt x="2499" y="1"/>
                      <a:pt x="1604"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6" name="Google Shape;1096;p25"/>
            <p:cNvGrpSpPr/>
            <p:nvPr/>
          </p:nvGrpSpPr>
          <p:grpSpPr>
            <a:xfrm flipH="1">
              <a:off x="2103839" y="4450007"/>
              <a:ext cx="615425" cy="838775"/>
              <a:chOff x="5029400" y="3925325"/>
              <a:chExt cx="615425" cy="838775"/>
            </a:xfrm>
          </p:grpSpPr>
          <p:sp>
            <p:nvSpPr>
              <p:cNvPr id="1097" name="Google Shape;1097;p25"/>
              <p:cNvSpPr/>
              <p:nvPr/>
            </p:nvSpPr>
            <p:spPr>
              <a:xfrm>
                <a:off x="5048150" y="4412125"/>
                <a:ext cx="567000" cy="141125"/>
              </a:xfrm>
              <a:custGeom>
                <a:avLst/>
                <a:gdLst/>
                <a:ahLst/>
                <a:cxnLst/>
                <a:rect l="l" t="t" r="r" b="b"/>
                <a:pathLst>
                  <a:path w="22680" h="5645" fill="none" extrusionOk="0">
                    <a:moveTo>
                      <a:pt x="22680" y="5644"/>
                    </a:moveTo>
                    <a:lnTo>
                      <a:pt x="3124" y="5644"/>
                    </a:lnTo>
                    <a:cubicBezTo>
                      <a:pt x="1396" y="5644"/>
                      <a:pt x="0" y="4374"/>
                      <a:pt x="0" y="2812"/>
                    </a:cubicBezTo>
                    <a:lnTo>
                      <a:pt x="0" y="0"/>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25"/>
              <p:cNvSpPr/>
              <p:nvPr/>
            </p:nvSpPr>
            <p:spPr>
              <a:xfrm>
                <a:off x="5496425" y="3925325"/>
                <a:ext cx="124450" cy="838775"/>
              </a:xfrm>
              <a:custGeom>
                <a:avLst/>
                <a:gdLst/>
                <a:ahLst/>
                <a:cxnLst/>
                <a:rect l="l" t="t" r="r" b="b"/>
                <a:pathLst>
                  <a:path w="4978" h="33551" fill="none" extrusionOk="0">
                    <a:moveTo>
                      <a:pt x="4978" y="33551"/>
                    </a:moveTo>
                    <a:lnTo>
                      <a:pt x="4978" y="21659"/>
                    </a:lnTo>
                    <a:cubicBezTo>
                      <a:pt x="4978" y="19931"/>
                      <a:pt x="3853" y="18535"/>
                      <a:pt x="2479" y="18535"/>
                    </a:cubicBezTo>
                    <a:cubicBezTo>
                      <a:pt x="1104" y="18535"/>
                      <a:pt x="0" y="17119"/>
                      <a:pt x="0" y="15411"/>
                    </a:cubicBezTo>
                    <a:lnTo>
                      <a:pt x="0" y="0"/>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25"/>
              <p:cNvSpPr/>
              <p:nvPr/>
            </p:nvSpPr>
            <p:spPr>
              <a:xfrm>
                <a:off x="5596375" y="4527175"/>
                <a:ext cx="48450" cy="48450"/>
              </a:xfrm>
              <a:custGeom>
                <a:avLst/>
                <a:gdLst/>
                <a:ahLst/>
                <a:cxnLst/>
                <a:rect l="l" t="t" r="r" b="b"/>
                <a:pathLst>
                  <a:path w="1938" h="1938" extrusionOk="0">
                    <a:moveTo>
                      <a:pt x="980" y="1"/>
                    </a:moveTo>
                    <a:cubicBezTo>
                      <a:pt x="438" y="1"/>
                      <a:pt x="1" y="438"/>
                      <a:pt x="1" y="980"/>
                    </a:cubicBezTo>
                    <a:cubicBezTo>
                      <a:pt x="1" y="1500"/>
                      <a:pt x="438" y="1938"/>
                      <a:pt x="980" y="1938"/>
                    </a:cubicBezTo>
                    <a:cubicBezTo>
                      <a:pt x="1500" y="1938"/>
                      <a:pt x="1938" y="1500"/>
                      <a:pt x="1938" y="980"/>
                    </a:cubicBezTo>
                    <a:cubicBezTo>
                      <a:pt x="1938" y="438"/>
                      <a:pt x="1500" y="1"/>
                      <a:pt x="9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25"/>
              <p:cNvSpPr/>
              <p:nvPr/>
            </p:nvSpPr>
            <p:spPr>
              <a:xfrm>
                <a:off x="5029400" y="4363421"/>
                <a:ext cx="48450" cy="48425"/>
              </a:xfrm>
              <a:custGeom>
                <a:avLst/>
                <a:gdLst/>
                <a:ahLst/>
                <a:cxnLst/>
                <a:rect l="l" t="t" r="r" b="b"/>
                <a:pathLst>
                  <a:path w="1938" h="1937" fill="none" extrusionOk="0">
                    <a:moveTo>
                      <a:pt x="1937" y="979"/>
                    </a:moveTo>
                    <a:cubicBezTo>
                      <a:pt x="1937" y="1500"/>
                      <a:pt x="1500" y="1937"/>
                      <a:pt x="979" y="1937"/>
                    </a:cubicBezTo>
                    <a:cubicBezTo>
                      <a:pt x="438" y="1937"/>
                      <a:pt x="1" y="1500"/>
                      <a:pt x="1" y="979"/>
                    </a:cubicBezTo>
                    <a:cubicBezTo>
                      <a:pt x="1" y="437"/>
                      <a:pt x="438" y="0"/>
                      <a:pt x="979" y="0"/>
                    </a:cubicBezTo>
                    <a:cubicBezTo>
                      <a:pt x="1500" y="0"/>
                      <a:pt x="1937" y="437"/>
                      <a:pt x="1937" y="979"/>
                    </a:cubicBezTo>
                    <a:close/>
                  </a:path>
                </a:pathLst>
              </a:custGeom>
              <a:noFill/>
              <a:ln w="13025" cap="flat" cmpd="sng">
                <a:solidFill>
                  <a:schemeClr val="accent1"/>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1" name="Google Shape;1101;p25"/>
            <p:cNvGrpSpPr/>
            <p:nvPr/>
          </p:nvGrpSpPr>
          <p:grpSpPr>
            <a:xfrm flipH="1">
              <a:off x="3207614" y="4574864"/>
              <a:ext cx="1206875" cy="463925"/>
              <a:chOff x="3334175" y="3852425"/>
              <a:chExt cx="1206875" cy="463925"/>
            </a:xfrm>
          </p:grpSpPr>
          <p:sp>
            <p:nvSpPr>
              <p:cNvPr id="1102" name="Google Shape;1102;p25"/>
              <p:cNvSpPr/>
              <p:nvPr/>
            </p:nvSpPr>
            <p:spPr>
              <a:xfrm>
                <a:off x="3334175" y="3852425"/>
                <a:ext cx="1206875" cy="441025"/>
              </a:xfrm>
              <a:custGeom>
                <a:avLst/>
                <a:gdLst/>
                <a:ahLst/>
                <a:cxnLst/>
                <a:rect l="l" t="t" r="r" b="b"/>
                <a:pathLst>
                  <a:path w="48275" h="17641" fill="none" extrusionOk="0">
                    <a:moveTo>
                      <a:pt x="48275" y="17640"/>
                    </a:moveTo>
                    <a:lnTo>
                      <a:pt x="2604" y="17640"/>
                    </a:lnTo>
                    <a:cubicBezTo>
                      <a:pt x="1167" y="17640"/>
                      <a:pt x="1" y="16474"/>
                      <a:pt x="1" y="15037"/>
                    </a:cubicBezTo>
                    <a:lnTo>
                      <a:pt x="1" y="1"/>
                    </a:ln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25"/>
              <p:cNvSpPr/>
              <p:nvPr/>
            </p:nvSpPr>
            <p:spPr>
              <a:xfrm>
                <a:off x="3856900" y="4270500"/>
                <a:ext cx="107275" cy="45850"/>
              </a:xfrm>
              <a:custGeom>
                <a:avLst/>
                <a:gdLst/>
                <a:ahLst/>
                <a:cxnLst/>
                <a:rect l="l" t="t" r="r" b="b"/>
                <a:pathLst>
                  <a:path w="4291" h="1834" extrusionOk="0">
                    <a:moveTo>
                      <a:pt x="417" y="1"/>
                    </a:moveTo>
                    <a:cubicBezTo>
                      <a:pt x="188" y="1"/>
                      <a:pt x="1" y="167"/>
                      <a:pt x="22" y="396"/>
                    </a:cubicBezTo>
                    <a:lnTo>
                      <a:pt x="22" y="1438"/>
                    </a:lnTo>
                    <a:cubicBezTo>
                      <a:pt x="22" y="1646"/>
                      <a:pt x="188" y="1833"/>
                      <a:pt x="417" y="1833"/>
                    </a:cubicBezTo>
                    <a:lnTo>
                      <a:pt x="3895" y="1833"/>
                    </a:lnTo>
                    <a:cubicBezTo>
                      <a:pt x="4103" y="1833"/>
                      <a:pt x="4291" y="1646"/>
                      <a:pt x="4291" y="1438"/>
                    </a:cubicBezTo>
                    <a:lnTo>
                      <a:pt x="4291" y="396"/>
                    </a:lnTo>
                    <a:cubicBezTo>
                      <a:pt x="4291" y="167"/>
                      <a:pt x="4103" y="1"/>
                      <a:pt x="3895"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4" name="Google Shape;1104;p25"/>
            <p:cNvGrpSpPr/>
            <p:nvPr/>
          </p:nvGrpSpPr>
          <p:grpSpPr>
            <a:xfrm flipH="1">
              <a:off x="1907539" y="4593564"/>
              <a:ext cx="1300100" cy="889800"/>
              <a:chOff x="4541025" y="3874300"/>
              <a:chExt cx="1300100" cy="889800"/>
            </a:xfrm>
          </p:grpSpPr>
          <p:sp>
            <p:nvSpPr>
              <p:cNvPr id="1105" name="Google Shape;1105;p25"/>
              <p:cNvSpPr/>
              <p:nvPr/>
            </p:nvSpPr>
            <p:spPr>
              <a:xfrm>
                <a:off x="4592575" y="4337675"/>
                <a:ext cx="25" cy="426425"/>
              </a:xfrm>
              <a:custGeom>
                <a:avLst/>
                <a:gdLst/>
                <a:ahLst/>
                <a:cxnLst/>
                <a:rect l="l" t="t" r="r" b="b"/>
                <a:pathLst>
                  <a:path w="1" h="17057" fill="none" extrusionOk="0">
                    <a:moveTo>
                      <a:pt x="1" y="0"/>
                    </a:moveTo>
                    <a:lnTo>
                      <a:pt x="1" y="17057"/>
                    </a:lnTo>
                  </a:path>
                </a:pathLst>
              </a:custGeom>
              <a:noFill/>
              <a:ln w="1457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25"/>
              <p:cNvSpPr/>
              <p:nvPr/>
            </p:nvSpPr>
            <p:spPr>
              <a:xfrm>
                <a:off x="4586850" y="3898250"/>
                <a:ext cx="1230825" cy="349375"/>
              </a:xfrm>
              <a:custGeom>
                <a:avLst/>
                <a:gdLst/>
                <a:ahLst/>
                <a:cxnLst/>
                <a:rect l="l" t="t" r="r" b="b"/>
                <a:pathLst>
                  <a:path w="49233" h="13975" fill="none" extrusionOk="0">
                    <a:moveTo>
                      <a:pt x="49233" y="0"/>
                    </a:moveTo>
                    <a:lnTo>
                      <a:pt x="18973" y="0"/>
                    </a:lnTo>
                    <a:cubicBezTo>
                      <a:pt x="17244" y="0"/>
                      <a:pt x="15849" y="1396"/>
                      <a:pt x="15849" y="3124"/>
                    </a:cubicBezTo>
                    <a:lnTo>
                      <a:pt x="15849" y="4165"/>
                    </a:lnTo>
                    <a:cubicBezTo>
                      <a:pt x="15849" y="5894"/>
                      <a:pt x="14454" y="7289"/>
                      <a:pt x="12725" y="7289"/>
                    </a:cubicBezTo>
                    <a:lnTo>
                      <a:pt x="3124" y="7289"/>
                    </a:lnTo>
                    <a:cubicBezTo>
                      <a:pt x="1396" y="7289"/>
                      <a:pt x="1" y="8685"/>
                      <a:pt x="1" y="10413"/>
                    </a:cubicBezTo>
                    <a:lnTo>
                      <a:pt x="1" y="13974"/>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25"/>
              <p:cNvSpPr/>
              <p:nvPr/>
            </p:nvSpPr>
            <p:spPr>
              <a:xfrm>
                <a:off x="5442800" y="3875825"/>
                <a:ext cx="106750" cy="45875"/>
              </a:xfrm>
              <a:custGeom>
                <a:avLst/>
                <a:gdLst/>
                <a:ahLst/>
                <a:cxnLst/>
                <a:rect l="l" t="t" r="r" b="b"/>
                <a:pathLst>
                  <a:path w="4270" h="1835" extrusionOk="0">
                    <a:moveTo>
                      <a:pt x="361" y="0"/>
                    </a:moveTo>
                    <a:cubicBezTo>
                      <a:pt x="150" y="0"/>
                      <a:pt x="0" y="180"/>
                      <a:pt x="0" y="397"/>
                    </a:cubicBezTo>
                    <a:lnTo>
                      <a:pt x="0" y="1439"/>
                    </a:lnTo>
                    <a:cubicBezTo>
                      <a:pt x="0" y="1668"/>
                      <a:pt x="188" y="1834"/>
                      <a:pt x="396" y="1834"/>
                    </a:cubicBezTo>
                    <a:lnTo>
                      <a:pt x="3874" y="1834"/>
                    </a:lnTo>
                    <a:cubicBezTo>
                      <a:pt x="4103" y="1834"/>
                      <a:pt x="4270" y="1647"/>
                      <a:pt x="4270" y="1439"/>
                    </a:cubicBezTo>
                    <a:lnTo>
                      <a:pt x="4270" y="397"/>
                    </a:lnTo>
                    <a:cubicBezTo>
                      <a:pt x="4270" y="168"/>
                      <a:pt x="4082" y="2"/>
                      <a:pt x="3874" y="2"/>
                    </a:cubicBezTo>
                    <a:lnTo>
                      <a:pt x="396" y="2"/>
                    </a:lnTo>
                    <a:cubicBezTo>
                      <a:pt x="384" y="1"/>
                      <a:pt x="373" y="0"/>
                      <a:pt x="361"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25"/>
              <p:cNvSpPr/>
              <p:nvPr/>
            </p:nvSpPr>
            <p:spPr>
              <a:xfrm>
                <a:off x="5792675" y="3874300"/>
                <a:ext cx="48450" cy="48450"/>
              </a:xfrm>
              <a:custGeom>
                <a:avLst/>
                <a:gdLst/>
                <a:ahLst/>
                <a:cxnLst/>
                <a:rect l="l" t="t" r="r" b="b"/>
                <a:pathLst>
                  <a:path w="1938" h="1938" extrusionOk="0">
                    <a:moveTo>
                      <a:pt x="958" y="0"/>
                    </a:moveTo>
                    <a:cubicBezTo>
                      <a:pt x="438" y="0"/>
                      <a:pt x="0" y="438"/>
                      <a:pt x="0" y="979"/>
                    </a:cubicBezTo>
                    <a:cubicBezTo>
                      <a:pt x="0" y="1500"/>
                      <a:pt x="438" y="1937"/>
                      <a:pt x="958" y="1937"/>
                    </a:cubicBezTo>
                    <a:cubicBezTo>
                      <a:pt x="1500" y="1937"/>
                      <a:pt x="1937" y="1500"/>
                      <a:pt x="1937" y="979"/>
                    </a:cubicBezTo>
                    <a:cubicBezTo>
                      <a:pt x="1937" y="438"/>
                      <a:pt x="1500" y="0"/>
                      <a:pt x="958"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25"/>
              <p:cNvSpPr/>
              <p:nvPr/>
            </p:nvSpPr>
            <p:spPr>
              <a:xfrm>
                <a:off x="4541025" y="4247600"/>
                <a:ext cx="91675" cy="91650"/>
              </a:xfrm>
              <a:custGeom>
                <a:avLst/>
                <a:gdLst/>
                <a:ahLst/>
                <a:cxnLst/>
                <a:rect l="l" t="t" r="r" b="b"/>
                <a:pathLst>
                  <a:path w="3667" h="3666" fill="none" extrusionOk="0">
                    <a:moveTo>
                      <a:pt x="3666" y="1833"/>
                    </a:moveTo>
                    <a:cubicBezTo>
                      <a:pt x="3666" y="2854"/>
                      <a:pt x="2833" y="3666"/>
                      <a:pt x="1834" y="3666"/>
                    </a:cubicBezTo>
                    <a:cubicBezTo>
                      <a:pt x="813" y="3666"/>
                      <a:pt x="1" y="2854"/>
                      <a:pt x="1" y="1833"/>
                    </a:cubicBezTo>
                    <a:cubicBezTo>
                      <a:pt x="1" y="813"/>
                      <a:pt x="813" y="0"/>
                      <a:pt x="1834" y="0"/>
                    </a:cubicBezTo>
                    <a:cubicBezTo>
                      <a:pt x="2833" y="0"/>
                      <a:pt x="3666" y="813"/>
                      <a:pt x="3666" y="1833"/>
                    </a:cubicBezTo>
                    <a:close/>
                  </a:path>
                </a:pathLst>
              </a:custGeom>
              <a:noFill/>
              <a:ln w="13025" cap="flat" cmpd="sng">
                <a:solidFill>
                  <a:schemeClr val="accent4"/>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0" name="Google Shape;1110;p25"/>
            <p:cNvGrpSpPr/>
            <p:nvPr/>
          </p:nvGrpSpPr>
          <p:grpSpPr>
            <a:xfrm flipH="1">
              <a:off x="-11339" y="3421654"/>
              <a:ext cx="508788" cy="1226150"/>
              <a:chOff x="7556013" y="2945450"/>
              <a:chExt cx="508788" cy="1226150"/>
            </a:xfrm>
          </p:grpSpPr>
          <p:sp>
            <p:nvSpPr>
              <p:cNvPr id="1111" name="Google Shape;1111;p25"/>
              <p:cNvSpPr/>
              <p:nvPr/>
            </p:nvSpPr>
            <p:spPr>
              <a:xfrm>
                <a:off x="7685750" y="2964200"/>
                <a:ext cx="379050" cy="1207400"/>
              </a:xfrm>
              <a:custGeom>
                <a:avLst/>
                <a:gdLst/>
                <a:ahLst/>
                <a:cxnLst/>
                <a:rect l="l" t="t" r="r" b="b"/>
                <a:pathLst>
                  <a:path w="15162" h="48296" fill="none" extrusionOk="0">
                    <a:moveTo>
                      <a:pt x="15161" y="48296"/>
                    </a:moveTo>
                    <a:lnTo>
                      <a:pt x="3124" y="48296"/>
                    </a:lnTo>
                    <a:cubicBezTo>
                      <a:pt x="1396" y="48296"/>
                      <a:pt x="0" y="46900"/>
                      <a:pt x="0" y="45172"/>
                    </a:cubicBezTo>
                    <a:lnTo>
                      <a:pt x="0" y="35467"/>
                    </a:lnTo>
                    <a:cubicBezTo>
                      <a:pt x="0" y="33739"/>
                      <a:pt x="1396" y="32343"/>
                      <a:pt x="3124" y="32343"/>
                    </a:cubicBezTo>
                    <a:lnTo>
                      <a:pt x="8060" y="32343"/>
                    </a:lnTo>
                    <a:cubicBezTo>
                      <a:pt x="9788" y="32343"/>
                      <a:pt x="11184" y="30948"/>
                      <a:pt x="11184" y="29219"/>
                    </a:cubicBezTo>
                    <a:lnTo>
                      <a:pt x="11184" y="3124"/>
                    </a:lnTo>
                    <a:cubicBezTo>
                      <a:pt x="11184" y="1396"/>
                      <a:pt x="9788" y="1"/>
                      <a:pt x="8060" y="1"/>
                    </a:cubicBezTo>
                    <a:lnTo>
                      <a:pt x="3895"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25"/>
              <p:cNvSpPr/>
              <p:nvPr/>
            </p:nvSpPr>
            <p:spPr>
              <a:xfrm>
                <a:off x="7936700" y="3328125"/>
                <a:ext cx="51050" cy="119275"/>
              </a:xfrm>
              <a:custGeom>
                <a:avLst/>
                <a:gdLst/>
                <a:ahLst/>
                <a:cxnLst/>
                <a:rect l="l" t="t" r="r" b="b"/>
                <a:pathLst>
                  <a:path w="2042" h="4771" extrusionOk="0">
                    <a:moveTo>
                      <a:pt x="438" y="1"/>
                    </a:moveTo>
                    <a:cubicBezTo>
                      <a:pt x="188" y="1"/>
                      <a:pt x="0" y="209"/>
                      <a:pt x="0" y="438"/>
                    </a:cubicBezTo>
                    <a:lnTo>
                      <a:pt x="0" y="4333"/>
                    </a:lnTo>
                    <a:cubicBezTo>
                      <a:pt x="0" y="4562"/>
                      <a:pt x="188" y="4770"/>
                      <a:pt x="438" y="4770"/>
                    </a:cubicBezTo>
                    <a:lnTo>
                      <a:pt x="1604" y="4770"/>
                    </a:lnTo>
                    <a:cubicBezTo>
                      <a:pt x="1833" y="4770"/>
                      <a:pt x="2041" y="4562"/>
                      <a:pt x="2041" y="4333"/>
                    </a:cubicBezTo>
                    <a:lnTo>
                      <a:pt x="2041" y="438"/>
                    </a:lnTo>
                    <a:cubicBezTo>
                      <a:pt x="2041" y="209"/>
                      <a:pt x="1833" y="1"/>
                      <a:pt x="16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25"/>
              <p:cNvSpPr/>
              <p:nvPr/>
            </p:nvSpPr>
            <p:spPr>
              <a:xfrm>
                <a:off x="7732479" y="2948575"/>
                <a:ext cx="70825" cy="30750"/>
              </a:xfrm>
              <a:custGeom>
                <a:avLst/>
                <a:gdLst/>
                <a:ahLst/>
                <a:cxnLst/>
                <a:rect l="l" t="t" r="r" b="b"/>
                <a:pathLst>
                  <a:path w="2833" h="1230" extrusionOk="0">
                    <a:moveTo>
                      <a:pt x="250" y="1"/>
                    </a:moveTo>
                    <a:cubicBezTo>
                      <a:pt x="125" y="1"/>
                      <a:pt x="0" y="126"/>
                      <a:pt x="0" y="272"/>
                    </a:cubicBezTo>
                    <a:lnTo>
                      <a:pt x="0" y="959"/>
                    </a:lnTo>
                    <a:cubicBezTo>
                      <a:pt x="0" y="1105"/>
                      <a:pt x="125" y="1230"/>
                      <a:pt x="250" y="1230"/>
                    </a:cubicBezTo>
                    <a:lnTo>
                      <a:pt x="2583" y="1230"/>
                    </a:lnTo>
                    <a:cubicBezTo>
                      <a:pt x="2728" y="1230"/>
                      <a:pt x="2832" y="1105"/>
                      <a:pt x="2832" y="959"/>
                    </a:cubicBezTo>
                    <a:lnTo>
                      <a:pt x="2832" y="272"/>
                    </a:lnTo>
                    <a:cubicBezTo>
                      <a:pt x="2832" y="126"/>
                      <a:pt x="2728" y="1"/>
                      <a:pt x="25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25"/>
              <p:cNvSpPr/>
              <p:nvPr/>
            </p:nvSpPr>
            <p:spPr>
              <a:xfrm>
                <a:off x="7556013" y="2945450"/>
                <a:ext cx="37525" cy="37000"/>
              </a:xfrm>
              <a:custGeom>
                <a:avLst/>
                <a:gdLst/>
                <a:ahLst/>
                <a:cxnLst/>
                <a:rect l="l" t="t" r="r" b="b"/>
                <a:pathLst>
                  <a:path w="1501" h="1480" extrusionOk="0">
                    <a:moveTo>
                      <a:pt x="751" y="1"/>
                    </a:moveTo>
                    <a:cubicBezTo>
                      <a:pt x="355" y="1"/>
                      <a:pt x="1" y="334"/>
                      <a:pt x="1" y="751"/>
                    </a:cubicBezTo>
                    <a:cubicBezTo>
                      <a:pt x="1" y="1146"/>
                      <a:pt x="355" y="1480"/>
                      <a:pt x="751" y="1480"/>
                    </a:cubicBezTo>
                    <a:cubicBezTo>
                      <a:pt x="1167" y="1480"/>
                      <a:pt x="1500" y="1146"/>
                      <a:pt x="1500" y="751"/>
                    </a:cubicBezTo>
                    <a:cubicBezTo>
                      <a:pt x="1500" y="334"/>
                      <a:pt x="1167" y="1"/>
                      <a:pt x="7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25"/>
              <p:cNvSpPr/>
              <p:nvPr/>
            </p:nvSpPr>
            <p:spPr>
              <a:xfrm>
                <a:off x="7579525" y="2964200"/>
                <a:ext cx="166125" cy="25"/>
              </a:xfrm>
              <a:custGeom>
                <a:avLst/>
                <a:gdLst/>
                <a:ahLst/>
                <a:cxnLst/>
                <a:rect l="l" t="t" r="r" b="b"/>
                <a:pathLst>
                  <a:path w="6645" h="1" fill="none" extrusionOk="0">
                    <a:moveTo>
                      <a:pt x="6644" y="1"/>
                    </a:moveTo>
                    <a:lnTo>
                      <a:pt x="1"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16" name="Google Shape;1116;p25"/>
          <p:cNvGrpSpPr/>
          <p:nvPr/>
        </p:nvGrpSpPr>
        <p:grpSpPr>
          <a:xfrm>
            <a:off x="4238903" y="4572209"/>
            <a:ext cx="368400" cy="368400"/>
            <a:chOff x="4238903" y="4572209"/>
            <a:chExt cx="368400" cy="368400"/>
          </a:xfrm>
        </p:grpSpPr>
        <p:sp>
          <p:nvSpPr>
            <p:cNvPr id="1117" name="Google Shape;1117;p25"/>
            <p:cNvSpPr/>
            <p:nvPr/>
          </p:nvSpPr>
          <p:spPr>
            <a:xfrm>
              <a:off x="4238903" y="4572209"/>
              <a:ext cx="368400" cy="3684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25"/>
            <p:cNvSpPr/>
            <p:nvPr/>
          </p:nvSpPr>
          <p:spPr>
            <a:xfrm>
              <a:off x="4302543" y="4635950"/>
              <a:ext cx="241124" cy="240892"/>
            </a:xfrm>
            <a:custGeom>
              <a:avLst/>
              <a:gdLst/>
              <a:ahLst/>
              <a:cxnLst/>
              <a:rect l="l" t="t" r="r" b="b"/>
              <a:pathLst>
                <a:path w="13573" h="13558" extrusionOk="0">
                  <a:moveTo>
                    <a:pt x="6771" y="1"/>
                  </a:moveTo>
                  <a:cubicBezTo>
                    <a:pt x="5827" y="1"/>
                    <a:pt x="4883" y="630"/>
                    <a:pt x="4883" y="1889"/>
                  </a:cubicBezTo>
                  <a:cubicBezTo>
                    <a:pt x="4883" y="2885"/>
                    <a:pt x="5683" y="3732"/>
                    <a:pt x="6702" y="3732"/>
                  </a:cubicBezTo>
                  <a:cubicBezTo>
                    <a:pt x="6720" y="3732"/>
                    <a:pt x="6738" y="3732"/>
                    <a:pt x="6756" y="3731"/>
                  </a:cubicBezTo>
                  <a:lnTo>
                    <a:pt x="6787" y="3731"/>
                  </a:lnTo>
                  <a:cubicBezTo>
                    <a:pt x="6804" y="3732"/>
                    <a:pt x="6822" y="3732"/>
                    <a:pt x="6839" y="3732"/>
                  </a:cubicBezTo>
                  <a:cubicBezTo>
                    <a:pt x="7829" y="3732"/>
                    <a:pt x="8660" y="2885"/>
                    <a:pt x="8660" y="1889"/>
                  </a:cubicBezTo>
                  <a:cubicBezTo>
                    <a:pt x="8660" y="630"/>
                    <a:pt x="7715" y="1"/>
                    <a:pt x="6771" y="1"/>
                  </a:cubicBezTo>
                  <a:close/>
                  <a:moveTo>
                    <a:pt x="4975" y="3854"/>
                  </a:moveTo>
                  <a:cubicBezTo>
                    <a:pt x="4484" y="4438"/>
                    <a:pt x="4238" y="5174"/>
                    <a:pt x="4238" y="5911"/>
                  </a:cubicBezTo>
                  <a:lnTo>
                    <a:pt x="4238" y="6433"/>
                  </a:lnTo>
                  <a:lnTo>
                    <a:pt x="9304" y="6433"/>
                  </a:lnTo>
                  <a:lnTo>
                    <a:pt x="9304" y="5911"/>
                  </a:lnTo>
                  <a:cubicBezTo>
                    <a:pt x="9304" y="5174"/>
                    <a:pt x="9059" y="4438"/>
                    <a:pt x="8568" y="3854"/>
                  </a:cubicBezTo>
                  <a:cubicBezTo>
                    <a:pt x="8061" y="4315"/>
                    <a:pt x="7416" y="4545"/>
                    <a:pt x="6771" y="4545"/>
                  </a:cubicBezTo>
                  <a:cubicBezTo>
                    <a:pt x="6126" y="4545"/>
                    <a:pt x="5482" y="4315"/>
                    <a:pt x="4975" y="3854"/>
                  </a:cubicBezTo>
                  <a:close/>
                  <a:moveTo>
                    <a:pt x="2512" y="2525"/>
                  </a:moveTo>
                  <a:cubicBezTo>
                    <a:pt x="1560" y="2525"/>
                    <a:pt x="813" y="3717"/>
                    <a:pt x="1567" y="4622"/>
                  </a:cubicBezTo>
                  <a:lnTo>
                    <a:pt x="922" y="5727"/>
                  </a:lnTo>
                  <a:cubicBezTo>
                    <a:pt x="860" y="5789"/>
                    <a:pt x="860" y="5850"/>
                    <a:pt x="860" y="5911"/>
                  </a:cubicBezTo>
                  <a:lnTo>
                    <a:pt x="860" y="7232"/>
                  </a:lnTo>
                  <a:lnTo>
                    <a:pt x="369" y="7232"/>
                  </a:lnTo>
                  <a:cubicBezTo>
                    <a:pt x="154" y="7232"/>
                    <a:pt x="1" y="7385"/>
                    <a:pt x="1" y="7600"/>
                  </a:cubicBezTo>
                  <a:lnTo>
                    <a:pt x="1" y="9719"/>
                  </a:lnTo>
                  <a:cubicBezTo>
                    <a:pt x="1" y="9934"/>
                    <a:pt x="154" y="10118"/>
                    <a:pt x="369" y="10118"/>
                  </a:cubicBezTo>
                  <a:lnTo>
                    <a:pt x="13173" y="10118"/>
                  </a:lnTo>
                  <a:cubicBezTo>
                    <a:pt x="13388" y="10118"/>
                    <a:pt x="13573" y="9934"/>
                    <a:pt x="13573" y="9719"/>
                  </a:cubicBezTo>
                  <a:lnTo>
                    <a:pt x="13573" y="7600"/>
                  </a:lnTo>
                  <a:cubicBezTo>
                    <a:pt x="13573" y="7385"/>
                    <a:pt x="13388" y="7232"/>
                    <a:pt x="13173" y="7232"/>
                  </a:cubicBezTo>
                  <a:lnTo>
                    <a:pt x="12682" y="7232"/>
                  </a:lnTo>
                  <a:lnTo>
                    <a:pt x="12682" y="5911"/>
                  </a:lnTo>
                  <a:cubicBezTo>
                    <a:pt x="12682" y="5850"/>
                    <a:pt x="12682" y="5789"/>
                    <a:pt x="12651" y="5727"/>
                  </a:cubicBezTo>
                  <a:lnTo>
                    <a:pt x="11976" y="4622"/>
                  </a:lnTo>
                  <a:cubicBezTo>
                    <a:pt x="12733" y="3714"/>
                    <a:pt x="11977" y="2536"/>
                    <a:pt x="11019" y="2536"/>
                  </a:cubicBezTo>
                  <a:cubicBezTo>
                    <a:pt x="10811" y="2536"/>
                    <a:pt x="10593" y="2592"/>
                    <a:pt x="10379" y="2718"/>
                  </a:cubicBezTo>
                  <a:cubicBezTo>
                    <a:pt x="9243" y="3400"/>
                    <a:pt x="9815" y="5055"/>
                    <a:pt x="11002" y="5055"/>
                  </a:cubicBezTo>
                  <a:cubicBezTo>
                    <a:pt x="11097" y="5055"/>
                    <a:pt x="11197" y="5044"/>
                    <a:pt x="11300" y="5021"/>
                  </a:cubicBezTo>
                  <a:lnTo>
                    <a:pt x="11884" y="6034"/>
                  </a:lnTo>
                  <a:lnTo>
                    <a:pt x="11884" y="7232"/>
                  </a:lnTo>
                  <a:lnTo>
                    <a:pt x="1659" y="7232"/>
                  </a:lnTo>
                  <a:lnTo>
                    <a:pt x="1659" y="6034"/>
                  </a:lnTo>
                  <a:lnTo>
                    <a:pt x="2273" y="5021"/>
                  </a:lnTo>
                  <a:cubicBezTo>
                    <a:pt x="2376" y="5044"/>
                    <a:pt x="2476" y="5055"/>
                    <a:pt x="2571" y="5055"/>
                  </a:cubicBezTo>
                  <a:cubicBezTo>
                    <a:pt x="3754" y="5055"/>
                    <a:pt x="4300" y="3400"/>
                    <a:pt x="3163" y="2718"/>
                  </a:cubicBezTo>
                  <a:cubicBezTo>
                    <a:pt x="2946" y="2584"/>
                    <a:pt x="2724" y="2525"/>
                    <a:pt x="2512" y="2525"/>
                  </a:cubicBezTo>
                  <a:close/>
                  <a:moveTo>
                    <a:pt x="8475" y="11469"/>
                  </a:moveTo>
                  <a:cubicBezTo>
                    <a:pt x="8997" y="11469"/>
                    <a:pt x="8997" y="12268"/>
                    <a:pt x="8475" y="12268"/>
                  </a:cubicBezTo>
                  <a:lnTo>
                    <a:pt x="5067" y="12268"/>
                  </a:lnTo>
                  <a:cubicBezTo>
                    <a:pt x="4545" y="12268"/>
                    <a:pt x="4545" y="11469"/>
                    <a:pt x="5067" y="11469"/>
                  </a:cubicBezTo>
                  <a:close/>
                  <a:moveTo>
                    <a:pt x="1689" y="10947"/>
                  </a:moveTo>
                  <a:lnTo>
                    <a:pt x="1689" y="13189"/>
                  </a:lnTo>
                  <a:cubicBezTo>
                    <a:pt x="1689" y="13373"/>
                    <a:pt x="1874" y="13557"/>
                    <a:pt x="2089" y="13557"/>
                  </a:cubicBezTo>
                  <a:lnTo>
                    <a:pt x="11423" y="13557"/>
                  </a:lnTo>
                  <a:cubicBezTo>
                    <a:pt x="11638" y="13557"/>
                    <a:pt x="11822" y="13373"/>
                    <a:pt x="11822" y="13189"/>
                  </a:cubicBezTo>
                  <a:lnTo>
                    <a:pt x="11822" y="10947"/>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119"/>
        <p:cNvGrpSpPr/>
        <p:nvPr/>
      </p:nvGrpSpPr>
      <p:grpSpPr>
        <a:xfrm>
          <a:off x="0" y="0"/>
          <a:ext cx="0" cy="0"/>
          <a:chOff x="0" y="0"/>
          <a:chExt cx="0" cy="0"/>
        </a:xfrm>
      </p:grpSpPr>
      <p:sp>
        <p:nvSpPr>
          <p:cNvPr id="1120" name="Google Shape;1120;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21" name="Google Shape;1121;p26"/>
          <p:cNvSpPr txBox="1">
            <a:spLocks noGrp="1"/>
          </p:cNvSpPr>
          <p:nvPr>
            <p:ph type="subTitle" idx="1"/>
          </p:nvPr>
        </p:nvSpPr>
        <p:spPr>
          <a:xfrm>
            <a:off x="1571223" y="1960759"/>
            <a:ext cx="2389200" cy="51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22" name="Google Shape;1122;p26"/>
          <p:cNvSpPr txBox="1">
            <a:spLocks noGrp="1"/>
          </p:cNvSpPr>
          <p:nvPr>
            <p:ph type="subTitle" idx="2"/>
          </p:nvPr>
        </p:nvSpPr>
        <p:spPr>
          <a:xfrm>
            <a:off x="5686400" y="1960759"/>
            <a:ext cx="2389200" cy="51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23" name="Google Shape;1123;p26"/>
          <p:cNvSpPr txBox="1">
            <a:spLocks noGrp="1"/>
          </p:cNvSpPr>
          <p:nvPr>
            <p:ph type="subTitle" idx="3"/>
          </p:nvPr>
        </p:nvSpPr>
        <p:spPr>
          <a:xfrm>
            <a:off x="1571223" y="3394150"/>
            <a:ext cx="2389200" cy="51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24" name="Google Shape;1124;p26"/>
          <p:cNvSpPr txBox="1">
            <a:spLocks noGrp="1"/>
          </p:cNvSpPr>
          <p:nvPr>
            <p:ph type="subTitle" idx="4"/>
          </p:nvPr>
        </p:nvSpPr>
        <p:spPr>
          <a:xfrm>
            <a:off x="5686400" y="3394151"/>
            <a:ext cx="2389200" cy="51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25" name="Google Shape;1125;p26"/>
          <p:cNvSpPr txBox="1">
            <a:spLocks noGrp="1"/>
          </p:cNvSpPr>
          <p:nvPr>
            <p:ph type="subTitle" idx="5"/>
          </p:nvPr>
        </p:nvSpPr>
        <p:spPr>
          <a:xfrm>
            <a:off x="1571221" y="1562225"/>
            <a:ext cx="2389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26" name="Google Shape;1126;p26"/>
          <p:cNvSpPr txBox="1">
            <a:spLocks noGrp="1"/>
          </p:cNvSpPr>
          <p:nvPr>
            <p:ph type="subTitle" idx="6"/>
          </p:nvPr>
        </p:nvSpPr>
        <p:spPr>
          <a:xfrm>
            <a:off x="1571221" y="2995691"/>
            <a:ext cx="2389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27" name="Google Shape;1127;p26"/>
          <p:cNvSpPr txBox="1">
            <a:spLocks noGrp="1"/>
          </p:cNvSpPr>
          <p:nvPr>
            <p:ph type="subTitle" idx="7"/>
          </p:nvPr>
        </p:nvSpPr>
        <p:spPr>
          <a:xfrm>
            <a:off x="5686396" y="1562225"/>
            <a:ext cx="2389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28" name="Google Shape;1128;p26"/>
          <p:cNvSpPr txBox="1">
            <a:spLocks noGrp="1"/>
          </p:cNvSpPr>
          <p:nvPr>
            <p:ph type="subTitle" idx="8"/>
          </p:nvPr>
        </p:nvSpPr>
        <p:spPr>
          <a:xfrm>
            <a:off x="5686396" y="2995691"/>
            <a:ext cx="2389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1129" name="Google Shape;1129;p26"/>
          <p:cNvGrpSpPr/>
          <p:nvPr/>
        </p:nvGrpSpPr>
        <p:grpSpPr>
          <a:xfrm>
            <a:off x="3673557" y="2977275"/>
            <a:ext cx="5699048" cy="2504825"/>
            <a:chOff x="3673557" y="2977275"/>
            <a:chExt cx="5699048" cy="2504825"/>
          </a:xfrm>
        </p:grpSpPr>
        <p:grpSp>
          <p:nvGrpSpPr>
            <p:cNvPr id="1130" name="Google Shape;1130;p26"/>
            <p:cNvGrpSpPr/>
            <p:nvPr/>
          </p:nvGrpSpPr>
          <p:grpSpPr>
            <a:xfrm rot="10800000">
              <a:off x="4415882" y="4559954"/>
              <a:ext cx="313450" cy="575325"/>
              <a:chOff x="3815225" y="512475"/>
              <a:chExt cx="313450" cy="575325"/>
            </a:xfrm>
          </p:grpSpPr>
          <p:sp>
            <p:nvSpPr>
              <p:cNvPr id="1131" name="Google Shape;1131;p26"/>
              <p:cNvSpPr/>
              <p:nvPr/>
            </p:nvSpPr>
            <p:spPr>
              <a:xfrm>
                <a:off x="3815225" y="512475"/>
                <a:ext cx="25" cy="185875"/>
              </a:xfrm>
              <a:custGeom>
                <a:avLst/>
                <a:gdLst/>
                <a:ahLst/>
                <a:cxnLst/>
                <a:rect l="l" t="t" r="r" b="b"/>
                <a:pathLst>
                  <a:path w="1" h="7435" fill="none" extrusionOk="0">
                    <a:moveTo>
                      <a:pt x="1" y="0"/>
                    </a:moveTo>
                    <a:lnTo>
                      <a:pt x="1" y="7435"/>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26"/>
              <p:cNvSpPr/>
              <p:nvPr/>
            </p:nvSpPr>
            <p:spPr>
              <a:xfrm>
                <a:off x="4069300" y="1028425"/>
                <a:ext cx="59375" cy="59375"/>
              </a:xfrm>
              <a:custGeom>
                <a:avLst/>
                <a:gdLst/>
                <a:ahLst/>
                <a:cxnLst/>
                <a:rect l="l" t="t" r="r" b="b"/>
                <a:pathLst>
                  <a:path w="2375" h="2375" extrusionOk="0">
                    <a:moveTo>
                      <a:pt x="1188" y="1"/>
                    </a:moveTo>
                    <a:cubicBezTo>
                      <a:pt x="521" y="1"/>
                      <a:pt x="1" y="542"/>
                      <a:pt x="1" y="1188"/>
                    </a:cubicBezTo>
                    <a:cubicBezTo>
                      <a:pt x="1" y="1854"/>
                      <a:pt x="521" y="2375"/>
                      <a:pt x="1188" y="2375"/>
                    </a:cubicBezTo>
                    <a:cubicBezTo>
                      <a:pt x="1833" y="2375"/>
                      <a:pt x="2375" y="1854"/>
                      <a:pt x="2375" y="1188"/>
                    </a:cubicBezTo>
                    <a:cubicBezTo>
                      <a:pt x="2375" y="542"/>
                      <a:pt x="1833" y="1"/>
                      <a:pt x="1188" y="1"/>
                    </a:cubicBezTo>
                    <a:close/>
                  </a:path>
                </a:pathLst>
              </a:custGeom>
              <a:solidFill>
                <a:schemeClr val="accen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26"/>
              <p:cNvSpPr/>
              <p:nvPr/>
            </p:nvSpPr>
            <p:spPr>
              <a:xfrm>
                <a:off x="3821475" y="784775"/>
                <a:ext cx="277525" cy="273350"/>
              </a:xfrm>
              <a:custGeom>
                <a:avLst/>
                <a:gdLst/>
                <a:ahLst/>
                <a:cxnLst/>
                <a:rect l="l" t="t" r="r" b="b"/>
                <a:pathLst>
                  <a:path w="11101" h="10934" fill="none" extrusionOk="0">
                    <a:moveTo>
                      <a:pt x="1" y="0"/>
                    </a:moveTo>
                    <a:lnTo>
                      <a:pt x="1" y="7810"/>
                    </a:lnTo>
                    <a:cubicBezTo>
                      <a:pt x="1" y="9517"/>
                      <a:pt x="1396" y="10934"/>
                      <a:pt x="3124" y="10934"/>
                    </a:cubicBezTo>
                    <a:lnTo>
                      <a:pt x="11101" y="10934"/>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4" name="Google Shape;1134;p26"/>
            <p:cNvGrpSpPr/>
            <p:nvPr/>
          </p:nvGrpSpPr>
          <p:grpSpPr>
            <a:xfrm>
              <a:off x="8552530" y="3601550"/>
              <a:ext cx="309275" cy="834600"/>
              <a:chOff x="7473325" y="2654950"/>
              <a:chExt cx="309275" cy="834600"/>
            </a:xfrm>
          </p:grpSpPr>
          <p:sp>
            <p:nvSpPr>
              <p:cNvPr id="1135" name="Google Shape;1135;p26"/>
              <p:cNvSpPr/>
              <p:nvPr/>
            </p:nvSpPr>
            <p:spPr>
              <a:xfrm>
                <a:off x="7521750" y="2982425"/>
                <a:ext cx="242625" cy="477450"/>
              </a:xfrm>
              <a:custGeom>
                <a:avLst/>
                <a:gdLst/>
                <a:ahLst/>
                <a:cxnLst/>
                <a:rect l="l" t="t" r="r" b="b"/>
                <a:pathLst>
                  <a:path w="9705" h="19098" fill="none" extrusionOk="0">
                    <a:moveTo>
                      <a:pt x="0" y="19098"/>
                    </a:moveTo>
                    <a:lnTo>
                      <a:pt x="6581" y="19098"/>
                    </a:lnTo>
                    <a:cubicBezTo>
                      <a:pt x="8289" y="19098"/>
                      <a:pt x="9705" y="17703"/>
                      <a:pt x="9705" y="15974"/>
                    </a:cubicBezTo>
                    <a:lnTo>
                      <a:pt x="9705" y="1"/>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26"/>
              <p:cNvSpPr/>
              <p:nvPr/>
            </p:nvSpPr>
            <p:spPr>
              <a:xfrm>
                <a:off x="7745625" y="2945450"/>
                <a:ext cx="36975" cy="37000"/>
              </a:xfrm>
              <a:custGeom>
                <a:avLst/>
                <a:gdLst/>
                <a:ahLst/>
                <a:cxnLst/>
                <a:rect l="l" t="t" r="r" b="b"/>
                <a:pathLst>
                  <a:path w="1479" h="1480" fill="none" extrusionOk="0">
                    <a:moveTo>
                      <a:pt x="1479" y="751"/>
                    </a:moveTo>
                    <a:cubicBezTo>
                      <a:pt x="1479" y="1146"/>
                      <a:pt x="1146" y="1480"/>
                      <a:pt x="750" y="1480"/>
                    </a:cubicBezTo>
                    <a:cubicBezTo>
                      <a:pt x="333" y="1480"/>
                      <a:pt x="0" y="1146"/>
                      <a:pt x="0" y="751"/>
                    </a:cubicBezTo>
                    <a:cubicBezTo>
                      <a:pt x="0" y="334"/>
                      <a:pt x="333" y="1"/>
                      <a:pt x="750" y="1"/>
                    </a:cubicBezTo>
                    <a:cubicBezTo>
                      <a:pt x="1146" y="1"/>
                      <a:pt x="1479" y="334"/>
                      <a:pt x="1479" y="751"/>
                    </a:cubicBezTo>
                    <a:close/>
                  </a:path>
                </a:pathLst>
              </a:custGeom>
              <a:noFill/>
              <a:ln w="13025" cap="flat" cmpd="sng">
                <a:solidFill>
                  <a:schemeClr val="accent4"/>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26"/>
              <p:cNvSpPr/>
              <p:nvPr/>
            </p:nvSpPr>
            <p:spPr>
              <a:xfrm>
                <a:off x="7473325" y="3430175"/>
                <a:ext cx="59375" cy="59375"/>
              </a:xfrm>
              <a:custGeom>
                <a:avLst/>
                <a:gdLst/>
                <a:ahLst/>
                <a:cxnLst/>
                <a:rect l="l" t="t" r="r" b="b"/>
                <a:pathLst>
                  <a:path w="2375" h="2375" extrusionOk="0">
                    <a:moveTo>
                      <a:pt x="1187" y="1"/>
                    </a:moveTo>
                    <a:cubicBezTo>
                      <a:pt x="521" y="1"/>
                      <a:pt x="0" y="542"/>
                      <a:pt x="0" y="1188"/>
                    </a:cubicBezTo>
                    <a:cubicBezTo>
                      <a:pt x="0" y="1854"/>
                      <a:pt x="521" y="2375"/>
                      <a:pt x="1187" y="2375"/>
                    </a:cubicBezTo>
                    <a:cubicBezTo>
                      <a:pt x="1833" y="2375"/>
                      <a:pt x="2374" y="1854"/>
                      <a:pt x="2374" y="1188"/>
                    </a:cubicBezTo>
                    <a:cubicBezTo>
                      <a:pt x="2374" y="542"/>
                      <a:pt x="1833" y="1"/>
                      <a:pt x="118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26"/>
              <p:cNvSpPr/>
              <p:nvPr/>
            </p:nvSpPr>
            <p:spPr>
              <a:xfrm>
                <a:off x="7522250" y="2654950"/>
                <a:ext cx="35950" cy="35950"/>
              </a:xfrm>
              <a:custGeom>
                <a:avLst/>
                <a:gdLst/>
                <a:ahLst/>
                <a:cxnLst/>
                <a:rect l="l" t="t" r="r" b="b"/>
                <a:pathLst>
                  <a:path w="1438" h="1438" extrusionOk="0">
                    <a:moveTo>
                      <a:pt x="730" y="0"/>
                    </a:moveTo>
                    <a:cubicBezTo>
                      <a:pt x="334" y="0"/>
                      <a:pt x="1" y="312"/>
                      <a:pt x="1" y="708"/>
                    </a:cubicBezTo>
                    <a:cubicBezTo>
                      <a:pt x="1" y="1104"/>
                      <a:pt x="334" y="1437"/>
                      <a:pt x="730" y="1437"/>
                    </a:cubicBezTo>
                    <a:cubicBezTo>
                      <a:pt x="1125" y="1437"/>
                      <a:pt x="1438" y="1104"/>
                      <a:pt x="1438" y="708"/>
                    </a:cubicBezTo>
                    <a:cubicBezTo>
                      <a:pt x="1438" y="312"/>
                      <a:pt x="1125" y="0"/>
                      <a:pt x="73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26"/>
              <p:cNvSpPr/>
              <p:nvPr/>
            </p:nvSpPr>
            <p:spPr>
              <a:xfrm>
                <a:off x="7552975" y="2672650"/>
                <a:ext cx="211400" cy="272825"/>
              </a:xfrm>
              <a:custGeom>
                <a:avLst/>
                <a:gdLst/>
                <a:ahLst/>
                <a:cxnLst/>
                <a:rect l="l" t="t" r="r" b="b"/>
                <a:pathLst>
                  <a:path w="8456" h="10913" fill="none" extrusionOk="0">
                    <a:moveTo>
                      <a:pt x="8456" y="10913"/>
                    </a:moveTo>
                    <a:lnTo>
                      <a:pt x="8456" y="0"/>
                    </a:lnTo>
                    <a:lnTo>
                      <a:pt x="1" y="0"/>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0" name="Google Shape;1140;p26"/>
            <p:cNvGrpSpPr/>
            <p:nvPr/>
          </p:nvGrpSpPr>
          <p:grpSpPr>
            <a:xfrm>
              <a:off x="8639980" y="3892050"/>
              <a:ext cx="504025" cy="1226150"/>
              <a:chOff x="7560775" y="2945450"/>
              <a:chExt cx="504025" cy="1226150"/>
            </a:xfrm>
          </p:grpSpPr>
          <p:sp>
            <p:nvSpPr>
              <p:cNvPr id="1141" name="Google Shape;1141;p26"/>
              <p:cNvSpPr/>
              <p:nvPr/>
            </p:nvSpPr>
            <p:spPr>
              <a:xfrm>
                <a:off x="7685750" y="2964200"/>
                <a:ext cx="379050" cy="1207400"/>
              </a:xfrm>
              <a:custGeom>
                <a:avLst/>
                <a:gdLst/>
                <a:ahLst/>
                <a:cxnLst/>
                <a:rect l="l" t="t" r="r" b="b"/>
                <a:pathLst>
                  <a:path w="15162" h="48296" fill="none" extrusionOk="0">
                    <a:moveTo>
                      <a:pt x="15161" y="48296"/>
                    </a:moveTo>
                    <a:lnTo>
                      <a:pt x="3124" y="48296"/>
                    </a:lnTo>
                    <a:cubicBezTo>
                      <a:pt x="1396" y="48296"/>
                      <a:pt x="0" y="46900"/>
                      <a:pt x="0" y="45172"/>
                    </a:cubicBezTo>
                    <a:lnTo>
                      <a:pt x="0" y="35467"/>
                    </a:lnTo>
                    <a:cubicBezTo>
                      <a:pt x="0" y="33739"/>
                      <a:pt x="1396" y="32343"/>
                      <a:pt x="3124" y="32343"/>
                    </a:cubicBezTo>
                    <a:lnTo>
                      <a:pt x="8060" y="32343"/>
                    </a:lnTo>
                    <a:cubicBezTo>
                      <a:pt x="9788" y="32343"/>
                      <a:pt x="11184" y="30948"/>
                      <a:pt x="11184" y="29219"/>
                    </a:cubicBezTo>
                    <a:lnTo>
                      <a:pt x="11184" y="3124"/>
                    </a:lnTo>
                    <a:cubicBezTo>
                      <a:pt x="11184" y="1396"/>
                      <a:pt x="9788" y="1"/>
                      <a:pt x="8060" y="1"/>
                    </a:cubicBezTo>
                    <a:lnTo>
                      <a:pt x="3895"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26"/>
              <p:cNvSpPr/>
              <p:nvPr/>
            </p:nvSpPr>
            <p:spPr>
              <a:xfrm>
                <a:off x="7936700" y="3328125"/>
                <a:ext cx="51050" cy="119275"/>
              </a:xfrm>
              <a:custGeom>
                <a:avLst/>
                <a:gdLst/>
                <a:ahLst/>
                <a:cxnLst/>
                <a:rect l="l" t="t" r="r" b="b"/>
                <a:pathLst>
                  <a:path w="2042" h="4771" extrusionOk="0">
                    <a:moveTo>
                      <a:pt x="438" y="1"/>
                    </a:moveTo>
                    <a:cubicBezTo>
                      <a:pt x="188" y="1"/>
                      <a:pt x="0" y="209"/>
                      <a:pt x="0" y="438"/>
                    </a:cubicBezTo>
                    <a:lnTo>
                      <a:pt x="0" y="4333"/>
                    </a:lnTo>
                    <a:cubicBezTo>
                      <a:pt x="0" y="4562"/>
                      <a:pt x="188" y="4770"/>
                      <a:pt x="438" y="4770"/>
                    </a:cubicBezTo>
                    <a:lnTo>
                      <a:pt x="1604" y="4770"/>
                    </a:lnTo>
                    <a:cubicBezTo>
                      <a:pt x="1833" y="4770"/>
                      <a:pt x="2041" y="4562"/>
                      <a:pt x="2041" y="4333"/>
                    </a:cubicBezTo>
                    <a:lnTo>
                      <a:pt x="2041" y="438"/>
                    </a:lnTo>
                    <a:cubicBezTo>
                      <a:pt x="2041" y="209"/>
                      <a:pt x="1833" y="1"/>
                      <a:pt x="16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26"/>
              <p:cNvSpPr/>
              <p:nvPr/>
            </p:nvSpPr>
            <p:spPr>
              <a:xfrm>
                <a:off x="7865375" y="2948575"/>
                <a:ext cx="70825" cy="30750"/>
              </a:xfrm>
              <a:custGeom>
                <a:avLst/>
                <a:gdLst/>
                <a:ahLst/>
                <a:cxnLst/>
                <a:rect l="l" t="t" r="r" b="b"/>
                <a:pathLst>
                  <a:path w="2833" h="1230" extrusionOk="0">
                    <a:moveTo>
                      <a:pt x="250" y="1"/>
                    </a:moveTo>
                    <a:cubicBezTo>
                      <a:pt x="125" y="1"/>
                      <a:pt x="0" y="126"/>
                      <a:pt x="0" y="272"/>
                    </a:cubicBezTo>
                    <a:lnTo>
                      <a:pt x="0" y="959"/>
                    </a:lnTo>
                    <a:cubicBezTo>
                      <a:pt x="0" y="1105"/>
                      <a:pt x="125" y="1230"/>
                      <a:pt x="250" y="1230"/>
                    </a:cubicBezTo>
                    <a:lnTo>
                      <a:pt x="2583" y="1230"/>
                    </a:lnTo>
                    <a:cubicBezTo>
                      <a:pt x="2728" y="1230"/>
                      <a:pt x="2832" y="1105"/>
                      <a:pt x="2832" y="959"/>
                    </a:cubicBezTo>
                    <a:lnTo>
                      <a:pt x="2832" y="272"/>
                    </a:lnTo>
                    <a:cubicBezTo>
                      <a:pt x="2832" y="126"/>
                      <a:pt x="2728" y="1"/>
                      <a:pt x="25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26"/>
              <p:cNvSpPr/>
              <p:nvPr/>
            </p:nvSpPr>
            <p:spPr>
              <a:xfrm>
                <a:off x="7560775" y="2945450"/>
                <a:ext cx="37525" cy="37000"/>
              </a:xfrm>
              <a:custGeom>
                <a:avLst/>
                <a:gdLst/>
                <a:ahLst/>
                <a:cxnLst/>
                <a:rect l="l" t="t" r="r" b="b"/>
                <a:pathLst>
                  <a:path w="1501" h="1480" extrusionOk="0">
                    <a:moveTo>
                      <a:pt x="751" y="1"/>
                    </a:moveTo>
                    <a:cubicBezTo>
                      <a:pt x="355" y="1"/>
                      <a:pt x="1" y="334"/>
                      <a:pt x="1" y="751"/>
                    </a:cubicBezTo>
                    <a:cubicBezTo>
                      <a:pt x="1" y="1146"/>
                      <a:pt x="355" y="1480"/>
                      <a:pt x="751" y="1480"/>
                    </a:cubicBezTo>
                    <a:cubicBezTo>
                      <a:pt x="1167" y="1480"/>
                      <a:pt x="1500" y="1146"/>
                      <a:pt x="1500" y="751"/>
                    </a:cubicBezTo>
                    <a:cubicBezTo>
                      <a:pt x="1500" y="334"/>
                      <a:pt x="1167" y="1"/>
                      <a:pt x="7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26"/>
              <p:cNvSpPr/>
              <p:nvPr/>
            </p:nvSpPr>
            <p:spPr>
              <a:xfrm>
                <a:off x="7579525" y="2964200"/>
                <a:ext cx="166125" cy="25"/>
              </a:xfrm>
              <a:custGeom>
                <a:avLst/>
                <a:gdLst/>
                <a:ahLst/>
                <a:cxnLst/>
                <a:rect l="l" t="t" r="r" b="b"/>
                <a:pathLst>
                  <a:path w="6645" h="1" fill="none" extrusionOk="0">
                    <a:moveTo>
                      <a:pt x="6644" y="1"/>
                    </a:moveTo>
                    <a:lnTo>
                      <a:pt x="1"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6" name="Google Shape;1146;p26"/>
            <p:cNvGrpSpPr/>
            <p:nvPr/>
          </p:nvGrpSpPr>
          <p:grpSpPr>
            <a:xfrm>
              <a:off x="7247255" y="4442375"/>
              <a:ext cx="1336525" cy="456650"/>
              <a:chOff x="6168050" y="3495775"/>
              <a:chExt cx="1336525" cy="456650"/>
            </a:xfrm>
          </p:grpSpPr>
          <p:sp>
            <p:nvSpPr>
              <p:cNvPr id="1147" name="Google Shape;1147;p26"/>
              <p:cNvSpPr/>
              <p:nvPr/>
            </p:nvSpPr>
            <p:spPr>
              <a:xfrm>
                <a:off x="6168050" y="3527550"/>
                <a:ext cx="1315700" cy="391550"/>
              </a:xfrm>
              <a:custGeom>
                <a:avLst/>
                <a:gdLst/>
                <a:ahLst/>
                <a:cxnLst/>
                <a:rect l="l" t="t" r="r" b="b"/>
                <a:pathLst>
                  <a:path w="52628" h="15662" fill="none" extrusionOk="0">
                    <a:moveTo>
                      <a:pt x="52628" y="10205"/>
                    </a:moveTo>
                    <a:lnTo>
                      <a:pt x="52628" y="3124"/>
                    </a:lnTo>
                    <a:cubicBezTo>
                      <a:pt x="52628" y="1396"/>
                      <a:pt x="51212" y="0"/>
                      <a:pt x="49504" y="0"/>
                    </a:cubicBezTo>
                    <a:lnTo>
                      <a:pt x="42381" y="0"/>
                    </a:lnTo>
                    <a:cubicBezTo>
                      <a:pt x="40653" y="0"/>
                      <a:pt x="39258" y="1396"/>
                      <a:pt x="39258" y="3124"/>
                    </a:cubicBezTo>
                    <a:lnTo>
                      <a:pt x="39258" y="12537"/>
                    </a:lnTo>
                    <a:cubicBezTo>
                      <a:pt x="39258" y="14266"/>
                      <a:pt x="37841" y="15661"/>
                      <a:pt x="36134" y="15661"/>
                    </a:cubicBezTo>
                    <a:lnTo>
                      <a:pt x="1" y="15661"/>
                    </a:ln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6"/>
              <p:cNvSpPr/>
              <p:nvPr/>
            </p:nvSpPr>
            <p:spPr>
              <a:xfrm>
                <a:off x="7462900" y="3787350"/>
                <a:ext cx="41675" cy="41675"/>
              </a:xfrm>
              <a:custGeom>
                <a:avLst/>
                <a:gdLst/>
                <a:ahLst/>
                <a:cxnLst/>
                <a:rect l="l" t="t" r="r" b="b"/>
                <a:pathLst>
                  <a:path w="1667" h="1667" fill="none" extrusionOk="0">
                    <a:moveTo>
                      <a:pt x="1667" y="833"/>
                    </a:moveTo>
                    <a:cubicBezTo>
                      <a:pt x="1667" y="1312"/>
                      <a:pt x="1292" y="1666"/>
                      <a:pt x="834" y="1666"/>
                    </a:cubicBezTo>
                    <a:cubicBezTo>
                      <a:pt x="376" y="1666"/>
                      <a:pt x="1" y="1312"/>
                      <a:pt x="1" y="833"/>
                    </a:cubicBezTo>
                    <a:cubicBezTo>
                      <a:pt x="1" y="375"/>
                      <a:pt x="376" y="0"/>
                      <a:pt x="834" y="0"/>
                    </a:cubicBezTo>
                    <a:cubicBezTo>
                      <a:pt x="1292" y="0"/>
                      <a:pt x="1667" y="375"/>
                      <a:pt x="1667" y="833"/>
                    </a:cubicBezTo>
                    <a:close/>
                  </a:path>
                </a:pathLst>
              </a:custGeom>
              <a:noFill/>
              <a:ln w="1197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26"/>
              <p:cNvSpPr/>
              <p:nvPr/>
            </p:nvSpPr>
            <p:spPr>
              <a:xfrm>
                <a:off x="7274425" y="3495775"/>
                <a:ext cx="63550" cy="63550"/>
              </a:xfrm>
              <a:custGeom>
                <a:avLst/>
                <a:gdLst/>
                <a:ahLst/>
                <a:cxnLst/>
                <a:rect l="l" t="t" r="r" b="b"/>
                <a:pathLst>
                  <a:path w="2542" h="2542" extrusionOk="0">
                    <a:moveTo>
                      <a:pt x="1271" y="1"/>
                    </a:moveTo>
                    <a:cubicBezTo>
                      <a:pt x="563" y="1"/>
                      <a:pt x="1" y="563"/>
                      <a:pt x="1" y="1271"/>
                    </a:cubicBezTo>
                    <a:cubicBezTo>
                      <a:pt x="1" y="1958"/>
                      <a:pt x="563" y="2542"/>
                      <a:pt x="1271" y="2542"/>
                    </a:cubicBezTo>
                    <a:cubicBezTo>
                      <a:pt x="1958" y="2542"/>
                      <a:pt x="2542" y="1958"/>
                      <a:pt x="2542" y="1271"/>
                    </a:cubicBezTo>
                    <a:cubicBezTo>
                      <a:pt x="2542" y="563"/>
                      <a:pt x="1958" y="1"/>
                      <a:pt x="12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26"/>
              <p:cNvSpPr/>
              <p:nvPr/>
            </p:nvSpPr>
            <p:spPr>
              <a:xfrm>
                <a:off x="6714225" y="3872200"/>
                <a:ext cx="80200" cy="80225"/>
              </a:xfrm>
              <a:custGeom>
                <a:avLst/>
                <a:gdLst/>
                <a:ahLst/>
                <a:cxnLst/>
                <a:rect l="l" t="t" r="r" b="b"/>
                <a:pathLst>
                  <a:path w="3208" h="3209" extrusionOk="0">
                    <a:moveTo>
                      <a:pt x="1604" y="1"/>
                    </a:moveTo>
                    <a:cubicBezTo>
                      <a:pt x="729" y="1"/>
                      <a:pt x="0" y="730"/>
                      <a:pt x="0" y="1605"/>
                    </a:cubicBezTo>
                    <a:cubicBezTo>
                      <a:pt x="0" y="2479"/>
                      <a:pt x="729" y="3208"/>
                      <a:pt x="1604" y="3208"/>
                    </a:cubicBezTo>
                    <a:cubicBezTo>
                      <a:pt x="2499" y="3208"/>
                      <a:pt x="3207" y="2479"/>
                      <a:pt x="3207" y="1605"/>
                    </a:cubicBezTo>
                    <a:cubicBezTo>
                      <a:pt x="3207" y="730"/>
                      <a:pt x="2499" y="1"/>
                      <a:pt x="16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1" name="Google Shape;1151;p26"/>
            <p:cNvGrpSpPr/>
            <p:nvPr/>
          </p:nvGrpSpPr>
          <p:grpSpPr>
            <a:xfrm>
              <a:off x="6782277" y="4643325"/>
              <a:ext cx="615425" cy="838775"/>
              <a:chOff x="5029400" y="3925325"/>
              <a:chExt cx="615425" cy="838775"/>
            </a:xfrm>
          </p:grpSpPr>
          <p:sp>
            <p:nvSpPr>
              <p:cNvPr id="1152" name="Google Shape;1152;p26"/>
              <p:cNvSpPr/>
              <p:nvPr/>
            </p:nvSpPr>
            <p:spPr>
              <a:xfrm>
                <a:off x="5048150" y="4412125"/>
                <a:ext cx="567000" cy="141125"/>
              </a:xfrm>
              <a:custGeom>
                <a:avLst/>
                <a:gdLst/>
                <a:ahLst/>
                <a:cxnLst/>
                <a:rect l="l" t="t" r="r" b="b"/>
                <a:pathLst>
                  <a:path w="22680" h="5645" fill="none" extrusionOk="0">
                    <a:moveTo>
                      <a:pt x="22680" y="5644"/>
                    </a:moveTo>
                    <a:lnTo>
                      <a:pt x="3124" y="5644"/>
                    </a:lnTo>
                    <a:cubicBezTo>
                      <a:pt x="1396" y="5644"/>
                      <a:pt x="0" y="4374"/>
                      <a:pt x="0" y="2812"/>
                    </a:cubicBezTo>
                    <a:lnTo>
                      <a:pt x="0" y="0"/>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6"/>
              <p:cNvSpPr/>
              <p:nvPr/>
            </p:nvSpPr>
            <p:spPr>
              <a:xfrm>
                <a:off x="5496425" y="3925325"/>
                <a:ext cx="124450" cy="838775"/>
              </a:xfrm>
              <a:custGeom>
                <a:avLst/>
                <a:gdLst/>
                <a:ahLst/>
                <a:cxnLst/>
                <a:rect l="l" t="t" r="r" b="b"/>
                <a:pathLst>
                  <a:path w="4978" h="33551" fill="none" extrusionOk="0">
                    <a:moveTo>
                      <a:pt x="4978" y="33551"/>
                    </a:moveTo>
                    <a:lnTo>
                      <a:pt x="4978" y="21659"/>
                    </a:lnTo>
                    <a:cubicBezTo>
                      <a:pt x="4978" y="19931"/>
                      <a:pt x="3853" y="18535"/>
                      <a:pt x="2479" y="18535"/>
                    </a:cubicBezTo>
                    <a:cubicBezTo>
                      <a:pt x="1104" y="18535"/>
                      <a:pt x="0" y="17119"/>
                      <a:pt x="0" y="15411"/>
                    </a:cubicBezTo>
                    <a:lnTo>
                      <a:pt x="0" y="0"/>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6"/>
              <p:cNvSpPr/>
              <p:nvPr/>
            </p:nvSpPr>
            <p:spPr>
              <a:xfrm>
                <a:off x="5596375" y="4527175"/>
                <a:ext cx="48450" cy="48450"/>
              </a:xfrm>
              <a:custGeom>
                <a:avLst/>
                <a:gdLst/>
                <a:ahLst/>
                <a:cxnLst/>
                <a:rect l="l" t="t" r="r" b="b"/>
                <a:pathLst>
                  <a:path w="1938" h="1938" extrusionOk="0">
                    <a:moveTo>
                      <a:pt x="980" y="1"/>
                    </a:moveTo>
                    <a:cubicBezTo>
                      <a:pt x="438" y="1"/>
                      <a:pt x="1" y="438"/>
                      <a:pt x="1" y="980"/>
                    </a:cubicBezTo>
                    <a:cubicBezTo>
                      <a:pt x="1" y="1500"/>
                      <a:pt x="438" y="1938"/>
                      <a:pt x="980" y="1938"/>
                    </a:cubicBezTo>
                    <a:cubicBezTo>
                      <a:pt x="1500" y="1938"/>
                      <a:pt x="1938" y="1500"/>
                      <a:pt x="1938" y="980"/>
                    </a:cubicBezTo>
                    <a:cubicBezTo>
                      <a:pt x="1938" y="438"/>
                      <a:pt x="1500" y="1"/>
                      <a:pt x="9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6"/>
              <p:cNvSpPr/>
              <p:nvPr/>
            </p:nvSpPr>
            <p:spPr>
              <a:xfrm>
                <a:off x="5029400" y="4363421"/>
                <a:ext cx="48450" cy="48425"/>
              </a:xfrm>
              <a:custGeom>
                <a:avLst/>
                <a:gdLst/>
                <a:ahLst/>
                <a:cxnLst/>
                <a:rect l="l" t="t" r="r" b="b"/>
                <a:pathLst>
                  <a:path w="1938" h="1937" fill="none" extrusionOk="0">
                    <a:moveTo>
                      <a:pt x="1937" y="979"/>
                    </a:moveTo>
                    <a:cubicBezTo>
                      <a:pt x="1937" y="1500"/>
                      <a:pt x="1500" y="1937"/>
                      <a:pt x="979" y="1937"/>
                    </a:cubicBezTo>
                    <a:cubicBezTo>
                      <a:pt x="438" y="1937"/>
                      <a:pt x="1" y="1500"/>
                      <a:pt x="1" y="979"/>
                    </a:cubicBezTo>
                    <a:cubicBezTo>
                      <a:pt x="1" y="437"/>
                      <a:pt x="438" y="0"/>
                      <a:pt x="979" y="0"/>
                    </a:cubicBezTo>
                    <a:cubicBezTo>
                      <a:pt x="1500" y="0"/>
                      <a:pt x="1937" y="437"/>
                      <a:pt x="1937" y="979"/>
                    </a:cubicBezTo>
                    <a:close/>
                  </a:path>
                </a:pathLst>
              </a:custGeom>
              <a:noFill/>
              <a:ln w="13025" cap="flat" cmpd="sng">
                <a:solidFill>
                  <a:schemeClr val="accent1"/>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6" name="Google Shape;1156;p26"/>
            <p:cNvGrpSpPr/>
            <p:nvPr/>
          </p:nvGrpSpPr>
          <p:grpSpPr>
            <a:xfrm>
              <a:off x="5249520" y="4518875"/>
              <a:ext cx="1039421" cy="515475"/>
              <a:chOff x="3310225" y="3800875"/>
              <a:chExt cx="1039421" cy="515475"/>
            </a:xfrm>
          </p:grpSpPr>
          <p:sp>
            <p:nvSpPr>
              <p:cNvPr id="1157" name="Google Shape;1157;p26"/>
              <p:cNvSpPr/>
              <p:nvPr/>
            </p:nvSpPr>
            <p:spPr>
              <a:xfrm>
                <a:off x="3334181" y="3852425"/>
                <a:ext cx="1015465" cy="441025"/>
              </a:xfrm>
              <a:custGeom>
                <a:avLst/>
                <a:gdLst/>
                <a:ahLst/>
                <a:cxnLst/>
                <a:rect l="l" t="t" r="r" b="b"/>
                <a:pathLst>
                  <a:path w="48275" h="17641" fill="none" extrusionOk="0">
                    <a:moveTo>
                      <a:pt x="48275" y="17640"/>
                    </a:moveTo>
                    <a:lnTo>
                      <a:pt x="2604" y="17640"/>
                    </a:lnTo>
                    <a:cubicBezTo>
                      <a:pt x="1167" y="17640"/>
                      <a:pt x="1" y="16474"/>
                      <a:pt x="1" y="15037"/>
                    </a:cubicBezTo>
                    <a:lnTo>
                      <a:pt x="1" y="1"/>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26"/>
              <p:cNvSpPr/>
              <p:nvPr/>
            </p:nvSpPr>
            <p:spPr>
              <a:xfrm>
                <a:off x="3856900" y="4270500"/>
                <a:ext cx="107275" cy="45850"/>
              </a:xfrm>
              <a:custGeom>
                <a:avLst/>
                <a:gdLst/>
                <a:ahLst/>
                <a:cxnLst/>
                <a:rect l="l" t="t" r="r" b="b"/>
                <a:pathLst>
                  <a:path w="4291" h="1834" extrusionOk="0">
                    <a:moveTo>
                      <a:pt x="417" y="1"/>
                    </a:moveTo>
                    <a:cubicBezTo>
                      <a:pt x="188" y="1"/>
                      <a:pt x="1" y="167"/>
                      <a:pt x="22" y="396"/>
                    </a:cubicBezTo>
                    <a:lnTo>
                      <a:pt x="22" y="1438"/>
                    </a:lnTo>
                    <a:cubicBezTo>
                      <a:pt x="22" y="1646"/>
                      <a:pt x="188" y="1833"/>
                      <a:pt x="417" y="1833"/>
                    </a:cubicBezTo>
                    <a:lnTo>
                      <a:pt x="3895" y="1833"/>
                    </a:lnTo>
                    <a:cubicBezTo>
                      <a:pt x="4103" y="1833"/>
                      <a:pt x="4291" y="1646"/>
                      <a:pt x="4291" y="1438"/>
                    </a:cubicBezTo>
                    <a:lnTo>
                      <a:pt x="4291" y="396"/>
                    </a:lnTo>
                    <a:cubicBezTo>
                      <a:pt x="4291" y="167"/>
                      <a:pt x="4103" y="1"/>
                      <a:pt x="3895" y="1"/>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26"/>
              <p:cNvSpPr/>
              <p:nvPr/>
            </p:nvSpPr>
            <p:spPr>
              <a:xfrm>
                <a:off x="3310225" y="3800875"/>
                <a:ext cx="48450" cy="48450"/>
              </a:xfrm>
              <a:custGeom>
                <a:avLst/>
                <a:gdLst/>
                <a:ahLst/>
                <a:cxnLst/>
                <a:rect l="l" t="t" r="r" b="b"/>
                <a:pathLst>
                  <a:path w="1938" h="1938" fill="none" extrusionOk="0">
                    <a:moveTo>
                      <a:pt x="1937" y="980"/>
                    </a:moveTo>
                    <a:cubicBezTo>
                      <a:pt x="1937" y="1521"/>
                      <a:pt x="1500" y="1938"/>
                      <a:pt x="959" y="1938"/>
                    </a:cubicBezTo>
                    <a:cubicBezTo>
                      <a:pt x="417" y="1938"/>
                      <a:pt x="1" y="1521"/>
                      <a:pt x="1" y="980"/>
                    </a:cubicBezTo>
                    <a:cubicBezTo>
                      <a:pt x="1" y="438"/>
                      <a:pt x="417" y="1"/>
                      <a:pt x="959" y="1"/>
                    </a:cubicBezTo>
                    <a:cubicBezTo>
                      <a:pt x="1500" y="1"/>
                      <a:pt x="1937" y="438"/>
                      <a:pt x="1937" y="980"/>
                    </a:cubicBezTo>
                    <a:close/>
                  </a:path>
                </a:pathLst>
              </a:custGeom>
              <a:noFill/>
              <a:ln w="13025" cap="flat" cmpd="sng">
                <a:solidFill>
                  <a:schemeClr val="accent4"/>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0" name="Google Shape;1160;p26"/>
            <p:cNvGrpSpPr/>
            <p:nvPr/>
          </p:nvGrpSpPr>
          <p:grpSpPr>
            <a:xfrm>
              <a:off x="6293902" y="4592300"/>
              <a:ext cx="1300100" cy="889800"/>
              <a:chOff x="4541025" y="3874300"/>
              <a:chExt cx="1300100" cy="889800"/>
            </a:xfrm>
          </p:grpSpPr>
          <p:sp>
            <p:nvSpPr>
              <p:cNvPr id="1161" name="Google Shape;1161;p26"/>
              <p:cNvSpPr/>
              <p:nvPr/>
            </p:nvSpPr>
            <p:spPr>
              <a:xfrm>
                <a:off x="4592575" y="4337675"/>
                <a:ext cx="25" cy="426425"/>
              </a:xfrm>
              <a:custGeom>
                <a:avLst/>
                <a:gdLst/>
                <a:ahLst/>
                <a:cxnLst/>
                <a:rect l="l" t="t" r="r" b="b"/>
                <a:pathLst>
                  <a:path w="1" h="17057" fill="none" extrusionOk="0">
                    <a:moveTo>
                      <a:pt x="1" y="0"/>
                    </a:moveTo>
                    <a:lnTo>
                      <a:pt x="1" y="17057"/>
                    </a:lnTo>
                  </a:path>
                </a:pathLst>
              </a:custGeom>
              <a:noFill/>
              <a:ln w="145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6"/>
              <p:cNvSpPr/>
              <p:nvPr/>
            </p:nvSpPr>
            <p:spPr>
              <a:xfrm>
                <a:off x="4586850" y="3898250"/>
                <a:ext cx="1230825" cy="349375"/>
              </a:xfrm>
              <a:custGeom>
                <a:avLst/>
                <a:gdLst/>
                <a:ahLst/>
                <a:cxnLst/>
                <a:rect l="l" t="t" r="r" b="b"/>
                <a:pathLst>
                  <a:path w="49233" h="13975" fill="none" extrusionOk="0">
                    <a:moveTo>
                      <a:pt x="49233" y="0"/>
                    </a:moveTo>
                    <a:lnTo>
                      <a:pt x="18973" y="0"/>
                    </a:lnTo>
                    <a:cubicBezTo>
                      <a:pt x="17244" y="0"/>
                      <a:pt x="15849" y="1396"/>
                      <a:pt x="15849" y="3124"/>
                    </a:cubicBezTo>
                    <a:lnTo>
                      <a:pt x="15849" y="4165"/>
                    </a:lnTo>
                    <a:cubicBezTo>
                      <a:pt x="15849" y="5894"/>
                      <a:pt x="14454" y="7289"/>
                      <a:pt x="12725" y="7289"/>
                    </a:cubicBezTo>
                    <a:lnTo>
                      <a:pt x="3124" y="7289"/>
                    </a:lnTo>
                    <a:cubicBezTo>
                      <a:pt x="1396" y="7289"/>
                      <a:pt x="1" y="8685"/>
                      <a:pt x="1" y="10413"/>
                    </a:cubicBezTo>
                    <a:lnTo>
                      <a:pt x="1" y="13974"/>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6"/>
              <p:cNvSpPr/>
              <p:nvPr/>
            </p:nvSpPr>
            <p:spPr>
              <a:xfrm>
                <a:off x="5442800" y="3875825"/>
                <a:ext cx="106750" cy="45875"/>
              </a:xfrm>
              <a:custGeom>
                <a:avLst/>
                <a:gdLst/>
                <a:ahLst/>
                <a:cxnLst/>
                <a:rect l="l" t="t" r="r" b="b"/>
                <a:pathLst>
                  <a:path w="4270" h="1835" extrusionOk="0">
                    <a:moveTo>
                      <a:pt x="361" y="0"/>
                    </a:moveTo>
                    <a:cubicBezTo>
                      <a:pt x="150" y="0"/>
                      <a:pt x="0" y="180"/>
                      <a:pt x="0" y="397"/>
                    </a:cubicBezTo>
                    <a:lnTo>
                      <a:pt x="0" y="1439"/>
                    </a:lnTo>
                    <a:cubicBezTo>
                      <a:pt x="0" y="1668"/>
                      <a:pt x="188" y="1834"/>
                      <a:pt x="396" y="1834"/>
                    </a:cubicBezTo>
                    <a:lnTo>
                      <a:pt x="3874" y="1834"/>
                    </a:lnTo>
                    <a:cubicBezTo>
                      <a:pt x="4103" y="1834"/>
                      <a:pt x="4270" y="1647"/>
                      <a:pt x="4270" y="1439"/>
                    </a:cubicBezTo>
                    <a:lnTo>
                      <a:pt x="4270" y="397"/>
                    </a:lnTo>
                    <a:cubicBezTo>
                      <a:pt x="4270" y="168"/>
                      <a:pt x="4082" y="2"/>
                      <a:pt x="3874" y="2"/>
                    </a:cubicBezTo>
                    <a:lnTo>
                      <a:pt x="396" y="2"/>
                    </a:lnTo>
                    <a:cubicBezTo>
                      <a:pt x="384" y="1"/>
                      <a:pt x="373" y="0"/>
                      <a:pt x="3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6"/>
              <p:cNvSpPr/>
              <p:nvPr/>
            </p:nvSpPr>
            <p:spPr>
              <a:xfrm>
                <a:off x="5792675" y="3874300"/>
                <a:ext cx="48450" cy="48450"/>
              </a:xfrm>
              <a:custGeom>
                <a:avLst/>
                <a:gdLst/>
                <a:ahLst/>
                <a:cxnLst/>
                <a:rect l="l" t="t" r="r" b="b"/>
                <a:pathLst>
                  <a:path w="1938" h="1938" extrusionOk="0">
                    <a:moveTo>
                      <a:pt x="958" y="0"/>
                    </a:moveTo>
                    <a:cubicBezTo>
                      <a:pt x="438" y="0"/>
                      <a:pt x="0" y="438"/>
                      <a:pt x="0" y="979"/>
                    </a:cubicBezTo>
                    <a:cubicBezTo>
                      <a:pt x="0" y="1500"/>
                      <a:pt x="438" y="1937"/>
                      <a:pt x="958" y="1937"/>
                    </a:cubicBezTo>
                    <a:cubicBezTo>
                      <a:pt x="1500" y="1937"/>
                      <a:pt x="1937" y="1500"/>
                      <a:pt x="1937" y="979"/>
                    </a:cubicBezTo>
                    <a:cubicBezTo>
                      <a:pt x="1937" y="438"/>
                      <a:pt x="1500" y="0"/>
                      <a:pt x="9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26"/>
              <p:cNvSpPr/>
              <p:nvPr/>
            </p:nvSpPr>
            <p:spPr>
              <a:xfrm>
                <a:off x="4541025" y="4247600"/>
                <a:ext cx="91675" cy="91650"/>
              </a:xfrm>
              <a:custGeom>
                <a:avLst/>
                <a:gdLst/>
                <a:ahLst/>
                <a:cxnLst/>
                <a:rect l="l" t="t" r="r" b="b"/>
                <a:pathLst>
                  <a:path w="3667" h="3666" fill="none" extrusionOk="0">
                    <a:moveTo>
                      <a:pt x="3666" y="1833"/>
                    </a:moveTo>
                    <a:cubicBezTo>
                      <a:pt x="3666" y="2854"/>
                      <a:pt x="2833" y="3666"/>
                      <a:pt x="1834" y="3666"/>
                    </a:cubicBezTo>
                    <a:cubicBezTo>
                      <a:pt x="813" y="3666"/>
                      <a:pt x="1" y="2854"/>
                      <a:pt x="1" y="1833"/>
                    </a:cubicBezTo>
                    <a:cubicBezTo>
                      <a:pt x="1" y="813"/>
                      <a:pt x="813" y="0"/>
                      <a:pt x="1834" y="0"/>
                    </a:cubicBezTo>
                    <a:cubicBezTo>
                      <a:pt x="2833" y="0"/>
                      <a:pt x="3666" y="813"/>
                      <a:pt x="3666" y="1833"/>
                    </a:cubicBezTo>
                    <a:close/>
                  </a:path>
                </a:pathLst>
              </a:custGeom>
              <a:noFill/>
              <a:ln w="13025" cap="flat" cmpd="sng">
                <a:solidFill>
                  <a:schemeClr val="accen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6" name="Google Shape;1166;p26"/>
            <p:cNvGrpSpPr/>
            <p:nvPr/>
          </p:nvGrpSpPr>
          <p:grpSpPr>
            <a:xfrm>
              <a:off x="7594005" y="4852650"/>
              <a:ext cx="1550000" cy="198400"/>
              <a:chOff x="6514800" y="3906050"/>
              <a:chExt cx="1550000" cy="198400"/>
            </a:xfrm>
          </p:grpSpPr>
          <p:sp>
            <p:nvSpPr>
              <p:cNvPr id="1167" name="Google Shape;1167;p26"/>
              <p:cNvSpPr/>
              <p:nvPr/>
            </p:nvSpPr>
            <p:spPr>
              <a:xfrm>
                <a:off x="6547600" y="3934700"/>
                <a:ext cx="1517200" cy="145800"/>
              </a:xfrm>
              <a:custGeom>
                <a:avLst/>
                <a:gdLst/>
                <a:ahLst/>
                <a:cxnLst/>
                <a:rect l="l" t="t" r="r" b="b"/>
                <a:pathLst>
                  <a:path w="60688" h="5832" fill="none" extrusionOk="0">
                    <a:moveTo>
                      <a:pt x="60687" y="0"/>
                    </a:moveTo>
                    <a:lnTo>
                      <a:pt x="38196" y="0"/>
                    </a:lnTo>
                    <a:cubicBezTo>
                      <a:pt x="36467" y="0"/>
                      <a:pt x="35072" y="1312"/>
                      <a:pt x="35072" y="2916"/>
                    </a:cubicBezTo>
                    <a:cubicBezTo>
                      <a:pt x="35072" y="4519"/>
                      <a:pt x="33655" y="5831"/>
                      <a:pt x="31948" y="5831"/>
                    </a:cubicBezTo>
                    <a:lnTo>
                      <a:pt x="1" y="583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6"/>
              <p:cNvSpPr/>
              <p:nvPr/>
            </p:nvSpPr>
            <p:spPr>
              <a:xfrm>
                <a:off x="6514800" y="4056000"/>
                <a:ext cx="48450" cy="48450"/>
              </a:xfrm>
              <a:custGeom>
                <a:avLst/>
                <a:gdLst/>
                <a:ahLst/>
                <a:cxnLst/>
                <a:rect l="l" t="t" r="r" b="b"/>
                <a:pathLst>
                  <a:path w="1938" h="1938" extrusionOk="0">
                    <a:moveTo>
                      <a:pt x="959" y="0"/>
                    </a:moveTo>
                    <a:cubicBezTo>
                      <a:pt x="438" y="0"/>
                      <a:pt x="1" y="438"/>
                      <a:pt x="1" y="958"/>
                    </a:cubicBezTo>
                    <a:cubicBezTo>
                      <a:pt x="1" y="1500"/>
                      <a:pt x="438" y="1937"/>
                      <a:pt x="959" y="1937"/>
                    </a:cubicBezTo>
                    <a:cubicBezTo>
                      <a:pt x="1500" y="1937"/>
                      <a:pt x="1938" y="1500"/>
                      <a:pt x="1938" y="958"/>
                    </a:cubicBezTo>
                    <a:cubicBezTo>
                      <a:pt x="1938" y="438"/>
                      <a:pt x="1500" y="0"/>
                      <a:pt x="9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26"/>
              <p:cNvSpPr/>
              <p:nvPr/>
            </p:nvSpPr>
            <p:spPr>
              <a:xfrm>
                <a:off x="7657625" y="3906050"/>
                <a:ext cx="56250" cy="56775"/>
              </a:xfrm>
              <a:custGeom>
                <a:avLst/>
                <a:gdLst/>
                <a:ahLst/>
                <a:cxnLst/>
                <a:rect l="l" t="t" r="r" b="b"/>
                <a:pathLst>
                  <a:path w="2250" h="2271" extrusionOk="0">
                    <a:moveTo>
                      <a:pt x="1125" y="1"/>
                    </a:moveTo>
                    <a:cubicBezTo>
                      <a:pt x="500" y="1"/>
                      <a:pt x="1" y="521"/>
                      <a:pt x="1" y="1146"/>
                    </a:cubicBezTo>
                    <a:cubicBezTo>
                      <a:pt x="1" y="1771"/>
                      <a:pt x="500" y="2271"/>
                      <a:pt x="1125" y="2271"/>
                    </a:cubicBezTo>
                    <a:cubicBezTo>
                      <a:pt x="1750" y="2271"/>
                      <a:pt x="2250" y="1771"/>
                      <a:pt x="2250" y="1146"/>
                    </a:cubicBezTo>
                    <a:cubicBezTo>
                      <a:pt x="2250" y="521"/>
                      <a:pt x="1750" y="1"/>
                      <a:pt x="11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0" name="Google Shape;1170;p26"/>
            <p:cNvGrpSpPr/>
            <p:nvPr/>
          </p:nvGrpSpPr>
          <p:grpSpPr>
            <a:xfrm rot="10800000">
              <a:off x="3673557" y="4861404"/>
              <a:ext cx="1621325" cy="528475"/>
              <a:chOff x="3260225" y="257875"/>
              <a:chExt cx="1621325" cy="528475"/>
            </a:xfrm>
          </p:grpSpPr>
          <p:sp>
            <p:nvSpPr>
              <p:cNvPr id="1171" name="Google Shape;1171;p26"/>
              <p:cNvSpPr/>
              <p:nvPr/>
            </p:nvSpPr>
            <p:spPr>
              <a:xfrm>
                <a:off x="3296675" y="746225"/>
                <a:ext cx="484225" cy="25"/>
              </a:xfrm>
              <a:custGeom>
                <a:avLst/>
                <a:gdLst/>
                <a:ahLst/>
                <a:cxnLst/>
                <a:rect l="l" t="t" r="r" b="b"/>
                <a:pathLst>
                  <a:path w="19369" h="1" fill="none" extrusionOk="0">
                    <a:moveTo>
                      <a:pt x="19368" y="1"/>
                    </a:moveTo>
                    <a:lnTo>
                      <a:pt x="0" y="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26"/>
              <p:cNvSpPr/>
              <p:nvPr/>
            </p:nvSpPr>
            <p:spPr>
              <a:xfrm>
                <a:off x="3861575" y="459875"/>
                <a:ext cx="990300" cy="286375"/>
              </a:xfrm>
              <a:custGeom>
                <a:avLst/>
                <a:gdLst/>
                <a:ahLst/>
                <a:cxnLst/>
                <a:rect l="l" t="t" r="r" b="b"/>
                <a:pathLst>
                  <a:path w="39612" h="11455" fill="none" extrusionOk="0">
                    <a:moveTo>
                      <a:pt x="0" y="11455"/>
                    </a:moveTo>
                    <a:lnTo>
                      <a:pt x="36487" y="11455"/>
                    </a:lnTo>
                    <a:cubicBezTo>
                      <a:pt x="38195" y="11455"/>
                      <a:pt x="39611" y="10060"/>
                      <a:pt x="39611" y="8331"/>
                    </a:cubicBezTo>
                    <a:lnTo>
                      <a:pt x="39611" y="1"/>
                    </a:lnTo>
                  </a:path>
                </a:pathLst>
              </a:custGeom>
              <a:noFill/>
              <a:ln w="13025" cap="rnd" cmpd="sng">
                <a:solidFill>
                  <a:srgbClr val="325A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26"/>
              <p:cNvSpPr/>
              <p:nvPr/>
            </p:nvSpPr>
            <p:spPr>
              <a:xfrm>
                <a:off x="3260225" y="728000"/>
                <a:ext cx="36475" cy="36475"/>
              </a:xfrm>
              <a:custGeom>
                <a:avLst/>
                <a:gdLst/>
                <a:ahLst/>
                <a:cxnLst/>
                <a:rect l="l" t="t" r="r" b="b"/>
                <a:pathLst>
                  <a:path w="1459" h="1459" extrusionOk="0">
                    <a:moveTo>
                      <a:pt x="729" y="1"/>
                    </a:moveTo>
                    <a:cubicBezTo>
                      <a:pt x="334" y="1"/>
                      <a:pt x="0" y="334"/>
                      <a:pt x="0" y="730"/>
                    </a:cubicBezTo>
                    <a:cubicBezTo>
                      <a:pt x="0" y="1126"/>
                      <a:pt x="334" y="1459"/>
                      <a:pt x="729" y="1459"/>
                    </a:cubicBezTo>
                    <a:cubicBezTo>
                      <a:pt x="1146" y="1459"/>
                      <a:pt x="1458" y="1126"/>
                      <a:pt x="1458" y="730"/>
                    </a:cubicBezTo>
                    <a:cubicBezTo>
                      <a:pt x="1458" y="334"/>
                      <a:pt x="1146" y="1"/>
                      <a:pt x="7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26"/>
              <p:cNvSpPr/>
              <p:nvPr/>
            </p:nvSpPr>
            <p:spPr>
              <a:xfrm>
                <a:off x="4822150" y="400000"/>
                <a:ext cx="59400" cy="59375"/>
              </a:xfrm>
              <a:custGeom>
                <a:avLst/>
                <a:gdLst/>
                <a:ahLst/>
                <a:cxnLst/>
                <a:rect l="l" t="t" r="r" b="b"/>
                <a:pathLst>
                  <a:path w="2376" h="2375" fill="none" extrusionOk="0">
                    <a:moveTo>
                      <a:pt x="2375" y="1188"/>
                    </a:moveTo>
                    <a:cubicBezTo>
                      <a:pt x="2375" y="1854"/>
                      <a:pt x="1834" y="2375"/>
                      <a:pt x="1188" y="2375"/>
                    </a:cubicBezTo>
                    <a:cubicBezTo>
                      <a:pt x="522" y="2375"/>
                      <a:pt x="1" y="1854"/>
                      <a:pt x="1" y="1188"/>
                    </a:cubicBezTo>
                    <a:cubicBezTo>
                      <a:pt x="1" y="542"/>
                      <a:pt x="522" y="1"/>
                      <a:pt x="1188" y="1"/>
                    </a:cubicBezTo>
                    <a:cubicBezTo>
                      <a:pt x="1834" y="1"/>
                      <a:pt x="2375" y="542"/>
                      <a:pt x="2375" y="1188"/>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26"/>
              <p:cNvSpPr/>
              <p:nvPr/>
            </p:nvSpPr>
            <p:spPr>
              <a:xfrm>
                <a:off x="4390550" y="724375"/>
                <a:ext cx="102575" cy="44275"/>
              </a:xfrm>
              <a:custGeom>
                <a:avLst/>
                <a:gdLst/>
                <a:ahLst/>
                <a:cxnLst/>
                <a:rect l="l" t="t" r="r" b="b"/>
                <a:pathLst>
                  <a:path w="4103" h="1771" extrusionOk="0">
                    <a:moveTo>
                      <a:pt x="375" y="0"/>
                    </a:moveTo>
                    <a:cubicBezTo>
                      <a:pt x="167" y="0"/>
                      <a:pt x="0" y="167"/>
                      <a:pt x="0" y="375"/>
                    </a:cubicBezTo>
                    <a:lnTo>
                      <a:pt x="0" y="1375"/>
                    </a:lnTo>
                    <a:cubicBezTo>
                      <a:pt x="0" y="1583"/>
                      <a:pt x="167" y="1770"/>
                      <a:pt x="375" y="1770"/>
                    </a:cubicBezTo>
                    <a:lnTo>
                      <a:pt x="3728" y="1770"/>
                    </a:lnTo>
                    <a:cubicBezTo>
                      <a:pt x="3936" y="1770"/>
                      <a:pt x="4103" y="1583"/>
                      <a:pt x="4103" y="1375"/>
                    </a:cubicBezTo>
                    <a:lnTo>
                      <a:pt x="4103" y="375"/>
                    </a:lnTo>
                    <a:cubicBezTo>
                      <a:pt x="4103" y="167"/>
                      <a:pt x="3936" y="0"/>
                      <a:pt x="37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26"/>
              <p:cNvSpPr/>
              <p:nvPr/>
            </p:nvSpPr>
            <p:spPr>
              <a:xfrm>
                <a:off x="3780875" y="706150"/>
                <a:ext cx="80725" cy="80200"/>
              </a:xfrm>
              <a:custGeom>
                <a:avLst/>
                <a:gdLst/>
                <a:ahLst/>
                <a:cxnLst/>
                <a:rect l="l" t="t" r="r" b="b"/>
                <a:pathLst>
                  <a:path w="3229" h="3208" fill="none" extrusionOk="0">
                    <a:moveTo>
                      <a:pt x="3228" y="1604"/>
                    </a:moveTo>
                    <a:cubicBezTo>
                      <a:pt x="3228" y="2499"/>
                      <a:pt x="2499" y="3207"/>
                      <a:pt x="1625" y="3207"/>
                    </a:cubicBezTo>
                    <a:cubicBezTo>
                      <a:pt x="729" y="3207"/>
                      <a:pt x="0" y="2499"/>
                      <a:pt x="0" y="1604"/>
                    </a:cubicBezTo>
                    <a:cubicBezTo>
                      <a:pt x="0" y="708"/>
                      <a:pt x="729" y="0"/>
                      <a:pt x="1625" y="0"/>
                    </a:cubicBezTo>
                    <a:cubicBezTo>
                      <a:pt x="2499" y="0"/>
                      <a:pt x="3228" y="708"/>
                      <a:pt x="3228" y="1604"/>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26"/>
              <p:cNvSpPr/>
              <p:nvPr/>
            </p:nvSpPr>
            <p:spPr>
              <a:xfrm>
                <a:off x="4851850" y="257875"/>
                <a:ext cx="25" cy="132775"/>
              </a:xfrm>
              <a:custGeom>
                <a:avLst/>
                <a:gdLst/>
                <a:ahLst/>
                <a:cxnLst/>
                <a:rect l="l" t="t" r="r" b="b"/>
                <a:pathLst>
                  <a:path w="1" h="5311" fill="none" extrusionOk="0">
                    <a:moveTo>
                      <a:pt x="0" y="5311"/>
                    </a:moveTo>
                    <a:lnTo>
                      <a:pt x="0" y="0"/>
                    </a:lnTo>
                  </a:path>
                </a:pathLst>
              </a:custGeom>
              <a:noFill/>
              <a:ln w="13025" cap="rnd" cmpd="sng">
                <a:solidFill>
                  <a:srgbClr val="325A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8" name="Google Shape;1178;p26"/>
            <p:cNvGrpSpPr/>
            <p:nvPr/>
          </p:nvGrpSpPr>
          <p:grpSpPr>
            <a:xfrm>
              <a:off x="8081380" y="2977275"/>
              <a:ext cx="1291225" cy="1202725"/>
              <a:chOff x="6773575" y="2030675"/>
              <a:chExt cx="1291225" cy="1202725"/>
            </a:xfrm>
          </p:grpSpPr>
          <p:sp>
            <p:nvSpPr>
              <p:cNvPr id="1179" name="Google Shape;1179;p26"/>
              <p:cNvSpPr/>
              <p:nvPr/>
            </p:nvSpPr>
            <p:spPr>
              <a:xfrm>
                <a:off x="6808975" y="2051500"/>
                <a:ext cx="1255825" cy="1161075"/>
              </a:xfrm>
              <a:custGeom>
                <a:avLst/>
                <a:gdLst/>
                <a:ahLst/>
                <a:cxnLst/>
                <a:rect l="l" t="t" r="r" b="b"/>
                <a:pathLst>
                  <a:path w="50233" h="46443" fill="none" extrusionOk="0">
                    <a:moveTo>
                      <a:pt x="50232" y="12850"/>
                    </a:moveTo>
                    <a:lnTo>
                      <a:pt x="46900" y="12850"/>
                    </a:lnTo>
                    <a:cubicBezTo>
                      <a:pt x="45172" y="12850"/>
                      <a:pt x="43776" y="14246"/>
                      <a:pt x="43776" y="15974"/>
                    </a:cubicBezTo>
                    <a:lnTo>
                      <a:pt x="43776" y="43319"/>
                    </a:lnTo>
                    <a:cubicBezTo>
                      <a:pt x="43776" y="45026"/>
                      <a:pt x="42360" y="46443"/>
                      <a:pt x="40653" y="46443"/>
                    </a:cubicBezTo>
                    <a:lnTo>
                      <a:pt x="18535" y="46443"/>
                    </a:lnTo>
                    <a:cubicBezTo>
                      <a:pt x="16807" y="46443"/>
                      <a:pt x="15412" y="45026"/>
                      <a:pt x="15412" y="43319"/>
                    </a:cubicBezTo>
                    <a:lnTo>
                      <a:pt x="15412" y="17640"/>
                    </a:lnTo>
                    <a:cubicBezTo>
                      <a:pt x="15412" y="15912"/>
                      <a:pt x="15412" y="13100"/>
                      <a:pt x="15432" y="11393"/>
                    </a:cubicBezTo>
                    <a:lnTo>
                      <a:pt x="15474" y="3125"/>
                    </a:lnTo>
                    <a:cubicBezTo>
                      <a:pt x="15474" y="1417"/>
                      <a:pt x="14079" y="22"/>
                      <a:pt x="12371" y="1"/>
                    </a:cubicBezTo>
                    <a:lnTo>
                      <a:pt x="0" y="1"/>
                    </a:lnTo>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26"/>
              <p:cNvSpPr/>
              <p:nvPr/>
            </p:nvSpPr>
            <p:spPr>
              <a:xfrm>
                <a:off x="7481279" y="3190175"/>
                <a:ext cx="99975" cy="43225"/>
              </a:xfrm>
              <a:custGeom>
                <a:avLst/>
                <a:gdLst/>
                <a:ahLst/>
                <a:cxnLst/>
                <a:rect l="l" t="t" r="r" b="b"/>
                <a:pathLst>
                  <a:path w="3999" h="1729" extrusionOk="0">
                    <a:moveTo>
                      <a:pt x="354" y="0"/>
                    </a:moveTo>
                    <a:cubicBezTo>
                      <a:pt x="167" y="0"/>
                      <a:pt x="0" y="167"/>
                      <a:pt x="0" y="375"/>
                    </a:cubicBezTo>
                    <a:lnTo>
                      <a:pt x="0" y="1375"/>
                    </a:lnTo>
                    <a:cubicBezTo>
                      <a:pt x="0" y="1562"/>
                      <a:pt x="167" y="1729"/>
                      <a:pt x="354" y="1729"/>
                    </a:cubicBezTo>
                    <a:lnTo>
                      <a:pt x="3645" y="1729"/>
                    </a:lnTo>
                    <a:cubicBezTo>
                      <a:pt x="3853" y="1729"/>
                      <a:pt x="3999" y="1562"/>
                      <a:pt x="3999" y="1375"/>
                    </a:cubicBezTo>
                    <a:lnTo>
                      <a:pt x="3999" y="375"/>
                    </a:lnTo>
                    <a:cubicBezTo>
                      <a:pt x="3999" y="167"/>
                      <a:pt x="3853" y="0"/>
                      <a:pt x="36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6"/>
              <p:cNvSpPr/>
              <p:nvPr/>
            </p:nvSpPr>
            <p:spPr>
              <a:xfrm>
                <a:off x="6773575" y="2030675"/>
                <a:ext cx="41675" cy="41675"/>
              </a:xfrm>
              <a:custGeom>
                <a:avLst/>
                <a:gdLst/>
                <a:ahLst/>
                <a:cxnLst/>
                <a:rect l="l" t="t" r="r" b="b"/>
                <a:pathLst>
                  <a:path w="1667" h="1667" fill="none" extrusionOk="0">
                    <a:moveTo>
                      <a:pt x="1666" y="834"/>
                    </a:moveTo>
                    <a:cubicBezTo>
                      <a:pt x="1666" y="1292"/>
                      <a:pt x="1291" y="1667"/>
                      <a:pt x="833" y="1667"/>
                    </a:cubicBezTo>
                    <a:cubicBezTo>
                      <a:pt x="375" y="1667"/>
                      <a:pt x="0" y="1292"/>
                      <a:pt x="0" y="834"/>
                    </a:cubicBezTo>
                    <a:cubicBezTo>
                      <a:pt x="0" y="376"/>
                      <a:pt x="375" y="1"/>
                      <a:pt x="833" y="1"/>
                    </a:cubicBezTo>
                    <a:cubicBezTo>
                      <a:pt x="1291" y="1"/>
                      <a:pt x="1666" y="376"/>
                      <a:pt x="1666" y="834"/>
                    </a:cubicBezTo>
                    <a:close/>
                  </a:path>
                </a:pathLst>
              </a:custGeom>
              <a:noFill/>
              <a:ln w="1197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6"/>
              <p:cNvSpPr/>
              <p:nvPr/>
            </p:nvSpPr>
            <p:spPr>
              <a:xfrm>
                <a:off x="7152075" y="2472700"/>
                <a:ext cx="80200" cy="80225"/>
              </a:xfrm>
              <a:custGeom>
                <a:avLst/>
                <a:gdLst/>
                <a:ahLst/>
                <a:cxnLst/>
                <a:rect l="l" t="t" r="r" b="b"/>
                <a:pathLst>
                  <a:path w="3208" h="3209" extrusionOk="0">
                    <a:moveTo>
                      <a:pt x="1604" y="1"/>
                    </a:moveTo>
                    <a:cubicBezTo>
                      <a:pt x="730" y="1"/>
                      <a:pt x="1" y="709"/>
                      <a:pt x="1" y="1605"/>
                    </a:cubicBezTo>
                    <a:cubicBezTo>
                      <a:pt x="1" y="2479"/>
                      <a:pt x="730" y="3208"/>
                      <a:pt x="1604" y="3208"/>
                    </a:cubicBezTo>
                    <a:cubicBezTo>
                      <a:pt x="2479" y="3208"/>
                      <a:pt x="3208" y="2479"/>
                      <a:pt x="3208" y="1605"/>
                    </a:cubicBezTo>
                    <a:cubicBezTo>
                      <a:pt x="3208" y="709"/>
                      <a:pt x="2479" y="1"/>
                      <a:pt x="16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183"/>
        <p:cNvGrpSpPr/>
        <p:nvPr/>
      </p:nvGrpSpPr>
      <p:grpSpPr>
        <a:xfrm>
          <a:off x="0" y="0"/>
          <a:ext cx="0" cy="0"/>
          <a:chOff x="0" y="0"/>
          <a:chExt cx="0" cy="0"/>
        </a:xfrm>
      </p:grpSpPr>
      <p:grpSp>
        <p:nvGrpSpPr>
          <p:cNvPr id="1184" name="Google Shape;1184;p27"/>
          <p:cNvGrpSpPr/>
          <p:nvPr/>
        </p:nvGrpSpPr>
        <p:grpSpPr>
          <a:xfrm>
            <a:off x="8196731" y="-179764"/>
            <a:ext cx="2913043" cy="5178764"/>
            <a:chOff x="8196731" y="-179764"/>
            <a:chExt cx="2913043" cy="5178764"/>
          </a:xfrm>
        </p:grpSpPr>
        <p:grpSp>
          <p:nvGrpSpPr>
            <p:cNvPr id="1185" name="Google Shape;1185;p27"/>
            <p:cNvGrpSpPr/>
            <p:nvPr/>
          </p:nvGrpSpPr>
          <p:grpSpPr>
            <a:xfrm flipH="1">
              <a:off x="8211824" y="3159575"/>
              <a:ext cx="2897950" cy="631550"/>
              <a:chOff x="320125" y="261000"/>
              <a:chExt cx="2897950" cy="631550"/>
            </a:xfrm>
          </p:grpSpPr>
          <p:sp>
            <p:nvSpPr>
              <p:cNvPr id="1186" name="Google Shape;1186;p27"/>
              <p:cNvSpPr/>
              <p:nvPr/>
            </p:nvSpPr>
            <p:spPr>
              <a:xfrm>
                <a:off x="1988800" y="430200"/>
                <a:ext cx="1188150" cy="182250"/>
              </a:xfrm>
              <a:custGeom>
                <a:avLst/>
                <a:gdLst/>
                <a:ahLst/>
                <a:cxnLst/>
                <a:rect l="l" t="t" r="r" b="b"/>
                <a:pathLst>
                  <a:path w="47526" h="7290" fill="none" extrusionOk="0">
                    <a:moveTo>
                      <a:pt x="1" y="7290"/>
                    </a:moveTo>
                    <a:cubicBezTo>
                      <a:pt x="13392" y="7290"/>
                      <a:pt x="36071" y="7290"/>
                      <a:pt x="36071" y="7290"/>
                    </a:cubicBezTo>
                    <a:cubicBezTo>
                      <a:pt x="37799" y="7290"/>
                      <a:pt x="39195" y="5873"/>
                      <a:pt x="39195" y="4166"/>
                    </a:cubicBezTo>
                    <a:lnTo>
                      <a:pt x="39195" y="3124"/>
                    </a:lnTo>
                    <a:cubicBezTo>
                      <a:pt x="39195" y="1396"/>
                      <a:pt x="40590" y="1"/>
                      <a:pt x="42319" y="1"/>
                    </a:cubicBezTo>
                    <a:lnTo>
                      <a:pt x="47525" y="1"/>
                    </a:ln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27"/>
              <p:cNvSpPr/>
              <p:nvPr/>
            </p:nvSpPr>
            <p:spPr>
              <a:xfrm>
                <a:off x="375825" y="612425"/>
                <a:ext cx="1553650" cy="268675"/>
              </a:xfrm>
              <a:custGeom>
                <a:avLst/>
                <a:gdLst/>
                <a:ahLst/>
                <a:cxnLst/>
                <a:rect l="l" t="t" r="r" b="b"/>
                <a:pathLst>
                  <a:path w="62146" h="10747" fill="none" extrusionOk="0">
                    <a:moveTo>
                      <a:pt x="1" y="3541"/>
                    </a:moveTo>
                    <a:cubicBezTo>
                      <a:pt x="209" y="4874"/>
                      <a:pt x="313" y="6207"/>
                      <a:pt x="272" y="7540"/>
                    </a:cubicBezTo>
                    <a:cubicBezTo>
                      <a:pt x="168" y="9247"/>
                      <a:pt x="1521" y="10705"/>
                      <a:pt x="3229" y="10747"/>
                    </a:cubicBezTo>
                    <a:lnTo>
                      <a:pt x="25367" y="10414"/>
                    </a:lnTo>
                    <a:cubicBezTo>
                      <a:pt x="27075" y="10414"/>
                      <a:pt x="28491" y="8997"/>
                      <a:pt x="28491" y="7290"/>
                    </a:cubicBezTo>
                    <a:lnTo>
                      <a:pt x="28491" y="3125"/>
                    </a:lnTo>
                    <a:cubicBezTo>
                      <a:pt x="28491" y="1396"/>
                      <a:pt x="29886" y="1"/>
                      <a:pt x="31615" y="1"/>
                    </a:cubicBezTo>
                    <a:cubicBezTo>
                      <a:pt x="31615" y="1"/>
                      <a:pt x="50879" y="1"/>
                      <a:pt x="62145" y="1"/>
                    </a:cubicBez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27"/>
              <p:cNvSpPr/>
              <p:nvPr/>
            </p:nvSpPr>
            <p:spPr>
              <a:xfrm>
                <a:off x="1029250" y="820175"/>
                <a:ext cx="71875" cy="72375"/>
              </a:xfrm>
              <a:custGeom>
                <a:avLst/>
                <a:gdLst/>
                <a:ahLst/>
                <a:cxnLst/>
                <a:rect l="l" t="t" r="r" b="b"/>
                <a:pathLst>
                  <a:path w="2875" h="2895" extrusionOk="0">
                    <a:moveTo>
                      <a:pt x="1437" y="0"/>
                    </a:moveTo>
                    <a:cubicBezTo>
                      <a:pt x="646" y="0"/>
                      <a:pt x="0" y="646"/>
                      <a:pt x="0" y="1437"/>
                    </a:cubicBezTo>
                    <a:cubicBezTo>
                      <a:pt x="0" y="2249"/>
                      <a:pt x="646" y="2895"/>
                      <a:pt x="1437" y="2895"/>
                    </a:cubicBezTo>
                    <a:cubicBezTo>
                      <a:pt x="2229" y="2895"/>
                      <a:pt x="2874" y="2249"/>
                      <a:pt x="2874" y="1437"/>
                    </a:cubicBezTo>
                    <a:cubicBezTo>
                      <a:pt x="2874" y="646"/>
                      <a:pt x="2229" y="0"/>
                      <a:pt x="1437" y="0"/>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27"/>
              <p:cNvSpPr/>
              <p:nvPr/>
            </p:nvSpPr>
            <p:spPr>
              <a:xfrm>
                <a:off x="1929450" y="585875"/>
                <a:ext cx="59375" cy="59375"/>
              </a:xfrm>
              <a:custGeom>
                <a:avLst/>
                <a:gdLst/>
                <a:ahLst/>
                <a:cxnLst/>
                <a:rect l="l" t="t" r="r" b="b"/>
                <a:pathLst>
                  <a:path w="2375" h="2375" fill="none" extrusionOk="0">
                    <a:moveTo>
                      <a:pt x="2375" y="1188"/>
                    </a:moveTo>
                    <a:cubicBezTo>
                      <a:pt x="2375" y="1854"/>
                      <a:pt x="1833" y="2375"/>
                      <a:pt x="1187" y="2375"/>
                    </a:cubicBezTo>
                    <a:cubicBezTo>
                      <a:pt x="542" y="2375"/>
                      <a:pt x="0" y="1854"/>
                      <a:pt x="0" y="1188"/>
                    </a:cubicBezTo>
                    <a:cubicBezTo>
                      <a:pt x="0" y="542"/>
                      <a:pt x="542" y="1"/>
                      <a:pt x="1187" y="1"/>
                    </a:cubicBezTo>
                    <a:cubicBezTo>
                      <a:pt x="1833" y="1"/>
                      <a:pt x="2375" y="542"/>
                      <a:pt x="2375" y="1188"/>
                    </a:cubicBezTo>
                    <a:close/>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7"/>
              <p:cNvSpPr/>
              <p:nvPr/>
            </p:nvSpPr>
            <p:spPr>
              <a:xfrm>
                <a:off x="320125" y="589525"/>
                <a:ext cx="111450" cy="111450"/>
              </a:xfrm>
              <a:custGeom>
                <a:avLst/>
                <a:gdLst/>
                <a:ahLst/>
                <a:cxnLst/>
                <a:rect l="l" t="t" r="r" b="b"/>
                <a:pathLst>
                  <a:path w="4458" h="4458" fill="none" extrusionOk="0">
                    <a:moveTo>
                      <a:pt x="4457" y="2229"/>
                    </a:moveTo>
                    <a:cubicBezTo>
                      <a:pt x="4457" y="3457"/>
                      <a:pt x="3458" y="4457"/>
                      <a:pt x="2229" y="4457"/>
                    </a:cubicBezTo>
                    <a:cubicBezTo>
                      <a:pt x="1000" y="4457"/>
                      <a:pt x="1" y="3457"/>
                      <a:pt x="1" y="2229"/>
                    </a:cubicBezTo>
                    <a:cubicBezTo>
                      <a:pt x="1" y="1000"/>
                      <a:pt x="1000" y="0"/>
                      <a:pt x="2229" y="0"/>
                    </a:cubicBezTo>
                    <a:cubicBezTo>
                      <a:pt x="3458" y="0"/>
                      <a:pt x="4457" y="1000"/>
                      <a:pt x="4457" y="2229"/>
                    </a:cubicBezTo>
                    <a:close/>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27"/>
              <p:cNvSpPr/>
              <p:nvPr/>
            </p:nvSpPr>
            <p:spPr>
              <a:xfrm>
                <a:off x="3176925" y="409375"/>
                <a:ext cx="41150" cy="41150"/>
              </a:xfrm>
              <a:custGeom>
                <a:avLst/>
                <a:gdLst/>
                <a:ahLst/>
                <a:cxnLst/>
                <a:rect l="l" t="t" r="r" b="b"/>
                <a:pathLst>
                  <a:path w="1646" h="1646" fill="none" extrusionOk="0">
                    <a:moveTo>
                      <a:pt x="1645" y="813"/>
                    </a:moveTo>
                    <a:cubicBezTo>
                      <a:pt x="1645" y="1271"/>
                      <a:pt x="1271" y="1646"/>
                      <a:pt x="833" y="1646"/>
                    </a:cubicBezTo>
                    <a:cubicBezTo>
                      <a:pt x="375" y="1646"/>
                      <a:pt x="0" y="1271"/>
                      <a:pt x="0" y="813"/>
                    </a:cubicBezTo>
                    <a:cubicBezTo>
                      <a:pt x="0" y="375"/>
                      <a:pt x="375" y="1"/>
                      <a:pt x="833" y="1"/>
                    </a:cubicBezTo>
                    <a:cubicBezTo>
                      <a:pt x="1271" y="1"/>
                      <a:pt x="1645" y="375"/>
                      <a:pt x="1645" y="813"/>
                    </a:cubicBezTo>
                    <a:close/>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27"/>
              <p:cNvSpPr/>
              <p:nvPr/>
            </p:nvSpPr>
            <p:spPr>
              <a:xfrm>
                <a:off x="375825" y="261000"/>
                <a:ext cx="25" cy="328550"/>
              </a:xfrm>
              <a:custGeom>
                <a:avLst/>
                <a:gdLst/>
                <a:ahLst/>
                <a:cxnLst/>
                <a:rect l="l" t="t" r="r" b="b"/>
                <a:pathLst>
                  <a:path w="1" h="13142" fill="none" extrusionOk="0">
                    <a:moveTo>
                      <a:pt x="1" y="13141"/>
                    </a:moveTo>
                    <a:lnTo>
                      <a:pt x="1" y="0"/>
                    </a:ln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3" name="Google Shape;1193;p27"/>
            <p:cNvGrpSpPr/>
            <p:nvPr/>
          </p:nvGrpSpPr>
          <p:grpSpPr>
            <a:xfrm flipH="1">
              <a:off x="8688640" y="-179764"/>
              <a:ext cx="556075" cy="1443800"/>
              <a:chOff x="1386400" y="363550"/>
              <a:chExt cx="556075" cy="1443800"/>
            </a:xfrm>
          </p:grpSpPr>
          <p:sp>
            <p:nvSpPr>
              <p:cNvPr id="1194" name="Google Shape;1194;p27"/>
              <p:cNvSpPr/>
              <p:nvPr/>
            </p:nvSpPr>
            <p:spPr>
              <a:xfrm>
                <a:off x="1574875" y="739475"/>
                <a:ext cx="164550" cy="671125"/>
              </a:xfrm>
              <a:custGeom>
                <a:avLst/>
                <a:gdLst/>
                <a:ahLst/>
                <a:cxnLst/>
                <a:rect l="l" t="t" r="r" b="b"/>
                <a:pathLst>
                  <a:path w="6582" h="26845" fill="none" extrusionOk="0">
                    <a:moveTo>
                      <a:pt x="1" y="0"/>
                    </a:moveTo>
                    <a:lnTo>
                      <a:pt x="3458" y="0"/>
                    </a:lnTo>
                    <a:cubicBezTo>
                      <a:pt x="5187" y="0"/>
                      <a:pt x="6582" y="1395"/>
                      <a:pt x="6582" y="3124"/>
                    </a:cubicBezTo>
                    <a:lnTo>
                      <a:pt x="6582" y="26845"/>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27"/>
              <p:cNvSpPr/>
              <p:nvPr/>
            </p:nvSpPr>
            <p:spPr>
              <a:xfrm>
                <a:off x="1595200" y="363550"/>
                <a:ext cx="36450" cy="36475"/>
              </a:xfrm>
              <a:custGeom>
                <a:avLst/>
                <a:gdLst/>
                <a:ahLst/>
                <a:cxnLst/>
                <a:rect l="l" t="t" r="r" b="b"/>
                <a:pathLst>
                  <a:path w="1458" h="1459" extrusionOk="0">
                    <a:moveTo>
                      <a:pt x="729" y="1"/>
                    </a:moveTo>
                    <a:cubicBezTo>
                      <a:pt x="313" y="1"/>
                      <a:pt x="0" y="334"/>
                      <a:pt x="0" y="730"/>
                    </a:cubicBezTo>
                    <a:cubicBezTo>
                      <a:pt x="0" y="1125"/>
                      <a:pt x="313" y="1459"/>
                      <a:pt x="729" y="1459"/>
                    </a:cubicBezTo>
                    <a:cubicBezTo>
                      <a:pt x="1125" y="1459"/>
                      <a:pt x="1458" y="1125"/>
                      <a:pt x="1458" y="730"/>
                    </a:cubicBezTo>
                    <a:cubicBezTo>
                      <a:pt x="1458" y="334"/>
                      <a:pt x="1125" y="1"/>
                      <a:pt x="729" y="1"/>
                    </a:cubicBezTo>
                    <a:close/>
                  </a:path>
                </a:pathLst>
              </a:custGeom>
              <a:solidFill>
                <a:schemeClr val="accen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27"/>
              <p:cNvSpPr/>
              <p:nvPr/>
            </p:nvSpPr>
            <p:spPr>
              <a:xfrm>
                <a:off x="1906025" y="1770875"/>
                <a:ext cx="36450" cy="36475"/>
              </a:xfrm>
              <a:custGeom>
                <a:avLst/>
                <a:gdLst/>
                <a:ahLst/>
                <a:cxnLst/>
                <a:rect l="l" t="t" r="r" b="b"/>
                <a:pathLst>
                  <a:path w="1458" h="1459" extrusionOk="0">
                    <a:moveTo>
                      <a:pt x="729" y="0"/>
                    </a:moveTo>
                    <a:cubicBezTo>
                      <a:pt x="333" y="0"/>
                      <a:pt x="0" y="333"/>
                      <a:pt x="0" y="729"/>
                    </a:cubicBezTo>
                    <a:cubicBezTo>
                      <a:pt x="0" y="1146"/>
                      <a:pt x="333" y="1458"/>
                      <a:pt x="729" y="1458"/>
                    </a:cubicBezTo>
                    <a:cubicBezTo>
                      <a:pt x="1125" y="1458"/>
                      <a:pt x="1458" y="1146"/>
                      <a:pt x="1458" y="729"/>
                    </a:cubicBezTo>
                    <a:cubicBezTo>
                      <a:pt x="1458" y="333"/>
                      <a:pt x="1125" y="0"/>
                      <a:pt x="729"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7"/>
              <p:cNvSpPr/>
              <p:nvPr/>
            </p:nvSpPr>
            <p:spPr>
              <a:xfrm>
                <a:off x="1718075" y="1410575"/>
                <a:ext cx="43225" cy="100000"/>
              </a:xfrm>
              <a:custGeom>
                <a:avLst/>
                <a:gdLst/>
                <a:ahLst/>
                <a:cxnLst/>
                <a:rect l="l" t="t" r="r" b="b"/>
                <a:pathLst>
                  <a:path w="1729" h="4000" fill="none" extrusionOk="0">
                    <a:moveTo>
                      <a:pt x="375" y="1"/>
                    </a:moveTo>
                    <a:lnTo>
                      <a:pt x="1375" y="1"/>
                    </a:lnTo>
                    <a:cubicBezTo>
                      <a:pt x="1562" y="1"/>
                      <a:pt x="1729" y="146"/>
                      <a:pt x="1729" y="355"/>
                    </a:cubicBezTo>
                    <a:lnTo>
                      <a:pt x="1729" y="3624"/>
                    </a:lnTo>
                    <a:cubicBezTo>
                      <a:pt x="1729" y="3833"/>
                      <a:pt x="1562" y="3999"/>
                      <a:pt x="1375" y="3999"/>
                    </a:cubicBezTo>
                    <a:lnTo>
                      <a:pt x="375" y="3999"/>
                    </a:lnTo>
                    <a:cubicBezTo>
                      <a:pt x="167" y="3999"/>
                      <a:pt x="0" y="3833"/>
                      <a:pt x="0" y="3624"/>
                    </a:cubicBezTo>
                    <a:lnTo>
                      <a:pt x="0" y="355"/>
                    </a:lnTo>
                    <a:cubicBezTo>
                      <a:pt x="0" y="146"/>
                      <a:pt x="167" y="1"/>
                      <a:pt x="375" y="1"/>
                    </a:cubicBezTo>
                    <a:close/>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27"/>
              <p:cNvSpPr/>
              <p:nvPr/>
            </p:nvSpPr>
            <p:spPr>
              <a:xfrm>
                <a:off x="1481175" y="699900"/>
                <a:ext cx="93725" cy="93225"/>
              </a:xfrm>
              <a:custGeom>
                <a:avLst/>
                <a:gdLst/>
                <a:ahLst/>
                <a:cxnLst/>
                <a:rect l="l" t="t" r="r" b="b"/>
                <a:pathLst>
                  <a:path w="3749" h="3729" fill="none" extrusionOk="0">
                    <a:moveTo>
                      <a:pt x="3749" y="1854"/>
                    </a:moveTo>
                    <a:cubicBezTo>
                      <a:pt x="3749" y="2895"/>
                      <a:pt x="2916" y="3728"/>
                      <a:pt x="1875" y="3728"/>
                    </a:cubicBezTo>
                    <a:cubicBezTo>
                      <a:pt x="854" y="3728"/>
                      <a:pt x="0" y="2895"/>
                      <a:pt x="0" y="1854"/>
                    </a:cubicBezTo>
                    <a:cubicBezTo>
                      <a:pt x="0" y="833"/>
                      <a:pt x="854" y="0"/>
                      <a:pt x="1875" y="0"/>
                    </a:cubicBezTo>
                    <a:cubicBezTo>
                      <a:pt x="2916" y="0"/>
                      <a:pt x="3749" y="833"/>
                      <a:pt x="3749" y="1854"/>
                    </a:cubicBezTo>
                    <a:close/>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27"/>
              <p:cNvSpPr/>
              <p:nvPr/>
            </p:nvSpPr>
            <p:spPr>
              <a:xfrm>
                <a:off x="1386400" y="381775"/>
                <a:ext cx="208300" cy="364475"/>
              </a:xfrm>
              <a:custGeom>
                <a:avLst/>
                <a:gdLst/>
                <a:ahLst/>
                <a:cxnLst/>
                <a:rect l="l" t="t" r="r" b="b"/>
                <a:pathLst>
                  <a:path w="8332" h="14579" fill="none" extrusionOk="0">
                    <a:moveTo>
                      <a:pt x="3812" y="14579"/>
                    </a:moveTo>
                    <a:lnTo>
                      <a:pt x="1896" y="14579"/>
                    </a:lnTo>
                    <a:cubicBezTo>
                      <a:pt x="855" y="14579"/>
                      <a:pt x="1" y="13184"/>
                      <a:pt x="1" y="11455"/>
                    </a:cubicBezTo>
                    <a:lnTo>
                      <a:pt x="1" y="3125"/>
                    </a:lnTo>
                    <a:cubicBezTo>
                      <a:pt x="1" y="1396"/>
                      <a:pt x="1396" y="1"/>
                      <a:pt x="3125" y="1"/>
                    </a:cubicBezTo>
                    <a:lnTo>
                      <a:pt x="8331" y="1"/>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27"/>
              <p:cNvSpPr/>
              <p:nvPr/>
            </p:nvSpPr>
            <p:spPr>
              <a:xfrm>
                <a:off x="1739925" y="1510550"/>
                <a:ext cx="166125" cy="275450"/>
              </a:xfrm>
              <a:custGeom>
                <a:avLst/>
                <a:gdLst/>
                <a:ahLst/>
                <a:cxnLst/>
                <a:rect l="l" t="t" r="r" b="b"/>
                <a:pathLst>
                  <a:path w="6645" h="11018" fill="none" extrusionOk="0">
                    <a:moveTo>
                      <a:pt x="1" y="0"/>
                    </a:moveTo>
                    <a:lnTo>
                      <a:pt x="1" y="7893"/>
                    </a:lnTo>
                    <a:cubicBezTo>
                      <a:pt x="1" y="9622"/>
                      <a:pt x="1396" y="11017"/>
                      <a:pt x="3125" y="11017"/>
                    </a:cubicBezTo>
                    <a:lnTo>
                      <a:pt x="6644" y="11017"/>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1" name="Google Shape;1201;p27"/>
            <p:cNvGrpSpPr/>
            <p:nvPr/>
          </p:nvGrpSpPr>
          <p:grpSpPr>
            <a:xfrm flipH="1">
              <a:off x="8343440" y="4470525"/>
              <a:ext cx="1621325" cy="528475"/>
              <a:chOff x="3260225" y="257875"/>
              <a:chExt cx="1621325" cy="528475"/>
            </a:xfrm>
          </p:grpSpPr>
          <p:sp>
            <p:nvSpPr>
              <p:cNvPr id="1202" name="Google Shape;1202;p27"/>
              <p:cNvSpPr/>
              <p:nvPr/>
            </p:nvSpPr>
            <p:spPr>
              <a:xfrm>
                <a:off x="3296675" y="746225"/>
                <a:ext cx="484225" cy="25"/>
              </a:xfrm>
              <a:custGeom>
                <a:avLst/>
                <a:gdLst/>
                <a:ahLst/>
                <a:cxnLst/>
                <a:rect l="l" t="t" r="r" b="b"/>
                <a:pathLst>
                  <a:path w="19369" h="1" fill="none" extrusionOk="0">
                    <a:moveTo>
                      <a:pt x="19368" y="1"/>
                    </a:moveTo>
                    <a:lnTo>
                      <a:pt x="0" y="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7"/>
              <p:cNvSpPr/>
              <p:nvPr/>
            </p:nvSpPr>
            <p:spPr>
              <a:xfrm>
                <a:off x="3861575" y="459875"/>
                <a:ext cx="990300" cy="286375"/>
              </a:xfrm>
              <a:custGeom>
                <a:avLst/>
                <a:gdLst/>
                <a:ahLst/>
                <a:cxnLst/>
                <a:rect l="l" t="t" r="r" b="b"/>
                <a:pathLst>
                  <a:path w="39612" h="11455" fill="none" extrusionOk="0">
                    <a:moveTo>
                      <a:pt x="0" y="11455"/>
                    </a:moveTo>
                    <a:lnTo>
                      <a:pt x="36487" y="11455"/>
                    </a:lnTo>
                    <a:cubicBezTo>
                      <a:pt x="38195" y="11455"/>
                      <a:pt x="39611" y="10060"/>
                      <a:pt x="39611" y="8331"/>
                    </a:cubicBezTo>
                    <a:lnTo>
                      <a:pt x="39611" y="1"/>
                    </a:lnTo>
                  </a:path>
                </a:pathLst>
              </a:custGeom>
              <a:noFill/>
              <a:ln w="13025" cap="rnd" cmpd="sng">
                <a:solidFill>
                  <a:srgbClr val="325A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7"/>
              <p:cNvSpPr/>
              <p:nvPr/>
            </p:nvSpPr>
            <p:spPr>
              <a:xfrm>
                <a:off x="3260225" y="728000"/>
                <a:ext cx="36475" cy="36475"/>
              </a:xfrm>
              <a:custGeom>
                <a:avLst/>
                <a:gdLst/>
                <a:ahLst/>
                <a:cxnLst/>
                <a:rect l="l" t="t" r="r" b="b"/>
                <a:pathLst>
                  <a:path w="1459" h="1459" extrusionOk="0">
                    <a:moveTo>
                      <a:pt x="729" y="1"/>
                    </a:moveTo>
                    <a:cubicBezTo>
                      <a:pt x="334" y="1"/>
                      <a:pt x="0" y="334"/>
                      <a:pt x="0" y="730"/>
                    </a:cubicBezTo>
                    <a:cubicBezTo>
                      <a:pt x="0" y="1126"/>
                      <a:pt x="334" y="1459"/>
                      <a:pt x="729" y="1459"/>
                    </a:cubicBezTo>
                    <a:cubicBezTo>
                      <a:pt x="1146" y="1459"/>
                      <a:pt x="1458" y="1126"/>
                      <a:pt x="1458" y="730"/>
                    </a:cubicBezTo>
                    <a:cubicBezTo>
                      <a:pt x="1458" y="334"/>
                      <a:pt x="1146" y="1"/>
                      <a:pt x="7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7"/>
              <p:cNvSpPr/>
              <p:nvPr/>
            </p:nvSpPr>
            <p:spPr>
              <a:xfrm>
                <a:off x="4822150" y="400000"/>
                <a:ext cx="59400" cy="59375"/>
              </a:xfrm>
              <a:custGeom>
                <a:avLst/>
                <a:gdLst/>
                <a:ahLst/>
                <a:cxnLst/>
                <a:rect l="l" t="t" r="r" b="b"/>
                <a:pathLst>
                  <a:path w="2376" h="2375" fill="none" extrusionOk="0">
                    <a:moveTo>
                      <a:pt x="2375" y="1188"/>
                    </a:moveTo>
                    <a:cubicBezTo>
                      <a:pt x="2375" y="1854"/>
                      <a:pt x="1834" y="2375"/>
                      <a:pt x="1188" y="2375"/>
                    </a:cubicBezTo>
                    <a:cubicBezTo>
                      <a:pt x="522" y="2375"/>
                      <a:pt x="1" y="1854"/>
                      <a:pt x="1" y="1188"/>
                    </a:cubicBezTo>
                    <a:cubicBezTo>
                      <a:pt x="1" y="542"/>
                      <a:pt x="522" y="1"/>
                      <a:pt x="1188" y="1"/>
                    </a:cubicBezTo>
                    <a:cubicBezTo>
                      <a:pt x="1834" y="1"/>
                      <a:pt x="2375" y="542"/>
                      <a:pt x="2375" y="1188"/>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7"/>
              <p:cNvSpPr/>
              <p:nvPr/>
            </p:nvSpPr>
            <p:spPr>
              <a:xfrm>
                <a:off x="4390550" y="724375"/>
                <a:ext cx="102575" cy="44275"/>
              </a:xfrm>
              <a:custGeom>
                <a:avLst/>
                <a:gdLst/>
                <a:ahLst/>
                <a:cxnLst/>
                <a:rect l="l" t="t" r="r" b="b"/>
                <a:pathLst>
                  <a:path w="4103" h="1771" extrusionOk="0">
                    <a:moveTo>
                      <a:pt x="375" y="0"/>
                    </a:moveTo>
                    <a:cubicBezTo>
                      <a:pt x="167" y="0"/>
                      <a:pt x="0" y="167"/>
                      <a:pt x="0" y="375"/>
                    </a:cubicBezTo>
                    <a:lnTo>
                      <a:pt x="0" y="1375"/>
                    </a:lnTo>
                    <a:cubicBezTo>
                      <a:pt x="0" y="1583"/>
                      <a:pt x="167" y="1770"/>
                      <a:pt x="375" y="1770"/>
                    </a:cubicBezTo>
                    <a:lnTo>
                      <a:pt x="3728" y="1770"/>
                    </a:lnTo>
                    <a:cubicBezTo>
                      <a:pt x="3936" y="1770"/>
                      <a:pt x="4103" y="1583"/>
                      <a:pt x="4103" y="1375"/>
                    </a:cubicBezTo>
                    <a:lnTo>
                      <a:pt x="4103" y="375"/>
                    </a:lnTo>
                    <a:cubicBezTo>
                      <a:pt x="4103" y="167"/>
                      <a:pt x="3936" y="0"/>
                      <a:pt x="37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7"/>
              <p:cNvSpPr/>
              <p:nvPr/>
            </p:nvSpPr>
            <p:spPr>
              <a:xfrm>
                <a:off x="3780875" y="706150"/>
                <a:ext cx="80725" cy="80200"/>
              </a:xfrm>
              <a:custGeom>
                <a:avLst/>
                <a:gdLst/>
                <a:ahLst/>
                <a:cxnLst/>
                <a:rect l="l" t="t" r="r" b="b"/>
                <a:pathLst>
                  <a:path w="3229" h="3208" fill="none" extrusionOk="0">
                    <a:moveTo>
                      <a:pt x="3228" y="1604"/>
                    </a:moveTo>
                    <a:cubicBezTo>
                      <a:pt x="3228" y="2499"/>
                      <a:pt x="2499" y="3207"/>
                      <a:pt x="1625" y="3207"/>
                    </a:cubicBezTo>
                    <a:cubicBezTo>
                      <a:pt x="729" y="3207"/>
                      <a:pt x="0" y="2499"/>
                      <a:pt x="0" y="1604"/>
                    </a:cubicBezTo>
                    <a:cubicBezTo>
                      <a:pt x="0" y="708"/>
                      <a:pt x="729" y="0"/>
                      <a:pt x="1625" y="0"/>
                    </a:cubicBezTo>
                    <a:cubicBezTo>
                      <a:pt x="2499" y="0"/>
                      <a:pt x="3228" y="708"/>
                      <a:pt x="3228" y="1604"/>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27"/>
              <p:cNvSpPr/>
              <p:nvPr/>
            </p:nvSpPr>
            <p:spPr>
              <a:xfrm>
                <a:off x="4851850" y="257875"/>
                <a:ext cx="25" cy="132775"/>
              </a:xfrm>
              <a:custGeom>
                <a:avLst/>
                <a:gdLst/>
                <a:ahLst/>
                <a:cxnLst/>
                <a:rect l="l" t="t" r="r" b="b"/>
                <a:pathLst>
                  <a:path w="1" h="5311" fill="none" extrusionOk="0">
                    <a:moveTo>
                      <a:pt x="0" y="5311"/>
                    </a:moveTo>
                    <a:lnTo>
                      <a:pt x="0" y="0"/>
                    </a:lnTo>
                  </a:path>
                </a:pathLst>
              </a:custGeom>
              <a:noFill/>
              <a:ln w="13025" cap="rnd" cmpd="sng">
                <a:solidFill>
                  <a:srgbClr val="325A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9" name="Google Shape;1209;p27"/>
            <p:cNvGrpSpPr/>
            <p:nvPr/>
          </p:nvGrpSpPr>
          <p:grpSpPr>
            <a:xfrm flipH="1">
              <a:off x="8638325" y="1687750"/>
              <a:ext cx="529488" cy="1325825"/>
              <a:chOff x="202975" y="1362675"/>
              <a:chExt cx="529488" cy="1325825"/>
            </a:xfrm>
          </p:grpSpPr>
          <p:sp>
            <p:nvSpPr>
              <p:cNvPr id="1210" name="Google Shape;1210;p27"/>
              <p:cNvSpPr/>
              <p:nvPr/>
            </p:nvSpPr>
            <p:spPr>
              <a:xfrm>
                <a:off x="202975" y="1362675"/>
                <a:ext cx="518600" cy="1291750"/>
              </a:xfrm>
              <a:custGeom>
                <a:avLst/>
                <a:gdLst/>
                <a:ahLst/>
                <a:cxnLst/>
                <a:rect l="l" t="t" r="r" b="b"/>
                <a:pathLst>
                  <a:path w="20744" h="51670" fill="none" extrusionOk="0">
                    <a:moveTo>
                      <a:pt x="1" y="1"/>
                    </a:moveTo>
                    <a:lnTo>
                      <a:pt x="13100" y="1"/>
                    </a:lnTo>
                    <a:cubicBezTo>
                      <a:pt x="14829" y="1"/>
                      <a:pt x="16224" y="1396"/>
                      <a:pt x="16224" y="3125"/>
                    </a:cubicBezTo>
                    <a:lnTo>
                      <a:pt x="16224" y="13933"/>
                    </a:lnTo>
                    <a:cubicBezTo>
                      <a:pt x="16224" y="15662"/>
                      <a:pt x="14829" y="17057"/>
                      <a:pt x="13100" y="17057"/>
                    </a:cubicBezTo>
                    <a:lnTo>
                      <a:pt x="7373" y="17057"/>
                    </a:lnTo>
                    <a:cubicBezTo>
                      <a:pt x="5645" y="17057"/>
                      <a:pt x="4249" y="18452"/>
                      <a:pt x="4249" y="20181"/>
                    </a:cubicBezTo>
                    <a:lnTo>
                      <a:pt x="4249" y="48546"/>
                    </a:lnTo>
                    <a:cubicBezTo>
                      <a:pt x="4249" y="50274"/>
                      <a:pt x="5645" y="51670"/>
                      <a:pt x="7373" y="51670"/>
                    </a:cubicBezTo>
                    <a:lnTo>
                      <a:pt x="20743" y="51670"/>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7"/>
              <p:cNvSpPr/>
              <p:nvPr/>
            </p:nvSpPr>
            <p:spPr>
              <a:xfrm>
                <a:off x="657988" y="2613500"/>
                <a:ext cx="74475" cy="75000"/>
              </a:xfrm>
              <a:custGeom>
                <a:avLst/>
                <a:gdLst/>
                <a:ahLst/>
                <a:cxnLst/>
                <a:rect l="l" t="t" r="r" b="b"/>
                <a:pathLst>
                  <a:path w="2979" h="3000" extrusionOk="0">
                    <a:moveTo>
                      <a:pt x="1500" y="1"/>
                    </a:moveTo>
                    <a:cubicBezTo>
                      <a:pt x="667" y="1"/>
                      <a:pt x="1" y="667"/>
                      <a:pt x="1" y="1500"/>
                    </a:cubicBezTo>
                    <a:cubicBezTo>
                      <a:pt x="1" y="2333"/>
                      <a:pt x="667" y="3000"/>
                      <a:pt x="1500" y="3000"/>
                    </a:cubicBezTo>
                    <a:cubicBezTo>
                      <a:pt x="2312" y="3000"/>
                      <a:pt x="2979" y="2333"/>
                      <a:pt x="2979" y="1500"/>
                    </a:cubicBezTo>
                    <a:cubicBezTo>
                      <a:pt x="2979" y="667"/>
                      <a:pt x="2312" y="1"/>
                      <a:pt x="15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7"/>
              <p:cNvSpPr/>
              <p:nvPr/>
            </p:nvSpPr>
            <p:spPr>
              <a:xfrm>
                <a:off x="587225" y="1566250"/>
                <a:ext cx="43225" cy="100000"/>
              </a:xfrm>
              <a:custGeom>
                <a:avLst/>
                <a:gdLst/>
                <a:ahLst/>
                <a:cxnLst/>
                <a:rect l="l" t="t" r="r" b="b"/>
                <a:pathLst>
                  <a:path w="1729" h="4000" extrusionOk="0">
                    <a:moveTo>
                      <a:pt x="375" y="1"/>
                    </a:moveTo>
                    <a:cubicBezTo>
                      <a:pt x="167" y="1"/>
                      <a:pt x="0" y="167"/>
                      <a:pt x="0" y="376"/>
                    </a:cubicBezTo>
                    <a:lnTo>
                      <a:pt x="0" y="3645"/>
                    </a:lnTo>
                    <a:cubicBezTo>
                      <a:pt x="0" y="3833"/>
                      <a:pt x="167" y="3999"/>
                      <a:pt x="375" y="3999"/>
                    </a:cubicBezTo>
                    <a:lnTo>
                      <a:pt x="1354" y="3999"/>
                    </a:lnTo>
                    <a:cubicBezTo>
                      <a:pt x="1562" y="3999"/>
                      <a:pt x="1729" y="3833"/>
                      <a:pt x="1729" y="3645"/>
                    </a:cubicBezTo>
                    <a:lnTo>
                      <a:pt x="1729" y="376"/>
                    </a:lnTo>
                    <a:cubicBezTo>
                      <a:pt x="1729" y="167"/>
                      <a:pt x="1562" y="1"/>
                      <a:pt x="13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3" name="Google Shape;1213;p27"/>
            <p:cNvGrpSpPr/>
            <p:nvPr/>
          </p:nvGrpSpPr>
          <p:grpSpPr>
            <a:xfrm flipH="1">
              <a:off x="8196731" y="3159575"/>
              <a:ext cx="508175" cy="1310475"/>
              <a:chOff x="2767175" y="261000"/>
              <a:chExt cx="508175" cy="1310475"/>
            </a:xfrm>
          </p:grpSpPr>
          <p:sp>
            <p:nvSpPr>
              <p:cNvPr id="1214" name="Google Shape;1214;p27"/>
              <p:cNvSpPr/>
              <p:nvPr/>
            </p:nvSpPr>
            <p:spPr>
              <a:xfrm>
                <a:off x="2767175" y="586400"/>
                <a:ext cx="100500" cy="43225"/>
              </a:xfrm>
              <a:custGeom>
                <a:avLst/>
                <a:gdLst/>
                <a:ahLst/>
                <a:cxnLst/>
                <a:rect l="l" t="t" r="r" b="b"/>
                <a:pathLst>
                  <a:path w="4020" h="1729" extrusionOk="0">
                    <a:moveTo>
                      <a:pt x="375" y="0"/>
                    </a:moveTo>
                    <a:cubicBezTo>
                      <a:pt x="167" y="0"/>
                      <a:pt x="0" y="146"/>
                      <a:pt x="0" y="354"/>
                    </a:cubicBezTo>
                    <a:lnTo>
                      <a:pt x="0" y="1354"/>
                    </a:lnTo>
                    <a:cubicBezTo>
                      <a:pt x="0" y="1562"/>
                      <a:pt x="167" y="1729"/>
                      <a:pt x="375" y="1729"/>
                    </a:cubicBezTo>
                    <a:lnTo>
                      <a:pt x="3645" y="1729"/>
                    </a:lnTo>
                    <a:cubicBezTo>
                      <a:pt x="3853" y="1729"/>
                      <a:pt x="4020" y="1562"/>
                      <a:pt x="4020" y="1354"/>
                    </a:cubicBezTo>
                    <a:lnTo>
                      <a:pt x="4020" y="354"/>
                    </a:lnTo>
                    <a:cubicBezTo>
                      <a:pt x="4020" y="146"/>
                      <a:pt x="3853" y="0"/>
                      <a:pt x="3645" y="0"/>
                    </a:cubicBezTo>
                    <a:close/>
                  </a:path>
                </a:pathLst>
              </a:custGeom>
              <a:solidFill>
                <a:srgbClr val="D73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7"/>
              <p:cNvSpPr/>
              <p:nvPr/>
            </p:nvSpPr>
            <p:spPr>
              <a:xfrm>
                <a:off x="2817675" y="261000"/>
                <a:ext cx="437375" cy="1277175"/>
              </a:xfrm>
              <a:custGeom>
                <a:avLst/>
                <a:gdLst/>
                <a:ahLst/>
                <a:cxnLst/>
                <a:rect l="l" t="t" r="r" b="b"/>
                <a:pathLst>
                  <a:path w="17495" h="51087" fill="none" extrusionOk="0">
                    <a:moveTo>
                      <a:pt x="0" y="0"/>
                    </a:moveTo>
                    <a:lnTo>
                      <a:pt x="0" y="20160"/>
                    </a:lnTo>
                    <a:cubicBezTo>
                      <a:pt x="0" y="21888"/>
                      <a:pt x="1187" y="23304"/>
                      <a:pt x="2645" y="23304"/>
                    </a:cubicBezTo>
                    <a:cubicBezTo>
                      <a:pt x="4124" y="23304"/>
                      <a:pt x="5311" y="24700"/>
                      <a:pt x="5311" y="26428"/>
                    </a:cubicBezTo>
                    <a:lnTo>
                      <a:pt x="5311" y="47858"/>
                    </a:lnTo>
                    <a:cubicBezTo>
                      <a:pt x="5311" y="49587"/>
                      <a:pt x="6706" y="50982"/>
                      <a:pt x="8435" y="51003"/>
                    </a:cubicBezTo>
                    <a:lnTo>
                      <a:pt x="14370" y="51065"/>
                    </a:lnTo>
                    <a:cubicBezTo>
                      <a:pt x="16099" y="51086"/>
                      <a:pt x="17494" y="49691"/>
                      <a:pt x="17494" y="47962"/>
                    </a:cubicBezTo>
                    <a:lnTo>
                      <a:pt x="17494" y="43110"/>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7"/>
              <p:cNvSpPr/>
              <p:nvPr/>
            </p:nvSpPr>
            <p:spPr>
              <a:xfrm>
                <a:off x="3234700" y="1313750"/>
                <a:ext cx="40650" cy="41150"/>
              </a:xfrm>
              <a:custGeom>
                <a:avLst/>
                <a:gdLst/>
                <a:ahLst/>
                <a:cxnLst/>
                <a:rect l="l" t="t" r="r" b="b"/>
                <a:pathLst>
                  <a:path w="1626" h="1646" extrusionOk="0">
                    <a:moveTo>
                      <a:pt x="1625" y="812"/>
                    </a:moveTo>
                    <a:cubicBezTo>
                      <a:pt x="1625" y="1270"/>
                      <a:pt x="1271" y="1645"/>
                      <a:pt x="813" y="1645"/>
                    </a:cubicBezTo>
                    <a:cubicBezTo>
                      <a:pt x="355" y="1645"/>
                      <a:pt x="1" y="1270"/>
                      <a:pt x="1" y="812"/>
                    </a:cubicBezTo>
                    <a:cubicBezTo>
                      <a:pt x="1" y="375"/>
                      <a:pt x="355" y="0"/>
                      <a:pt x="813" y="0"/>
                    </a:cubicBezTo>
                    <a:cubicBezTo>
                      <a:pt x="1271" y="0"/>
                      <a:pt x="1625" y="375"/>
                      <a:pt x="1625" y="812"/>
                    </a:cubicBezTo>
                    <a:close/>
                  </a:path>
                </a:pathLst>
              </a:custGeom>
              <a:solidFill>
                <a:srgbClr val="EDEEF0"/>
              </a:solid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p:cNvSpPr/>
              <p:nvPr/>
            </p:nvSpPr>
            <p:spPr>
              <a:xfrm>
                <a:off x="3070175" y="1505350"/>
                <a:ext cx="65625" cy="66125"/>
              </a:xfrm>
              <a:custGeom>
                <a:avLst/>
                <a:gdLst/>
                <a:ahLst/>
                <a:cxnLst/>
                <a:rect l="l" t="t" r="r" b="b"/>
                <a:pathLst>
                  <a:path w="2625" h="2645" extrusionOk="0">
                    <a:moveTo>
                      <a:pt x="1313" y="0"/>
                    </a:moveTo>
                    <a:cubicBezTo>
                      <a:pt x="584" y="0"/>
                      <a:pt x="1" y="604"/>
                      <a:pt x="1" y="1312"/>
                    </a:cubicBezTo>
                    <a:cubicBezTo>
                      <a:pt x="1" y="2041"/>
                      <a:pt x="584" y="2645"/>
                      <a:pt x="1313" y="2645"/>
                    </a:cubicBezTo>
                    <a:cubicBezTo>
                      <a:pt x="2042" y="2645"/>
                      <a:pt x="2625" y="2041"/>
                      <a:pt x="2625" y="1312"/>
                    </a:cubicBezTo>
                    <a:cubicBezTo>
                      <a:pt x="2625" y="604"/>
                      <a:pt x="2042" y="0"/>
                      <a:pt x="13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p:cNvSpPr/>
              <p:nvPr/>
            </p:nvSpPr>
            <p:spPr>
              <a:xfrm>
                <a:off x="2792675" y="721775"/>
                <a:ext cx="49500" cy="49475"/>
              </a:xfrm>
              <a:custGeom>
                <a:avLst/>
                <a:gdLst/>
                <a:ahLst/>
                <a:cxnLst/>
                <a:rect l="l" t="t" r="r" b="b"/>
                <a:pathLst>
                  <a:path w="1980" h="1979" extrusionOk="0">
                    <a:moveTo>
                      <a:pt x="1000" y="0"/>
                    </a:moveTo>
                    <a:cubicBezTo>
                      <a:pt x="438" y="0"/>
                      <a:pt x="1" y="437"/>
                      <a:pt x="1" y="979"/>
                    </a:cubicBezTo>
                    <a:cubicBezTo>
                      <a:pt x="1" y="1520"/>
                      <a:pt x="438" y="1979"/>
                      <a:pt x="1000" y="1979"/>
                    </a:cubicBezTo>
                    <a:cubicBezTo>
                      <a:pt x="1542" y="1979"/>
                      <a:pt x="1979" y="1520"/>
                      <a:pt x="1979" y="979"/>
                    </a:cubicBezTo>
                    <a:cubicBezTo>
                      <a:pt x="1979" y="437"/>
                      <a:pt x="1542" y="0"/>
                      <a:pt x="10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19" name="Google Shape;1219;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20" name="Google Shape;1220;p27"/>
          <p:cNvSpPr txBox="1">
            <a:spLocks noGrp="1"/>
          </p:cNvSpPr>
          <p:nvPr>
            <p:ph type="subTitle" idx="1"/>
          </p:nvPr>
        </p:nvSpPr>
        <p:spPr>
          <a:xfrm>
            <a:off x="1585455" y="1681016"/>
            <a:ext cx="19752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1" name="Google Shape;1221;p27"/>
          <p:cNvSpPr txBox="1">
            <a:spLocks noGrp="1"/>
          </p:cNvSpPr>
          <p:nvPr>
            <p:ph type="subTitle" idx="2"/>
          </p:nvPr>
        </p:nvSpPr>
        <p:spPr>
          <a:xfrm>
            <a:off x="5148200" y="1681026"/>
            <a:ext cx="19752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2" name="Google Shape;1222;p27"/>
          <p:cNvSpPr txBox="1">
            <a:spLocks noGrp="1"/>
          </p:cNvSpPr>
          <p:nvPr>
            <p:ph type="subTitle" idx="3"/>
          </p:nvPr>
        </p:nvSpPr>
        <p:spPr>
          <a:xfrm>
            <a:off x="1585455" y="4079864"/>
            <a:ext cx="19752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3" name="Google Shape;1223;p27"/>
          <p:cNvSpPr txBox="1">
            <a:spLocks noGrp="1"/>
          </p:cNvSpPr>
          <p:nvPr>
            <p:ph type="subTitle" idx="4"/>
          </p:nvPr>
        </p:nvSpPr>
        <p:spPr>
          <a:xfrm>
            <a:off x="1585450" y="2883116"/>
            <a:ext cx="19752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4" name="Google Shape;1224;p27"/>
          <p:cNvSpPr txBox="1">
            <a:spLocks noGrp="1"/>
          </p:cNvSpPr>
          <p:nvPr>
            <p:ph type="subTitle" idx="5"/>
          </p:nvPr>
        </p:nvSpPr>
        <p:spPr>
          <a:xfrm>
            <a:off x="5148195" y="2883089"/>
            <a:ext cx="19752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5" name="Google Shape;1225;p27"/>
          <p:cNvSpPr txBox="1">
            <a:spLocks noGrp="1"/>
          </p:cNvSpPr>
          <p:nvPr>
            <p:ph type="subTitle" idx="6"/>
          </p:nvPr>
        </p:nvSpPr>
        <p:spPr>
          <a:xfrm>
            <a:off x="5148195" y="4085176"/>
            <a:ext cx="19752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6" name="Google Shape;1226;p27"/>
          <p:cNvSpPr txBox="1">
            <a:spLocks noGrp="1"/>
          </p:cNvSpPr>
          <p:nvPr>
            <p:ph type="subTitle" idx="7"/>
          </p:nvPr>
        </p:nvSpPr>
        <p:spPr>
          <a:xfrm>
            <a:off x="1583955" y="1364731"/>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27" name="Google Shape;1227;p27"/>
          <p:cNvSpPr txBox="1">
            <a:spLocks noGrp="1"/>
          </p:cNvSpPr>
          <p:nvPr>
            <p:ph type="subTitle" idx="8"/>
          </p:nvPr>
        </p:nvSpPr>
        <p:spPr>
          <a:xfrm>
            <a:off x="5146700" y="1364741"/>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28" name="Google Shape;1228;p27"/>
          <p:cNvSpPr txBox="1">
            <a:spLocks noGrp="1"/>
          </p:cNvSpPr>
          <p:nvPr>
            <p:ph type="subTitle" idx="9"/>
          </p:nvPr>
        </p:nvSpPr>
        <p:spPr>
          <a:xfrm>
            <a:off x="5146695" y="2566804"/>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29" name="Google Shape;1229;p27"/>
          <p:cNvSpPr txBox="1">
            <a:spLocks noGrp="1"/>
          </p:cNvSpPr>
          <p:nvPr>
            <p:ph type="subTitle" idx="13"/>
          </p:nvPr>
        </p:nvSpPr>
        <p:spPr>
          <a:xfrm>
            <a:off x="1583955" y="3762441"/>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30" name="Google Shape;1230;p27"/>
          <p:cNvSpPr txBox="1">
            <a:spLocks noGrp="1"/>
          </p:cNvSpPr>
          <p:nvPr>
            <p:ph type="subTitle" idx="14"/>
          </p:nvPr>
        </p:nvSpPr>
        <p:spPr>
          <a:xfrm>
            <a:off x="1583950" y="2565693"/>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31" name="Google Shape;1231;p27"/>
          <p:cNvSpPr txBox="1">
            <a:spLocks noGrp="1"/>
          </p:cNvSpPr>
          <p:nvPr>
            <p:ph type="subTitle" idx="15"/>
          </p:nvPr>
        </p:nvSpPr>
        <p:spPr>
          <a:xfrm>
            <a:off x="5146695" y="3767754"/>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1232" name="Google Shape;1232;p27"/>
          <p:cNvGrpSpPr/>
          <p:nvPr/>
        </p:nvGrpSpPr>
        <p:grpSpPr>
          <a:xfrm>
            <a:off x="8478650" y="2791166"/>
            <a:ext cx="368400" cy="368400"/>
            <a:chOff x="8478650" y="2791166"/>
            <a:chExt cx="368400" cy="368400"/>
          </a:xfrm>
        </p:grpSpPr>
        <p:sp>
          <p:nvSpPr>
            <p:cNvPr id="1233" name="Google Shape;1233;p27"/>
            <p:cNvSpPr/>
            <p:nvPr/>
          </p:nvSpPr>
          <p:spPr>
            <a:xfrm rot="10800000" flipH="1">
              <a:off x="8478650" y="2791166"/>
              <a:ext cx="368400" cy="368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4" name="Google Shape;1234;p27"/>
            <p:cNvGrpSpPr/>
            <p:nvPr/>
          </p:nvGrpSpPr>
          <p:grpSpPr>
            <a:xfrm>
              <a:off x="8581448" y="2850293"/>
              <a:ext cx="162812" cy="250152"/>
              <a:chOff x="3044363" y="1722188"/>
              <a:chExt cx="221875" cy="340900"/>
            </a:xfrm>
          </p:grpSpPr>
          <p:sp>
            <p:nvSpPr>
              <p:cNvPr id="1235" name="Google Shape;1235;p27"/>
              <p:cNvSpPr/>
              <p:nvPr/>
            </p:nvSpPr>
            <p:spPr>
              <a:xfrm>
                <a:off x="3132638" y="1722188"/>
                <a:ext cx="48400" cy="44550"/>
              </a:xfrm>
              <a:custGeom>
                <a:avLst/>
                <a:gdLst/>
                <a:ahLst/>
                <a:cxnLst/>
                <a:rect l="l" t="t" r="r" b="b"/>
                <a:pathLst>
                  <a:path w="1936" h="1782" extrusionOk="0">
                    <a:moveTo>
                      <a:pt x="31" y="0"/>
                    </a:moveTo>
                    <a:lnTo>
                      <a:pt x="1" y="1781"/>
                    </a:lnTo>
                    <a:lnTo>
                      <a:pt x="1935" y="1781"/>
                    </a:lnTo>
                    <a:lnTo>
                      <a:pt x="1935" y="400"/>
                    </a:lnTo>
                    <a:cubicBezTo>
                      <a:pt x="1935" y="185"/>
                      <a:pt x="1751" y="0"/>
                      <a:pt x="15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p:cNvSpPr/>
              <p:nvPr/>
            </p:nvSpPr>
            <p:spPr>
              <a:xfrm>
                <a:off x="3107313" y="1839638"/>
                <a:ext cx="158925" cy="223450"/>
              </a:xfrm>
              <a:custGeom>
                <a:avLst/>
                <a:gdLst/>
                <a:ahLst/>
                <a:cxnLst/>
                <a:rect l="l" t="t" r="r" b="b"/>
                <a:pathLst>
                  <a:path w="6357" h="8938" extrusionOk="0">
                    <a:moveTo>
                      <a:pt x="3158" y="4680"/>
                    </a:moveTo>
                    <a:cubicBezTo>
                      <a:pt x="3798" y="4680"/>
                      <a:pt x="4422" y="5176"/>
                      <a:pt x="4422" y="5927"/>
                    </a:cubicBezTo>
                    <a:cubicBezTo>
                      <a:pt x="4422" y="6602"/>
                      <a:pt x="3869" y="7155"/>
                      <a:pt x="3194" y="7186"/>
                    </a:cubicBezTo>
                    <a:lnTo>
                      <a:pt x="3163" y="7186"/>
                    </a:lnTo>
                    <a:cubicBezTo>
                      <a:pt x="2058" y="7186"/>
                      <a:pt x="1505" y="5834"/>
                      <a:pt x="2303" y="5036"/>
                    </a:cubicBezTo>
                    <a:cubicBezTo>
                      <a:pt x="2549" y="4790"/>
                      <a:pt x="2856" y="4680"/>
                      <a:pt x="3158" y="4680"/>
                    </a:cubicBezTo>
                    <a:close/>
                    <a:moveTo>
                      <a:pt x="430" y="0"/>
                    </a:moveTo>
                    <a:cubicBezTo>
                      <a:pt x="215" y="0"/>
                      <a:pt x="31" y="185"/>
                      <a:pt x="31" y="400"/>
                    </a:cubicBezTo>
                    <a:lnTo>
                      <a:pt x="31" y="5712"/>
                    </a:lnTo>
                    <a:cubicBezTo>
                      <a:pt x="0" y="7431"/>
                      <a:pt x="1351" y="8844"/>
                      <a:pt x="3040" y="8936"/>
                    </a:cubicBezTo>
                    <a:cubicBezTo>
                      <a:pt x="3080" y="8937"/>
                      <a:pt x="3119" y="8938"/>
                      <a:pt x="3158" y="8938"/>
                    </a:cubicBezTo>
                    <a:cubicBezTo>
                      <a:pt x="4827" y="8938"/>
                      <a:pt x="6237" y="7668"/>
                      <a:pt x="6357" y="5988"/>
                    </a:cubicBezTo>
                    <a:lnTo>
                      <a:pt x="6357" y="400"/>
                    </a:lnTo>
                    <a:cubicBezTo>
                      <a:pt x="6357" y="185"/>
                      <a:pt x="6172" y="0"/>
                      <a:pt x="59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p:cNvSpPr/>
              <p:nvPr/>
            </p:nvSpPr>
            <p:spPr>
              <a:xfrm>
                <a:off x="3065863" y="1722188"/>
                <a:ext cx="47625" cy="44550"/>
              </a:xfrm>
              <a:custGeom>
                <a:avLst/>
                <a:gdLst/>
                <a:ahLst/>
                <a:cxnLst/>
                <a:rect l="l" t="t" r="r" b="b"/>
                <a:pathLst>
                  <a:path w="1905" h="1782" extrusionOk="0">
                    <a:moveTo>
                      <a:pt x="369" y="0"/>
                    </a:moveTo>
                    <a:cubicBezTo>
                      <a:pt x="154" y="0"/>
                      <a:pt x="0" y="154"/>
                      <a:pt x="0" y="369"/>
                    </a:cubicBezTo>
                    <a:lnTo>
                      <a:pt x="0" y="1751"/>
                    </a:lnTo>
                    <a:lnTo>
                      <a:pt x="1904" y="1781"/>
                    </a:lnTo>
                    <a:lnTo>
                      <a:pt x="19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p:cNvSpPr/>
              <p:nvPr/>
            </p:nvSpPr>
            <p:spPr>
              <a:xfrm>
                <a:off x="3175638" y="1976288"/>
                <a:ext cx="22275" cy="23050"/>
              </a:xfrm>
              <a:custGeom>
                <a:avLst/>
                <a:gdLst/>
                <a:ahLst/>
                <a:cxnLst/>
                <a:rect l="l" t="t" r="r" b="b"/>
                <a:pathLst>
                  <a:path w="891" h="922" extrusionOk="0">
                    <a:moveTo>
                      <a:pt x="430" y="0"/>
                    </a:moveTo>
                    <a:cubicBezTo>
                      <a:pt x="185" y="0"/>
                      <a:pt x="0" y="215"/>
                      <a:pt x="0" y="461"/>
                    </a:cubicBezTo>
                    <a:cubicBezTo>
                      <a:pt x="0" y="706"/>
                      <a:pt x="185" y="921"/>
                      <a:pt x="430" y="921"/>
                    </a:cubicBezTo>
                    <a:cubicBezTo>
                      <a:pt x="707" y="921"/>
                      <a:pt x="891" y="706"/>
                      <a:pt x="891" y="461"/>
                    </a:cubicBezTo>
                    <a:cubicBezTo>
                      <a:pt x="891" y="215"/>
                      <a:pt x="707" y="0"/>
                      <a:pt x="4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p:cNvSpPr/>
              <p:nvPr/>
            </p:nvSpPr>
            <p:spPr>
              <a:xfrm>
                <a:off x="3044363" y="1786663"/>
                <a:ext cx="157400" cy="274850"/>
              </a:xfrm>
              <a:custGeom>
                <a:avLst/>
                <a:gdLst/>
                <a:ahLst/>
                <a:cxnLst/>
                <a:rect l="l" t="t" r="r" b="b"/>
                <a:pathLst>
                  <a:path w="6296" h="10994" extrusionOk="0">
                    <a:moveTo>
                      <a:pt x="400" y="1"/>
                    </a:moveTo>
                    <a:cubicBezTo>
                      <a:pt x="185" y="1"/>
                      <a:pt x="1" y="185"/>
                      <a:pt x="1" y="400"/>
                    </a:cubicBezTo>
                    <a:lnTo>
                      <a:pt x="1" y="10625"/>
                    </a:lnTo>
                    <a:cubicBezTo>
                      <a:pt x="1" y="10840"/>
                      <a:pt x="185" y="10993"/>
                      <a:pt x="400" y="10993"/>
                    </a:cubicBezTo>
                    <a:lnTo>
                      <a:pt x="3317" y="10993"/>
                    </a:lnTo>
                    <a:cubicBezTo>
                      <a:pt x="2334" y="10256"/>
                      <a:pt x="1751" y="9059"/>
                      <a:pt x="1751" y="7831"/>
                    </a:cubicBezTo>
                    <a:lnTo>
                      <a:pt x="1751" y="2519"/>
                    </a:lnTo>
                    <a:cubicBezTo>
                      <a:pt x="1720" y="1843"/>
                      <a:pt x="2273" y="1321"/>
                      <a:pt x="2948" y="1321"/>
                    </a:cubicBezTo>
                    <a:lnTo>
                      <a:pt x="6295" y="1321"/>
                    </a:lnTo>
                    <a:lnTo>
                      <a:pt x="6295" y="400"/>
                    </a:lnTo>
                    <a:cubicBezTo>
                      <a:pt x="6295" y="185"/>
                      <a:pt x="6142" y="1"/>
                      <a:pt x="59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1240"/>
        <p:cNvGrpSpPr/>
        <p:nvPr/>
      </p:nvGrpSpPr>
      <p:grpSpPr>
        <a:xfrm>
          <a:off x="0" y="0"/>
          <a:ext cx="0" cy="0"/>
          <a:chOff x="0" y="0"/>
          <a:chExt cx="0" cy="0"/>
        </a:xfrm>
      </p:grpSpPr>
      <p:sp>
        <p:nvSpPr>
          <p:cNvPr id="1241" name="Google Shape;1241;p28"/>
          <p:cNvSpPr txBox="1">
            <a:spLocks noGrp="1"/>
          </p:cNvSpPr>
          <p:nvPr>
            <p:ph type="title" hasCustomPrompt="1"/>
          </p:nvPr>
        </p:nvSpPr>
        <p:spPr>
          <a:xfrm>
            <a:off x="713225" y="539500"/>
            <a:ext cx="46302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242" name="Google Shape;1242;p28"/>
          <p:cNvSpPr txBox="1">
            <a:spLocks noGrp="1"/>
          </p:cNvSpPr>
          <p:nvPr>
            <p:ph type="subTitle" idx="1"/>
          </p:nvPr>
        </p:nvSpPr>
        <p:spPr>
          <a:xfrm>
            <a:off x="713225" y="1284000"/>
            <a:ext cx="4630200" cy="37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1243" name="Google Shape;1243;p28"/>
          <p:cNvSpPr txBox="1">
            <a:spLocks noGrp="1"/>
          </p:cNvSpPr>
          <p:nvPr>
            <p:ph type="title" idx="2" hasCustomPrompt="1"/>
          </p:nvPr>
        </p:nvSpPr>
        <p:spPr>
          <a:xfrm>
            <a:off x="713225" y="2013197"/>
            <a:ext cx="46302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244" name="Google Shape;1244;p28"/>
          <p:cNvSpPr txBox="1">
            <a:spLocks noGrp="1"/>
          </p:cNvSpPr>
          <p:nvPr>
            <p:ph type="subTitle" idx="3"/>
          </p:nvPr>
        </p:nvSpPr>
        <p:spPr>
          <a:xfrm>
            <a:off x="713225" y="2757697"/>
            <a:ext cx="4630200" cy="37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1245" name="Google Shape;1245;p28"/>
          <p:cNvSpPr txBox="1">
            <a:spLocks noGrp="1"/>
          </p:cNvSpPr>
          <p:nvPr>
            <p:ph type="title" idx="4" hasCustomPrompt="1"/>
          </p:nvPr>
        </p:nvSpPr>
        <p:spPr>
          <a:xfrm>
            <a:off x="713225" y="3486900"/>
            <a:ext cx="46302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246" name="Google Shape;1246;p28"/>
          <p:cNvSpPr txBox="1">
            <a:spLocks noGrp="1"/>
          </p:cNvSpPr>
          <p:nvPr>
            <p:ph type="subTitle" idx="5"/>
          </p:nvPr>
        </p:nvSpPr>
        <p:spPr>
          <a:xfrm>
            <a:off x="713225" y="4231401"/>
            <a:ext cx="4630200" cy="37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grpSp>
        <p:nvGrpSpPr>
          <p:cNvPr id="1247" name="Google Shape;1247;p28"/>
          <p:cNvGrpSpPr/>
          <p:nvPr/>
        </p:nvGrpSpPr>
        <p:grpSpPr>
          <a:xfrm>
            <a:off x="8179924" y="2727575"/>
            <a:ext cx="995701" cy="2334600"/>
            <a:chOff x="8179924" y="2727575"/>
            <a:chExt cx="995701" cy="2334600"/>
          </a:xfrm>
        </p:grpSpPr>
        <p:grpSp>
          <p:nvGrpSpPr>
            <p:cNvPr id="1248" name="Google Shape;1248;p28"/>
            <p:cNvGrpSpPr/>
            <p:nvPr/>
          </p:nvGrpSpPr>
          <p:grpSpPr>
            <a:xfrm rot="5400000">
              <a:off x="8442586" y="3547725"/>
              <a:ext cx="309275" cy="834600"/>
              <a:chOff x="7473325" y="2654950"/>
              <a:chExt cx="309275" cy="834600"/>
            </a:xfrm>
          </p:grpSpPr>
          <p:sp>
            <p:nvSpPr>
              <p:cNvPr id="1249" name="Google Shape;1249;p28"/>
              <p:cNvSpPr/>
              <p:nvPr/>
            </p:nvSpPr>
            <p:spPr>
              <a:xfrm>
                <a:off x="7521750" y="2982425"/>
                <a:ext cx="242625" cy="477450"/>
              </a:xfrm>
              <a:custGeom>
                <a:avLst/>
                <a:gdLst/>
                <a:ahLst/>
                <a:cxnLst/>
                <a:rect l="l" t="t" r="r" b="b"/>
                <a:pathLst>
                  <a:path w="9705" h="19098" fill="none" extrusionOk="0">
                    <a:moveTo>
                      <a:pt x="0" y="19098"/>
                    </a:moveTo>
                    <a:lnTo>
                      <a:pt x="6581" y="19098"/>
                    </a:lnTo>
                    <a:cubicBezTo>
                      <a:pt x="8289" y="19098"/>
                      <a:pt x="9705" y="17703"/>
                      <a:pt x="9705" y="15974"/>
                    </a:cubicBezTo>
                    <a:lnTo>
                      <a:pt x="9705" y="1"/>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8"/>
              <p:cNvSpPr/>
              <p:nvPr/>
            </p:nvSpPr>
            <p:spPr>
              <a:xfrm>
                <a:off x="7745625" y="2945450"/>
                <a:ext cx="36975" cy="37000"/>
              </a:xfrm>
              <a:custGeom>
                <a:avLst/>
                <a:gdLst/>
                <a:ahLst/>
                <a:cxnLst/>
                <a:rect l="l" t="t" r="r" b="b"/>
                <a:pathLst>
                  <a:path w="1479" h="1480" fill="none" extrusionOk="0">
                    <a:moveTo>
                      <a:pt x="1479" y="751"/>
                    </a:moveTo>
                    <a:cubicBezTo>
                      <a:pt x="1479" y="1146"/>
                      <a:pt x="1146" y="1480"/>
                      <a:pt x="750" y="1480"/>
                    </a:cubicBezTo>
                    <a:cubicBezTo>
                      <a:pt x="333" y="1480"/>
                      <a:pt x="0" y="1146"/>
                      <a:pt x="0" y="751"/>
                    </a:cubicBezTo>
                    <a:cubicBezTo>
                      <a:pt x="0" y="334"/>
                      <a:pt x="333" y="1"/>
                      <a:pt x="750" y="1"/>
                    </a:cubicBezTo>
                    <a:cubicBezTo>
                      <a:pt x="1146" y="1"/>
                      <a:pt x="1479" y="334"/>
                      <a:pt x="1479" y="751"/>
                    </a:cubicBezTo>
                    <a:close/>
                  </a:path>
                </a:pathLst>
              </a:custGeom>
              <a:solidFill>
                <a:schemeClr val="accent4"/>
              </a:solidFill>
              <a:ln w="13025" cap="flat" cmpd="sng">
                <a:solidFill>
                  <a:schemeClr val="accent4"/>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8"/>
              <p:cNvSpPr/>
              <p:nvPr/>
            </p:nvSpPr>
            <p:spPr>
              <a:xfrm>
                <a:off x="7473325" y="3430175"/>
                <a:ext cx="59375" cy="59375"/>
              </a:xfrm>
              <a:custGeom>
                <a:avLst/>
                <a:gdLst/>
                <a:ahLst/>
                <a:cxnLst/>
                <a:rect l="l" t="t" r="r" b="b"/>
                <a:pathLst>
                  <a:path w="2375" h="2375" extrusionOk="0">
                    <a:moveTo>
                      <a:pt x="1187" y="1"/>
                    </a:moveTo>
                    <a:cubicBezTo>
                      <a:pt x="521" y="1"/>
                      <a:pt x="0" y="542"/>
                      <a:pt x="0" y="1188"/>
                    </a:cubicBezTo>
                    <a:cubicBezTo>
                      <a:pt x="0" y="1854"/>
                      <a:pt x="521" y="2375"/>
                      <a:pt x="1187" y="2375"/>
                    </a:cubicBezTo>
                    <a:cubicBezTo>
                      <a:pt x="1833" y="2375"/>
                      <a:pt x="2374" y="1854"/>
                      <a:pt x="2374" y="1188"/>
                    </a:cubicBezTo>
                    <a:cubicBezTo>
                      <a:pt x="2374" y="542"/>
                      <a:pt x="1833" y="1"/>
                      <a:pt x="118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8"/>
              <p:cNvSpPr/>
              <p:nvPr/>
            </p:nvSpPr>
            <p:spPr>
              <a:xfrm>
                <a:off x="7522250" y="2654950"/>
                <a:ext cx="35950" cy="35950"/>
              </a:xfrm>
              <a:custGeom>
                <a:avLst/>
                <a:gdLst/>
                <a:ahLst/>
                <a:cxnLst/>
                <a:rect l="l" t="t" r="r" b="b"/>
                <a:pathLst>
                  <a:path w="1438" h="1438" extrusionOk="0">
                    <a:moveTo>
                      <a:pt x="730" y="0"/>
                    </a:moveTo>
                    <a:cubicBezTo>
                      <a:pt x="334" y="0"/>
                      <a:pt x="1" y="312"/>
                      <a:pt x="1" y="708"/>
                    </a:cubicBezTo>
                    <a:cubicBezTo>
                      <a:pt x="1" y="1104"/>
                      <a:pt x="334" y="1437"/>
                      <a:pt x="730" y="1437"/>
                    </a:cubicBezTo>
                    <a:cubicBezTo>
                      <a:pt x="1125" y="1437"/>
                      <a:pt x="1438" y="1104"/>
                      <a:pt x="1438" y="708"/>
                    </a:cubicBezTo>
                    <a:cubicBezTo>
                      <a:pt x="1438" y="312"/>
                      <a:pt x="1125" y="0"/>
                      <a:pt x="73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8"/>
              <p:cNvSpPr/>
              <p:nvPr/>
            </p:nvSpPr>
            <p:spPr>
              <a:xfrm>
                <a:off x="7552975" y="2672650"/>
                <a:ext cx="211400" cy="272825"/>
              </a:xfrm>
              <a:custGeom>
                <a:avLst/>
                <a:gdLst/>
                <a:ahLst/>
                <a:cxnLst/>
                <a:rect l="l" t="t" r="r" b="b"/>
                <a:pathLst>
                  <a:path w="8456" h="10913" fill="none" extrusionOk="0">
                    <a:moveTo>
                      <a:pt x="8456" y="10913"/>
                    </a:moveTo>
                    <a:lnTo>
                      <a:pt x="8456" y="0"/>
                    </a:lnTo>
                    <a:lnTo>
                      <a:pt x="1" y="0"/>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4" name="Google Shape;1254;p28"/>
            <p:cNvGrpSpPr/>
            <p:nvPr/>
          </p:nvGrpSpPr>
          <p:grpSpPr>
            <a:xfrm rot="-5400000">
              <a:off x="8448525" y="2615900"/>
              <a:ext cx="615425" cy="838775"/>
              <a:chOff x="5029400" y="3925325"/>
              <a:chExt cx="615425" cy="838775"/>
            </a:xfrm>
          </p:grpSpPr>
          <p:sp>
            <p:nvSpPr>
              <p:cNvPr id="1255" name="Google Shape;1255;p28"/>
              <p:cNvSpPr/>
              <p:nvPr/>
            </p:nvSpPr>
            <p:spPr>
              <a:xfrm>
                <a:off x="5048150" y="4412125"/>
                <a:ext cx="567000" cy="141125"/>
              </a:xfrm>
              <a:custGeom>
                <a:avLst/>
                <a:gdLst/>
                <a:ahLst/>
                <a:cxnLst/>
                <a:rect l="l" t="t" r="r" b="b"/>
                <a:pathLst>
                  <a:path w="22680" h="5645" fill="none" extrusionOk="0">
                    <a:moveTo>
                      <a:pt x="22680" y="5644"/>
                    </a:moveTo>
                    <a:lnTo>
                      <a:pt x="3124" y="5644"/>
                    </a:lnTo>
                    <a:cubicBezTo>
                      <a:pt x="1396" y="5644"/>
                      <a:pt x="0" y="4374"/>
                      <a:pt x="0" y="2812"/>
                    </a:cubicBezTo>
                    <a:lnTo>
                      <a:pt x="0" y="0"/>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8"/>
              <p:cNvSpPr/>
              <p:nvPr/>
            </p:nvSpPr>
            <p:spPr>
              <a:xfrm>
                <a:off x="5496425" y="3925325"/>
                <a:ext cx="124450" cy="838775"/>
              </a:xfrm>
              <a:custGeom>
                <a:avLst/>
                <a:gdLst/>
                <a:ahLst/>
                <a:cxnLst/>
                <a:rect l="l" t="t" r="r" b="b"/>
                <a:pathLst>
                  <a:path w="4978" h="33551" fill="none" extrusionOk="0">
                    <a:moveTo>
                      <a:pt x="4978" y="33551"/>
                    </a:moveTo>
                    <a:lnTo>
                      <a:pt x="4978" y="21659"/>
                    </a:lnTo>
                    <a:cubicBezTo>
                      <a:pt x="4978" y="19931"/>
                      <a:pt x="3853" y="18535"/>
                      <a:pt x="2479" y="18535"/>
                    </a:cubicBezTo>
                    <a:cubicBezTo>
                      <a:pt x="1104" y="18535"/>
                      <a:pt x="0" y="17119"/>
                      <a:pt x="0" y="15411"/>
                    </a:cubicBezTo>
                    <a:lnTo>
                      <a:pt x="0" y="0"/>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8"/>
              <p:cNvSpPr/>
              <p:nvPr/>
            </p:nvSpPr>
            <p:spPr>
              <a:xfrm>
                <a:off x="5596375" y="4527175"/>
                <a:ext cx="48450" cy="48450"/>
              </a:xfrm>
              <a:custGeom>
                <a:avLst/>
                <a:gdLst/>
                <a:ahLst/>
                <a:cxnLst/>
                <a:rect l="l" t="t" r="r" b="b"/>
                <a:pathLst>
                  <a:path w="1938" h="1938" extrusionOk="0">
                    <a:moveTo>
                      <a:pt x="980" y="1"/>
                    </a:moveTo>
                    <a:cubicBezTo>
                      <a:pt x="438" y="1"/>
                      <a:pt x="1" y="438"/>
                      <a:pt x="1" y="980"/>
                    </a:cubicBezTo>
                    <a:cubicBezTo>
                      <a:pt x="1" y="1500"/>
                      <a:pt x="438" y="1938"/>
                      <a:pt x="980" y="1938"/>
                    </a:cubicBezTo>
                    <a:cubicBezTo>
                      <a:pt x="1500" y="1938"/>
                      <a:pt x="1938" y="1500"/>
                      <a:pt x="1938" y="980"/>
                    </a:cubicBezTo>
                    <a:cubicBezTo>
                      <a:pt x="1938" y="438"/>
                      <a:pt x="1500" y="1"/>
                      <a:pt x="9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8"/>
              <p:cNvSpPr/>
              <p:nvPr/>
            </p:nvSpPr>
            <p:spPr>
              <a:xfrm>
                <a:off x="5029400" y="4363421"/>
                <a:ext cx="48450" cy="48425"/>
              </a:xfrm>
              <a:custGeom>
                <a:avLst/>
                <a:gdLst/>
                <a:ahLst/>
                <a:cxnLst/>
                <a:rect l="l" t="t" r="r" b="b"/>
                <a:pathLst>
                  <a:path w="1938" h="1937" fill="none" extrusionOk="0">
                    <a:moveTo>
                      <a:pt x="1937" y="979"/>
                    </a:moveTo>
                    <a:cubicBezTo>
                      <a:pt x="1937" y="1500"/>
                      <a:pt x="1500" y="1937"/>
                      <a:pt x="979" y="1937"/>
                    </a:cubicBezTo>
                    <a:cubicBezTo>
                      <a:pt x="438" y="1937"/>
                      <a:pt x="1" y="1500"/>
                      <a:pt x="1" y="979"/>
                    </a:cubicBezTo>
                    <a:cubicBezTo>
                      <a:pt x="1" y="437"/>
                      <a:pt x="438" y="0"/>
                      <a:pt x="979" y="0"/>
                    </a:cubicBezTo>
                    <a:cubicBezTo>
                      <a:pt x="1500" y="0"/>
                      <a:pt x="1937" y="437"/>
                      <a:pt x="1937" y="979"/>
                    </a:cubicBezTo>
                    <a:close/>
                  </a:path>
                </a:pathLst>
              </a:custGeom>
              <a:noFill/>
              <a:ln w="13025" cap="flat" cmpd="sng">
                <a:solidFill>
                  <a:schemeClr val="accent1"/>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9" name="Google Shape;1259;p28"/>
            <p:cNvGrpSpPr/>
            <p:nvPr/>
          </p:nvGrpSpPr>
          <p:grpSpPr>
            <a:xfrm rot="-5400000">
              <a:off x="7854725" y="4189025"/>
              <a:ext cx="1230825" cy="515475"/>
              <a:chOff x="3310225" y="3800875"/>
              <a:chExt cx="1230825" cy="515475"/>
            </a:xfrm>
          </p:grpSpPr>
          <p:sp>
            <p:nvSpPr>
              <p:cNvPr id="1260" name="Google Shape;1260;p28"/>
              <p:cNvSpPr/>
              <p:nvPr/>
            </p:nvSpPr>
            <p:spPr>
              <a:xfrm>
                <a:off x="3334175" y="3852425"/>
                <a:ext cx="1206875" cy="441025"/>
              </a:xfrm>
              <a:custGeom>
                <a:avLst/>
                <a:gdLst/>
                <a:ahLst/>
                <a:cxnLst/>
                <a:rect l="l" t="t" r="r" b="b"/>
                <a:pathLst>
                  <a:path w="48275" h="17641" fill="none" extrusionOk="0">
                    <a:moveTo>
                      <a:pt x="48275" y="17640"/>
                    </a:moveTo>
                    <a:lnTo>
                      <a:pt x="2604" y="17640"/>
                    </a:lnTo>
                    <a:cubicBezTo>
                      <a:pt x="1167" y="17640"/>
                      <a:pt x="1" y="16474"/>
                      <a:pt x="1" y="15037"/>
                    </a:cubicBezTo>
                    <a:lnTo>
                      <a:pt x="1" y="1"/>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8"/>
              <p:cNvSpPr/>
              <p:nvPr/>
            </p:nvSpPr>
            <p:spPr>
              <a:xfrm>
                <a:off x="3856900" y="4270500"/>
                <a:ext cx="107275" cy="45850"/>
              </a:xfrm>
              <a:custGeom>
                <a:avLst/>
                <a:gdLst/>
                <a:ahLst/>
                <a:cxnLst/>
                <a:rect l="l" t="t" r="r" b="b"/>
                <a:pathLst>
                  <a:path w="4291" h="1834" extrusionOk="0">
                    <a:moveTo>
                      <a:pt x="417" y="1"/>
                    </a:moveTo>
                    <a:cubicBezTo>
                      <a:pt x="188" y="1"/>
                      <a:pt x="1" y="167"/>
                      <a:pt x="22" y="396"/>
                    </a:cubicBezTo>
                    <a:lnTo>
                      <a:pt x="22" y="1438"/>
                    </a:lnTo>
                    <a:cubicBezTo>
                      <a:pt x="22" y="1646"/>
                      <a:pt x="188" y="1833"/>
                      <a:pt x="417" y="1833"/>
                    </a:cubicBezTo>
                    <a:lnTo>
                      <a:pt x="3895" y="1833"/>
                    </a:lnTo>
                    <a:cubicBezTo>
                      <a:pt x="4103" y="1833"/>
                      <a:pt x="4291" y="1646"/>
                      <a:pt x="4291" y="1438"/>
                    </a:cubicBezTo>
                    <a:lnTo>
                      <a:pt x="4291" y="396"/>
                    </a:lnTo>
                    <a:cubicBezTo>
                      <a:pt x="4291" y="167"/>
                      <a:pt x="4103" y="1"/>
                      <a:pt x="3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8"/>
              <p:cNvSpPr/>
              <p:nvPr/>
            </p:nvSpPr>
            <p:spPr>
              <a:xfrm>
                <a:off x="3310225" y="3800875"/>
                <a:ext cx="48450" cy="48450"/>
              </a:xfrm>
              <a:custGeom>
                <a:avLst/>
                <a:gdLst/>
                <a:ahLst/>
                <a:cxnLst/>
                <a:rect l="l" t="t" r="r" b="b"/>
                <a:pathLst>
                  <a:path w="1938" h="1938" fill="none" extrusionOk="0">
                    <a:moveTo>
                      <a:pt x="1937" y="980"/>
                    </a:moveTo>
                    <a:cubicBezTo>
                      <a:pt x="1937" y="1521"/>
                      <a:pt x="1500" y="1938"/>
                      <a:pt x="959" y="1938"/>
                    </a:cubicBezTo>
                    <a:cubicBezTo>
                      <a:pt x="417" y="1938"/>
                      <a:pt x="1" y="1521"/>
                      <a:pt x="1" y="980"/>
                    </a:cubicBezTo>
                    <a:cubicBezTo>
                      <a:pt x="1" y="438"/>
                      <a:pt x="417" y="1"/>
                      <a:pt x="959" y="1"/>
                    </a:cubicBezTo>
                    <a:cubicBezTo>
                      <a:pt x="1500" y="1"/>
                      <a:pt x="1937" y="438"/>
                      <a:pt x="1937" y="980"/>
                    </a:cubicBezTo>
                    <a:close/>
                  </a:path>
                </a:pathLst>
              </a:custGeom>
              <a:noFill/>
              <a:ln w="13025" cap="flat" cmpd="sng">
                <a:solidFill>
                  <a:schemeClr val="accent1"/>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263"/>
        <p:cNvGrpSpPr/>
        <p:nvPr/>
      </p:nvGrpSpPr>
      <p:grpSpPr>
        <a:xfrm>
          <a:off x="0" y="0"/>
          <a:ext cx="0" cy="0"/>
          <a:chOff x="0" y="0"/>
          <a:chExt cx="0" cy="0"/>
        </a:xfrm>
      </p:grpSpPr>
      <p:sp>
        <p:nvSpPr>
          <p:cNvPr id="1264" name="Google Shape;1264;p29"/>
          <p:cNvSpPr txBox="1">
            <a:spLocks noGrp="1"/>
          </p:cNvSpPr>
          <p:nvPr>
            <p:ph type="title"/>
          </p:nvPr>
        </p:nvSpPr>
        <p:spPr>
          <a:xfrm>
            <a:off x="2241626" y="539500"/>
            <a:ext cx="4660800" cy="928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sz="6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65" name="Google Shape;1265;p29"/>
          <p:cNvSpPr txBox="1">
            <a:spLocks noGrp="1"/>
          </p:cNvSpPr>
          <p:nvPr>
            <p:ph type="subTitle" idx="1"/>
          </p:nvPr>
        </p:nvSpPr>
        <p:spPr>
          <a:xfrm>
            <a:off x="2241574" y="1509625"/>
            <a:ext cx="4660800" cy="105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66" name="Google Shape;1266;p29"/>
          <p:cNvSpPr txBox="1"/>
          <p:nvPr/>
        </p:nvSpPr>
        <p:spPr>
          <a:xfrm>
            <a:off x="2326825" y="3688150"/>
            <a:ext cx="4490400" cy="55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b="1">
                <a:solidFill>
                  <a:schemeClr val="dk1"/>
                </a:solidFill>
                <a:latin typeface="Metrophobic"/>
                <a:ea typeface="Metrophobic"/>
                <a:cs typeface="Metrophobic"/>
                <a:sym typeface="Metrophobic"/>
              </a:rPr>
              <a:t>CRÉDITOS</a:t>
            </a:r>
            <a:r>
              <a:rPr lang="en" sz="1000">
                <a:solidFill>
                  <a:schemeClr val="dk1"/>
                </a:solidFill>
                <a:latin typeface="Metrophobic"/>
                <a:ea typeface="Metrophobic"/>
                <a:cs typeface="Metrophobic"/>
                <a:sym typeface="Metrophobic"/>
              </a:rPr>
              <a:t>: Esta plantilla para presentaciones es una creación de </a:t>
            </a:r>
            <a:r>
              <a:rPr lang="en" sz="1000" b="1" u="sng">
                <a:solidFill>
                  <a:schemeClr val="hlink"/>
                </a:solidFill>
                <a:latin typeface="Metrophobic"/>
                <a:ea typeface="Metrophobic"/>
                <a:cs typeface="Metrophobic"/>
                <a:sym typeface="Metrophobic"/>
                <a:hlinkClick r:id="rId2"/>
              </a:rPr>
              <a:t>Slidesgo</a:t>
            </a:r>
            <a:r>
              <a:rPr lang="en" sz="1000">
                <a:solidFill>
                  <a:schemeClr val="dk1"/>
                </a:solidFill>
                <a:latin typeface="Metrophobic"/>
                <a:ea typeface="Metrophobic"/>
                <a:cs typeface="Metrophobic"/>
                <a:sym typeface="Metrophobic"/>
              </a:rPr>
              <a:t>, e incluye iconos de </a:t>
            </a:r>
            <a:r>
              <a:rPr lang="en" sz="1000" b="1" u="sng">
                <a:solidFill>
                  <a:schemeClr val="dk1"/>
                </a:solidFill>
                <a:latin typeface="Metrophobic"/>
                <a:ea typeface="Metrophobic"/>
                <a:cs typeface="Metrophobic"/>
                <a:sym typeface="Metrophobic"/>
                <a:hlinkClick r:id="rId3">
                  <a:extLst>
                    <a:ext uri="{A12FA001-AC4F-418D-AE19-62706E023703}">
                      <ahyp:hlinkClr xmlns:ahyp="http://schemas.microsoft.com/office/drawing/2018/hyperlinkcolor" val="tx"/>
                    </a:ext>
                  </a:extLst>
                </a:hlinkClick>
              </a:rPr>
              <a:t>Flaticon</a:t>
            </a:r>
            <a:r>
              <a:rPr lang="en" sz="1000">
                <a:solidFill>
                  <a:schemeClr val="dk1"/>
                </a:solidFill>
                <a:latin typeface="Metrophobic"/>
                <a:ea typeface="Metrophobic"/>
                <a:cs typeface="Metrophobic"/>
                <a:sym typeface="Metrophobic"/>
              </a:rPr>
              <a:t>, e infografías e imágenes de </a:t>
            </a:r>
            <a:r>
              <a:rPr lang="en" sz="1000" b="1" u="sng">
                <a:solidFill>
                  <a:schemeClr val="dk1"/>
                </a:solidFill>
                <a:latin typeface="Metrophobic"/>
                <a:ea typeface="Metrophobic"/>
                <a:cs typeface="Metrophobic"/>
                <a:sym typeface="Metrophobic"/>
                <a:hlinkClick r:id="rId4">
                  <a:extLst>
                    <a:ext uri="{A12FA001-AC4F-418D-AE19-62706E023703}">
                      <ahyp:hlinkClr xmlns:ahyp="http://schemas.microsoft.com/office/drawing/2018/hyperlinkcolor" val="tx"/>
                    </a:ext>
                  </a:extLst>
                </a:hlinkClick>
              </a:rPr>
              <a:t>Freepik</a:t>
            </a:r>
            <a:r>
              <a:rPr lang="en" u="sng">
                <a:solidFill>
                  <a:schemeClr val="dk1"/>
                </a:solidFill>
                <a:latin typeface="Metrophobic"/>
                <a:ea typeface="Metrophobic"/>
                <a:cs typeface="Metrophobic"/>
                <a:sym typeface="Metrophobic"/>
              </a:rPr>
              <a:t> </a:t>
            </a:r>
            <a:endParaRPr b="1" u="sng">
              <a:solidFill>
                <a:schemeClr val="dk1"/>
              </a:solidFill>
              <a:latin typeface="Metrophobic"/>
              <a:ea typeface="Metrophobic"/>
              <a:cs typeface="Metrophobic"/>
              <a:sym typeface="Metrophobic"/>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267"/>
        <p:cNvGrpSpPr/>
        <p:nvPr/>
      </p:nvGrpSpPr>
      <p:grpSpPr>
        <a:xfrm>
          <a:off x="0" y="0"/>
          <a:ext cx="0" cy="0"/>
          <a:chOff x="0" y="0"/>
          <a:chExt cx="0" cy="0"/>
        </a:xfrm>
      </p:grpSpPr>
      <p:grpSp>
        <p:nvGrpSpPr>
          <p:cNvPr id="1268" name="Google Shape;1268;p30"/>
          <p:cNvGrpSpPr/>
          <p:nvPr/>
        </p:nvGrpSpPr>
        <p:grpSpPr>
          <a:xfrm>
            <a:off x="215575" y="-867126"/>
            <a:ext cx="8928425" cy="6313351"/>
            <a:chOff x="215575" y="-867126"/>
            <a:chExt cx="8928425" cy="6313351"/>
          </a:xfrm>
        </p:grpSpPr>
        <p:grpSp>
          <p:nvGrpSpPr>
            <p:cNvPr id="1269" name="Google Shape;1269;p30"/>
            <p:cNvGrpSpPr/>
            <p:nvPr/>
          </p:nvGrpSpPr>
          <p:grpSpPr>
            <a:xfrm>
              <a:off x="215575" y="4330421"/>
              <a:ext cx="1300100" cy="1115804"/>
              <a:chOff x="215575" y="4330421"/>
              <a:chExt cx="1300100" cy="1115804"/>
            </a:xfrm>
          </p:grpSpPr>
          <p:grpSp>
            <p:nvGrpSpPr>
              <p:cNvPr id="1270" name="Google Shape;1270;p30"/>
              <p:cNvGrpSpPr/>
              <p:nvPr/>
            </p:nvGrpSpPr>
            <p:grpSpPr>
              <a:xfrm>
                <a:off x="703950" y="4330421"/>
                <a:ext cx="615425" cy="887204"/>
                <a:chOff x="627750" y="4254221"/>
                <a:chExt cx="615425" cy="887204"/>
              </a:xfrm>
            </p:grpSpPr>
            <p:grpSp>
              <p:nvGrpSpPr>
                <p:cNvPr id="1271" name="Google Shape;1271;p30"/>
                <p:cNvGrpSpPr/>
                <p:nvPr/>
              </p:nvGrpSpPr>
              <p:grpSpPr>
                <a:xfrm>
                  <a:off x="627750" y="4302650"/>
                  <a:ext cx="615425" cy="838775"/>
                  <a:chOff x="5029400" y="3925325"/>
                  <a:chExt cx="615425" cy="838775"/>
                </a:xfrm>
              </p:grpSpPr>
              <p:sp>
                <p:nvSpPr>
                  <p:cNvPr id="1272" name="Google Shape;1272;p30"/>
                  <p:cNvSpPr/>
                  <p:nvPr/>
                </p:nvSpPr>
                <p:spPr>
                  <a:xfrm>
                    <a:off x="5048150" y="4412125"/>
                    <a:ext cx="567000" cy="141125"/>
                  </a:xfrm>
                  <a:custGeom>
                    <a:avLst/>
                    <a:gdLst/>
                    <a:ahLst/>
                    <a:cxnLst/>
                    <a:rect l="l" t="t" r="r" b="b"/>
                    <a:pathLst>
                      <a:path w="22680" h="5645" fill="none" extrusionOk="0">
                        <a:moveTo>
                          <a:pt x="22680" y="5644"/>
                        </a:moveTo>
                        <a:lnTo>
                          <a:pt x="3124" y="5644"/>
                        </a:lnTo>
                        <a:cubicBezTo>
                          <a:pt x="1396" y="5644"/>
                          <a:pt x="0" y="4374"/>
                          <a:pt x="0" y="2812"/>
                        </a:cubicBezTo>
                        <a:lnTo>
                          <a:pt x="0" y="0"/>
                        </a:lnTo>
                      </a:path>
                    </a:pathLst>
                  </a:custGeom>
                  <a:noFill/>
                  <a:ln w="130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30"/>
                  <p:cNvSpPr/>
                  <p:nvPr/>
                </p:nvSpPr>
                <p:spPr>
                  <a:xfrm>
                    <a:off x="5496425" y="3925325"/>
                    <a:ext cx="124450" cy="838775"/>
                  </a:xfrm>
                  <a:custGeom>
                    <a:avLst/>
                    <a:gdLst/>
                    <a:ahLst/>
                    <a:cxnLst/>
                    <a:rect l="l" t="t" r="r" b="b"/>
                    <a:pathLst>
                      <a:path w="4978" h="33551" fill="none" extrusionOk="0">
                        <a:moveTo>
                          <a:pt x="4978" y="33551"/>
                        </a:moveTo>
                        <a:lnTo>
                          <a:pt x="4978" y="21659"/>
                        </a:lnTo>
                        <a:cubicBezTo>
                          <a:pt x="4978" y="19931"/>
                          <a:pt x="3853" y="18535"/>
                          <a:pt x="2479" y="18535"/>
                        </a:cubicBezTo>
                        <a:cubicBezTo>
                          <a:pt x="1104" y="18535"/>
                          <a:pt x="0" y="17119"/>
                          <a:pt x="0" y="15411"/>
                        </a:cubicBezTo>
                        <a:lnTo>
                          <a:pt x="0" y="0"/>
                        </a:lnTo>
                      </a:path>
                    </a:pathLst>
                  </a:custGeom>
                  <a:noFill/>
                  <a:ln w="130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30"/>
                  <p:cNvSpPr/>
                  <p:nvPr/>
                </p:nvSpPr>
                <p:spPr>
                  <a:xfrm>
                    <a:off x="5596375" y="4527175"/>
                    <a:ext cx="48450" cy="48450"/>
                  </a:xfrm>
                  <a:custGeom>
                    <a:avLst/>
                    <a:gdLst/>
                    <a:ahLst/>
                    <a:cxnLst/>
                    <a:rect l="l" t="t" r="r" b="b"/>
                    <a:pathLst>
                      <a:path w="1938" h="1938" extrusionOk="0">
                        <a:moveTo>
                          <a:pt x="980" y="1"/>
                        </a:moveTo>
                        <a:cubicBezTo>
                          <a:pt x="438" y="1"/>
                          <a:pt x="1" y="438"/>
                          <a:pt x="1" y="980"/>
                        </a:cubicBezTo>
                        <a:cubicBezTo>
                          <a:pt x="1" y="1500"/>
                          <a:pt x="438" y="1938"/>
                          <a:pt x="980" y="1938"/>
                        </a:cubicBezTo>
                        <a:cubicBezTo>
                          <a:pt x="1500" y="1938"/>
                          <a:pt x="1938" y="1500"/>
                          <a:pt x="1938" y="980"/>
                        </a:cubicBezTo>
                        <a:cubicBezTo>
                          <a:pt x="1938" y="438"/>
                          <a:pt x="1500" y="1"/>
                          <a:pt x="980"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30"/>
                  <p:cNvSpPr/>
                  <p:nvPr/>
                </p:nvSpPr>
                <p:spPr>
                  <a:xfrm>
                    <a:off x="5029400" y="4363421"/>
                    <a:ext cx="48450" cy="48425"/>
                  </a:xfrm>
                  <a:custGeom>
                    <a:avLst/>
                    <a:gdLst/>
                    <a:ahLst/>
                    <a:cxnLst/>
                    <a:rect l="l" t="t" r="r" b="b"/>
                    <a:pathLst>
                      <a:path w="1938" h="1937" fill="none" extrusionOk="0">
                        <a:moveTo>
                          <a:pt x="1937" y="979"/>
                        </a:moveTo>
                        <a:cubicBezTo>
                          <a:pt x="1937" y="1500"/>
                          <a:pt x="1500" y="1937"/>
                          <a:pt x="979" y="1937"/>
                        </a:cubicBezTo>
                        <a:cubicBezTo>
                          <a:pt x="438" y="1937"/>
                          <a:pt x="1" y="1500"/>
                          <a:pt x="1" y="979"/>
                        </a:cubicBezTo>
                        <a:cubicBezTo>
                          <a:pt x="1" y="437"/>
                          <a:pt x="438" y="0"/>
                          <a:pt x="979" y="0"/>
                        </a:cubicBezTo>
                        <a:cubicBezTo>
                          <a:pt x="1500" y="0"/>
                          <a:pt x="1937" y="437"/>
                          <a:pt x="1937" y="979"/>
                        </a:cubicBezTo>
                        <a:close/>
                      </a:path>
                    </a:pathLst>
                  </a:custGeom>
                  <a:noFill/>
                  <a:ln w="1302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76" name="Google Shape;1276;p30"/>
                <p:cNvSpPr/>
                <p:nvPr/>
              </p:nvSpPr>
              <p:spPr>
                <a:xfrm>
                  <a:off x="1070000" y="4254221"/>
                  <a:ext cx="48450" cy="48425"/>
                </a:xfrm>
                <a:custGeom>
                  <a:avLst/>
                  <a:gdLst/>
                  <a:ahLst/>
                  <a:cxnLst/>
                  <a:rect l="l" t="t" r="r" b="b"/>
                  <a:pathLst>
                    <a:path w="1938" h="1937" fill="none" extrusionOk="0">
                      <a:moveTo>
                        <a:pt x="1937" y="979"/>
                      </a:moveTo>
                      <a:cubicBezTo>
                        <a:pt x="1937" y="1500"/>
                        <a:pt x="1500" y="1937"/>
                        <a:pt x="979" y="1937"/>
                      </a:cubicBezTo>
                      <a:cubicBezTo>
                        <a:pt x="438" y="1937"/>
                        <a:pt x="1" y="1500"/>
                        <a:pt x="1" y="979"/>
                      </a:cubicBezTo>
                      <a:cubicBezTo>
                        <a:pt x="1" y="437"/>
                        <a:pt x="438" y="0"/>
                        <a:pt x="979" y="0"/>
                      </a:cubicBezTo>
                      <a:cubicBezTo>
                        <a:pt x="1500" y="0"/>
                        <a:pt x="1937" y="437"/>
                        <a:pt x="1937" y="979"/>
                      </a:cubicBezTo>
                      <a:close/>
                    </a:path>
                  </a:pathLst>
                </a:custGeom>
                <a:noFill/>
                <a:ln w="13025" cap="flat" cmpd="sng">
                  <a:solidFill>
                    <a:schemeClr val="dk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7" name="Google Shape;1277;p30"/>
              <p:cNvGrpSpPr/>
              <p:nvPr/>
            </p:nvGrpSpPr>
            <p:grpSpPr>
              <a:xfrm>
                <a:off x="215575" y="4556425"/>
                <a:ext cx="1300100" cy="889800"/>
                <a:chOff x="4541025" y="3874300"/>
                <a:chExt cx="1300100" cy="889800"/>
              </a:xfrm>
            </p:grpSpPr>
            <p:sp>
              <p:nvSpPr>
                <p:cNvPr id="1278" name="Google Shape;1278;p30"/>
                <p:cNvSpPr/>
                <p:nvPr/>
              </p:nvSpPr>
              <p:spPr>
                <a:xfrm>
                  <a:off x="4592575" y="4337675"/>
                  <a:ext cx="25" cy="426425"/>
                </a:xfrm>
                <a:custGeom>
                  <a:avLst/>
                  <a:gdLst/>
                  <a:ahLst/>
                  <a:cxnLst/>
                  <a:rect l="l" t="t" r="r" b="b"/>
                  <a:pathLst>
                    <a:path w="1" h="17057" fill="none" extrusionOk="0">
                      <a:moveTo>
                        <a:pt x="1" y="0"/>
                      </a:moveTo>
                      <a:lnTo>
                        <a:pt x="1" y="17057"/>
                      </a:lnTo>
                    </a:path>
                  </a:pathLst>
                </a:custGeom>
                <a:noFill/>
                <a:ln w="145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30"/>
                <p:cNvSpPr/>
                <p:nvPr/>
              </p:nvSpPr>
              <p:spPr>
                <a:xfrm>
                  <a:off x="4586850" y="3898250"/>
                  <a:ext cx="1230825" cy="349375"/>
                </a:xfrm>
                <a:custGeom>
                  <a:avLst/>
                  <a:gdLst/>
                  <a:ahLst/>
                  <a:cxnLst/>
                  <a:rect l="l" t="t" r="r" b="b"/>
                  <a:pathLst>
                    <a:path w="49233" h="13975" fill="none" extrusionOk="0">
                      <a:moveTo>
                        <a:pt x="49233" y="0"/>
                      </a:moveTo>
                      <a:lnTo>
                        <a:pt x="18973" y="0"/>
                      </a:lnTo>
                      <a:cubicBezTo>
                        <a:pt x="17244" y="0"/>
                        <a:pt x="15849" y="1396"/>
                        <a:pt x="15849" y="3124"/>
                      </a:cubicBezTo>
                      <a:lnTo>
                        <a:pt x="15849" y="4165"/>
                      </a:lnTo>
                      <a:cubicBezTo>
                        <a:pt x="15849" y="5894"/>
                        <a:pt x="14454" y="7289"/>
                        <a:pt x="12725" y="7289"/>
                      </a:cubicBezTo>
                      <a:lnTo>
                        <a:pt x="3124" y="7289"/>
                      </a:lnTo>
                      <a:cubicBezTo>
                        <a:pt x="1396" y="7289"/>
                        <a:pt x="1" y="8685"/>
                        <a:pt x="1" y="10413"/>
                      </a:cubicBezTo>
                      <a:lnTo>
                        <a:pt x="1" y="13974"/>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30"/>
                <p:cNvSpPr/>
                <p:nvPr/>
              </p:nvSpPr>
              <p:spPr>
                <a:xfrm>
                  <a:off x="5442800" y="3875825"/>
                  <a:ext cx="106750" cy="45875"/>
                </a:xfrm>
                <a:custGeom>
                  <a:avLst/>
                  <a:gdLst/>
                  <a:ahLst/>
                  <a:cxnLst/>
                  <a:rect l="l" t="t" r="r" b="b"/>
                  <a:pathLst>
                    <a:path w="4270" h="1835" extrusionOk="0">
                      <a:moveTo>
                        <a:pt x="361" y="0"/>
                      </a:moveTo>
                      <a:cubicBezTo>
                        <a:pt x="150" y="0"/>
                        <a:pt x="0" y="180"/>
                        <a:pt x="0" y="397"/>
                      </a:cubicBezTo>
                      <a:lnTo>
                        <a:pt x="0" y="1439"/>
                      </a:lnTo>
                      <a:cubicBezTo>
                        <a:pt x="0" y="1668"/>
                        <a:pt x="188" y="1834"/>
                        <a:pt x="396" y="1834"/>
                      </a:cubicBezTo>
                      <a:lnTo>
                        <a:pt x="3874" y="1834"/>
                      </a:lnTo>
                      <a:cubicBezTo>
                        <a:pt x="4103" y="1834"/>
                        <a:pt x="4270" y="1647"/>
                        <a:pt x="4270" y="1439"/>
                      </a:cubicBezTo>
                      <a:lnTo>
                        <a:pt x="4270" y="397"/>
                      </a:lnTo>
                      <a:cubicBezTo>
                        <a:pt x="4270" y="168"/>
                        <a:pt x="4082" y="2"/>
                        <a:pt x="3874" y="2"/>
                      </a:cubicBezTo>
                      <a:lnTo>
                        <a:pt x="396" y="2"/>
                      </a:lnTo>
                      <a:cubicBezTo>
                        <a:pt x="384" y="1"/>
                        <a:pt x="373" y="0"/>
                        <a:pt x="361"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30"/>
                <p:cNvSpPr/>
                <p:nvPr/>
              </p:nvSpPr>
              <p:spPr>
                <a:xfrm>
                  <a:off x="5792675" y="3874300"/>
                  <a:ext cx="48450" cy="48450"/>
                </a:xfrm>
                <a:custGeom>
                  <a:avLst/>
                  <a:gdLst/>
                  <a:ahLst/>
                  <a:cxnLst/>
                  <a:rect l="l" t="t" r="r" b="b"/>
                  <a:pathLst>
                    <a:path w="1938" h="1938" extrusionOk="0">
                      <a:moveTo>
                        <a:pt x="958" y="0"/>
                      </a:moveTo>
                      <a:cubicBezTo>
                        <a:pt x="438" y="0"/>
                        <a:pt x="0" y="438"/>
                        <a:pt x="0" y="979"/>
                      </a:cubicBezTo>
                      <a:cubicBezTo>
                        <a:pt x="0" y="1500"/>
                        <a:pt x="438" y="1937"/>
                        <a:pt x="958" y="1937"/>
                      </a:cubicBezTo>
                      <a:cubicBezTo>
                        <a:pt x="1500" y="1937"/>
                        <a:pt x="1937" y="1500"/>
                        <a:pt x="1937" y="979"/>
                      </a:cubicBezTo>
                      <a:cubicBezTo>
                        <a:pt x="1937" y="438"/>
                        <a:pt x="1500" y="0"/>
                        <a:pt x="958"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30"/>
                <p:cNvSpPr/>
                <p:nvPr/>
              </p:nvSpPr>
              <p:spPr>
                <a:xfrm>
                  <a:off x="4541025" y="4247600"/>
                  <a:ext cx="91675" cy="91650"/>
                </a:xfrm>
                <a:custGeom>
                  <a:avLst/>
                  <a:gdLst/>
                  <a:ahLst/>
                  <a:cxnLst/>
                  <a:rect l="l" t="t" r="r" b="b"/>
                  <a:pathLst>
                    <a:path w="3667" h="3666" fill="none" extrusionOk="0">
                      <a:moveTo>
                        <a:pt x="3666" y="1833"/>
                      </a:moveTo>
                      <a:cubicBezTo>
                        <a:pt x="3666" y="2854"/>
                        <a:pt x="2833" y="3666"/>
                        <a:pt x="1834" y="3666"/>
                      </a:cubicBezTo>
                      <a:cubicBezTo>
                        <a:pt x="813" y="3666"/>
                        <a:pt x="1" y="2854"/>
                        <a:pt x="1" y="1833"/>
                      </a:cubicBezTo>
                      <a:cubicBezTo>
                        <a:pt x="1" y="813"/>
                        <a:pt x="813" y="0"/>
                        <a:pt x="1834" y="0"/>
                      </a:cubicBezTo>
                      <a:cubicBezTo>
                        <a:pt x="2833" y="0"/>
                        <a:pt x="3666" y="813"/>
                        <a:pt x="3666" y="1833"/>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83" name="Google Shape;1283;p30"/>
            <p:cNvGrpSpPr/>
            <p:nvPr/>
          </p:nvGrpSpPr>
          <p:grpSpPr>
            <a:xfrm>
              <a:off x="7404500" y="-867126"/>
              <a:ext cx="1739500" cy="2987285"/>
              <a:chOff x="7404500" y="-867126"/>
              <a:chExt cx="1739500" cy="2987285"/>
            </a:xfrm>
          </p:grpSpPr>
          <p:grpSp>
            <p:nvGrpSpPr>
              <p:cNvPr id="1284" name="Google Shape;1284;p30"/>
              <p:cNvGrpSpPr/>
              <p:nvPr/>
            </p:nvGrpSpPr>
            <p:grpSpPr>
              <a:xfrm flipH="1">
                <a:off x="7422700" y="46624"/>
                <a:ext cx="1721300" cy="369675"/>
                <a:chOff x="202975" y="1277300"/>
                <a:chExt cx="1721300" cy="369675"/>
              </a:xfrm>
            </p:grpSpPr>
            <p:sp>
              <p:nvSpPr>
                <p:cNvPr id="1285" name="Google Shape;1285;p30"/>
                <p:cNvSpPr/>
                <p:nvPr/>
              </p:nvSpPr>
              <p:spPr>
                <a:xfrm>
                  <a:off x="1767000" y="1293950"/>
                  <a:ext cx="144775" cy="163000"/>
                </a:xfrm>
                <a:custGeom>
                  <a:avLst/>
                  <a:gdLst/>
                  <a:ahLst/>
                  <a:cxnLst/>
                  <a:rect l="l" t="t" r="r" b="b"/>
                  <a:pathLst>
                    <a:path w="5791" h="6520" fill="none" extrusionOk="0">
                      <a:moveTo>
                        <a:pt x="1" y="6519"/>
                      </a:moveTo>
                      <a:lnTo>
                        <a:pt x="2895" y="6519"/>
                      </a:lnTo>
                      <a:cubicBezTo>
                        <a:pt x="4478" y="6519"/>
                        <a:pt x="5790" y="5124"/>
                        <a:pt x="5790" y="3395"/>
                      </a:cubicBezTo>
                      <a:lnTo>
                        <a:pt x="5790"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30"/>
                <p:cNvSpPr/>
                <p:nvPr/>
              </p:nvSpPr>
              <p:spPr>
                <a:xfrm>
                  <a:off x="202975" y="1458475"/>
                  <a:ext cx="1504175" cy="157775"/>
                </a:xfrm>
                <a:custGeom>
                  <a:avLst/>
                  <a:gdLst/>
                  <a:ahLst/>
                  <a:cxnLst/>
                  <a:rect l="l" t="t" r="r" b="b"/>
                  <a:pathLst>
                    <a:path w="60167" h="6311" fill="none" extrusionOk="0">
                      <a:moveTo>
                        <a:pt x="1" y="6311"/>
                      </a:moveTo>
                      <a:lnTo>
                        <a:pt x="24284" y="6311"/>
                      </a:lnTo>
                      <a:cubicBezTo>
                        <a:pt x="26012" y="6311"/>
                        <a:pt x="27408" y="4916"/>
                        <a:pt x="27408" y="3187"/>
                      </a:cubicBezTo>
                      <a:cubicBezTo>
                        <a:pt x="27408" y="1459"/>
                        <a:pt x="28803" y="63"/>
                        <a:pt x="30531" y="63"/>
                      </a:cubicBezTo>
                      <a:lnTo>
                        <a:pt x="60167"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30"/>
                <p:cNvSpPr/>
                <p:nvPr/>
              </p:nvSpPr>
              <p:spPr>
                <a:xfrm>
                  <a:off x="326375" y="1572500"/>
                  <a:ext cx="74475" cy="74475"/>
                </a:xfrm>
                <a:custGeom>
                  <a:avLst/>
                  <a:gdLst/>
                  <a:ahLst/>
                  <a:cxnLst/>
                  <a:rect l="l" t="t" r="r" b="b"/>
                  <a:pathLst>
                    <a:path w="2979" h="2979" extrusionOk="0">
                      <a:moveTo>
                        <a:pt x="1500" y="1"/>
                      </a:moveTo>
                      <a:cubicBezTo>
                        <a:pt x="667" y="1"/>
                        <a:pt x="0" y="667"/>
                        <a:pt x="0" y="1500"/>
                      </a:cubicBezTo>
                      <a:cubicBezTo>
                        <a:pt x="0" y="2312"/>
                        <a:pt x="667" y="2979"/>
                        <a:pt x="1500" y="2979"/>
                      </a:cubicBezTo>
                      <a:cubicBezTo>
                        <a:pt x="2312" y="2979"/>
                        <a:pt x="2979" y="2312"/>
                        <a:pt x="2979" y="1500"/>
                      </a:cubicBezTo>
                      <a:cubicBezTo>
                        <a:pt x="2979" y="667"/>
                        <a:pt x="2312" y="1"/>
                        <a:pt x="15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30"/>
                <p:cNvSpPr/>
                <p:nvPr/>
              </p:nvSpPr>
              <p:spPr>
                <a:xfrm>
                  <a:off x="1887800" y="1277300"/>
                  <a:ext cx="36475" cy="36475"/>
                </a:xfrm>
                <a:custGeom>
                  <a:avLst/>
                  <a:gdLst/>
                  <a:ahLst/>
                  <a:cxnLst/>
                  <a:rect l="l" t="t" r="r" b="b"/>
                  <a:pathLst>
                    <a:path w="1459" h="1459" extrusionOk="0">
                      <a:moveTo>
                        <a:pt x="729" y="0"/>
                      </a:moveTo>
                      <a:cubicBezTo>
                        <a:pt x="334" y="0"/>
                        <a:pt x="0" y="334"/>
                        <a:pt x="0" y="729"/>
                      </a:cubicBezTo>
                      <a:cubicBezTo>
                        <a:pt x="0" y="1125"/>
                        <a:pt x="334" y="1458"/>
                        <a:pt x="729" y="1458"/>
                      </a:cubicBezTo>
                      <a:cubicBezTo>
                        <a:pt x="1125" y="1458"/>
                        <a:pt x="1458" y="1125"/>
                        <a:pt x="1458" y="729"/>
                      </a:cubicBezTo>
                      <a:cubicBezTo>
                        <a:pt x="1458" y="334"/>
                        <a:pt x="1125" y="0"/>
                        <a:pt x="7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9" name="Google Shape;1289;p30"/>
              <p:cNvGrpSpPr/>
              <p:nvPr/>
            </p:nvGrpSpPr>
            <p:grpSpPr>
              <a:xfrm flipH="1">
                <a:off x="8251125" y="-191704"/>
                <a:ext cx="647725" cy="2014925"/>
                <a:chOff x="905325" y="1001350"/>
                <a:chExt cx="647725" cy="2014925"/>
              </a:xfrm>
            </p:grpSpPr>
            <p:sp>
              <p:nvSpPr>
                <p:cNvPr id="1290" name="Google Shape;1290;p30"/>
                <p:cNvSpPr/>
                <p:nvPr/>
              </p:nvSpPr>
              <p:spPr>
                <a:xfrm>
                  <a:off x="1353600" y="2453950"/>
                  <a:ext cx="25" cy="511825"/>
                </a:xfrm>
                <a:custGeom>
                  <a:avLst/>
                  <a:gdLst/>
                  <a:ahLst/>
                  <a:cxnLst/>
                  <a:rect l="l" t="t" r="r" b="b"/>
                  <a:pathLst>
                    <a:path w="1" h="20473" fill="none" extrusionOk="0">
                      <a:moveTo>
                        <a:pt x="1" y="1"/>
                      </a:moveTo>
                      <a:lnTo>
                        <a:pt x="1" y="20473"/>
                      </a:lnTo>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30"/>
                <p:cNvSpPr/>
                <p:nvPr/>
              </p:nvSpPr>
              <p:spPr>
                <a:xfrm>
                  <a:off x="1353600" y="2187375"/>
                  <a:ext cx="25" cy="173400"/>
                </a:xfrm>
                <a:custGeom>
                  <a:avLst/>
                  <a:gdLst/>
                  <a:ahLst/>
                  <a:cxnLst/>
                  <a:rect l="l" t="t" r="r" b="b"/>
                  <a:pathLst>
                    <a:path w="1" h="6936" fill="none" extrusionOk="0">
                      <a:moveTo>
                        <a:pt x="1" y="1"/>
                      </a:moveTo>
                      <a:lnTo>
                        <a:pt x="1" y="6936"/>
                      </a:lnTo>
                    </a:path>
                  </a:pathLst>
                </a:custGeom>
                <a:noFill/>
                <a:ln w="12500"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30"/>
                <p:cNvSpPr/>
                <p:nvPr/>
              </p:nvSpPr>
              <p:spPr>
                <a:xfrm>
                  <a:off x="955325" y="1026350"/>
                  <a:ext cx="398300" cy="1051200"/>
                </a:xfrm>
                <a:custGeom>
                  <a:avLst/>
                  <a:gdLst/>
                  <a:ahLst/>
                  <a:cxnLst/>
                  <a:rect l="l" t="t" r="r" b="b"/>
                  <a:pathLst>
                    <a:path w="15932" h="42048" fill="none" extrusionOk="0">
                      <a:moveTo>
                        <a:pt x="15932" y="42048"/>
                      </a:moveTo>
                      <a:lnTo>
                        <a:pt x="15932" y="3124"/>
                      </a:lnTo>
                      <a:cubicBezTo>
                        <a:pt x="15932" y="1416"/>
                        <a:pt x="14537" y="0"/>
                        <a:pt x="12808" y="0"/>
                      </a:cubicBezTo>
                      <a:lnTo>
                        <a:pt x="0" y="0"/>
                      </a:lnTo>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30"/>
                <p:cNvSpPr/>
                <p:nvPr/>
              </p:nvSpPr>
              <p:spPr>
                <a:xfrm>
                  <a:off x="1328625" y="2965750"/>
                  <a:ext cx="50525" cy="50525"/>
                </a:xfrm>
                <a:custGeom>
                  <a:avLst/>
                  <a:gdLst/>
                  <a:ahLst/>
                  <a:cxnLst/>
                  <a:rect l="l" t="t" r="r" b="b"/>
                  <a:pathLst>
                    <a:path w="2021" h="2021" extrusionOk="0">
                      <a:moveTo>
                        <a:pt x="1000" y="1"/>
                      </a:moveTo>
                      <a:cubicBezTo>
                        <a:pt x="458" y="1"/>
                        <a:pt x="0" y="459"/>
                        <a:pt x="0" y="1021"/>
                      </a:cubicBezTo>
                      <a:cubicBezTo>
                        <a:pt x="0" y="1583"/>
                        <a:pt x="458" y="2021"/>
                        <a:pt x="1000" y="2021"/>
                      </a:cubicBezTo>
                      <a:cubicBezTo>
                        <a:pt x="1562" y="2021"/>
                        <a:pt x="2020" y="1583"/>
                        <a:pt x="2020" y="1021"/>
                      </a:cubicBezTo>
                      <a:cubicBezTo>
                        <a:pt x="2020" y="459"/>
                        <a:pt x="1562" y="1"/>
                        <a:pt x="10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0"/>
                <p:cNvSpPr/>
                <p:nvPr/>
              </p:nvSpPr>
              <p:spPr>
                <a:xfrm>
                  <a:off x="905325" y="1001350"/>
                  <a:ext cx="50025" cy="50525"/>
                </a:xfrm>
                <a:custGeom>
                  <a:avLst/>
                  <a:gdLst/>
                  <a:ahLst/>
                  <a:cxnLst/>
                  <a:rect l="l" t="t" r="r" b="b"/>
                  <a:pathLst>
                    <a:path w="2001" h="2021" extrusionOk="0">
                      <a:moveTo>
                        <a:pt x="1000" y="1"/>
                      </a:moveTo>
                      <a:cubicBezTo>
                        <a:pt x="438" y="1"/>
                        <a:pt x="1" y="459"/>
                        <a:pt x="1" y="1000"/>
                      </a:cubicBezTo>
                      <a:cubicBezTo>
                        <a:pt x="1" y="1563"/>
                        <a:pt x="438" y="2021"/>
                        <a:pt x="1000" y="2021"/>
                      </a:cubicBezTo>
                      <a:cubicBezTo>
                        <a:pt x="1563" y="2021"/>
                        <a:pt x="2000" y="1563"/>
                        <a:pt x="2000" y="1000"/>
                      </a:cubicBezTo>
                      <a:cubicBezTo>
                        <a:pt x="2000" y="459"/>
                        <a:pt x="1563" y="1"/>
                        <a:pt x="10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30"/>
                <p:cNvSpPr/>
                <p:nvPr/>
              </p:nvSpPr>
              <p:spPr>
                <a:xfrm>
                  <a:off x="1320800" y="1427750"/>
                  <a:ext cx="65625" cy="65650"/>
                </a:xfrm>
                <a:custGeom>
                  <a:avLst/>
                  <a:gdLst/>
                  <a:ahLst/>
                  <a:cxnLst/>
                  <a:rect l="l" t="t" r="r" b="b"/>
                  <a:pathLst>
                    <a:path w="2625" h="2626" extrusionOk="0">
                      <a:moveTo>
                        <a:pt x="1313" y="1"/>
                      </a:moveTo>
                      <a:cubicBezTo>
                        <a:pt x="605" y="1"/>
                        <a:pt x="1" y="584"/>
                        <a:pt x="1" y="1313"/>
                      </a:cubicBezTo>
                      <a:cubicBezTo>
                        <a:pt x="1" y="2042"/>
                        <a:pt x="605" y="2625"/>
                        <a:pt x="1313" y="2625"/>
                      </a:cubicBezTo>
                      <a:cubicBezTo>
                        <a:pt x="2042" y="2625"/>
                        <a:pt x="2625" y="2042"/>
                        <a:pt x="2625" y="1313"/>
                      </a:cubicBezTo>
                      <a:cubicBezTo>
                        <a:pt x="2625" y="584"/>
                        <a:pt x="2042" y="1"/>
                        <a:pt x="13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30"/>
                <p:cNvSpPr/>
                <p:nvPr/>
              </p:nvSpPr>
              <p:spPr>
                <a:xfrm>
                  <a:off x="1298950" y="2077525"/>
                  <a:ext cx="109875" cy="109875"/>
                </a:xfrm>
                <a:custGeom>
                  <a:avLst/>
                  <a:gdLst/>
                  <a:ahLst/>
                  <a:cxnLst/>
                  <a:rect l="l" t="t" r="r" b="b"/>
                  <a:pathLst>
                    <a:path w="4395" h="4395" fill="none" extrusionOk="0">
                      <a:moveTo>
                        <a:pt x="4394" y="2208"/>
                      </a:moveTo>
                      <a:cubicBezTo>
                        <a:pt x="4394" y="3416"/>
                        <a:pt x="3416" y="4395"/>
                        <a:pt x="2187" y="4395"/>
                      </a:cubicBezTo>
                      <a:cubicBezTo>
                        <a:pt x="979" y="4395"/>
                        <a:pt x="0" y="3416"/>
                        <a:pt x="0" y="2208"/>
                      </a:cubicBezTo>
                      <a:cubicBezTo>
                        <a:pt x="0" y="979"/>
                        <a:pt x="979" y="1"/>
                        <a:pt x="2187" y="1"/>
                      </a:cubicBezTo>
                      <a:cubicBezTo>
                        <a:pt x="3416" y="1"/>
                        <a:pt x="4394" y="979"/>
                        <a:pt x="4394" y="2208"/>
                      </a:cubicBezTo>
                      <a:close/>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30"/>
                <p:cNvSpPr/>
                <p:nvPr/>
              </p:nvSpPr>
              <p:spPr>
                <a:xfrm>
                  <a:off x="1278650" y="1245025"/>
                  <a:ext cx="150475" cy="64575"/>
                </a:xfrm>
                <a:custGeom>
                  <a:avLst/>
                  <a:gdLst/>
                  <a:ahLst/>
                  <a:cxnLst/>
                  <a:rect l="l" t="t" r="r" b="b"/>
                  <a:pathLst>
                    <a:path w="6019" h="2583" extrusionOk="0">
                      <a:moveTo>
                        <a:pt x="541" y="0"/>
                      </a:moveTo>
                      <a:cubicBezTo>
                        <a:pt x="229" y="0"/>
                        <a:pt x="0" y="250"/>
                        <a:pt x="0" y="542"/>
                      </a:cubicBezTo>
                      <a:lnTo>
                        <a:pt x="0" y="2041"/>
                      </a:lnTo>
                      <a:cubicBezTo>
                        <a:pt x="0" y="2333"/>
                        <a:pt x="229" y="2582"/>
                        <a:pt x="541" y="2582"/>
                      </a:cubicBezTo>
                      <a:lnTo>
                        <a:pt x="5456" y="2582"/>
                      </a:lnTo>
                      <a:cubicBezTo>
                        <a:pt x="5769" y="2582"/>
                        <a:pt x="6019" y="2333"/>
                        <a:pt x="6019" y="2041"/>
                      </a:cubicBezTo>
                      <a:lnTo>
                        <a:pt x="6019" y="542"/>
                      </a:lnTo>
                      <a:cubicBezTo>
                        <a:pt x="6019" y="250"/>
                        <a:pt x="5769" y="0"/>
                        <a:pt x="54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30"/>
                <p:cNvSpPr/>
                <p:nvPr/>
              </p:nvSpPr>
              <p:spPr>
                <a:xfrm>
                  <a:off x="1333825" y="2360750"/>
                  <a:ext cx="40125" cy="93225"/>
                </a:xfrm>
                <a:custGeom>
                  <a:avLst/>
                  <a:gdLst/>
                  <a:ahLst/>
                  <a:cxnLst/>
                  <a:rect l="l" t="t" r="r" b="b"/>
                  <a:pathLst>
                    <a:path w="1605" h="3729" fill="none" extrusionOk="0">
                      <a:moveTo>
                        <a:pt x="334" y="1"/>
                      </a:moveTo>
                      <a:lnTo>
                        <a:pt x="1250" y="1"/>
                      </a:lnTo>
                      <a:cubicBezTo>
                        <a:pt x="1438" y="1"/>
                        <a:pt x="1604" y="147"/>
                        <a:pt x="1604" y="334"/>
                      </a:cubicBezTo>
                      <a:lnTo>
                        <a:pt x="1604" y="3375"/>
                      </a:lnTo>
                      <a:cubicBezTo>
                        <a:pt x="1604" y="3562"/>
                        <a:pt x="1438" y="3729"/>
                        <a:pt x="1250" y="3729"/>
                      </a:cubicBezTo>
                      <a:lnTo>
                        <a:pt x="334" y="3729"/>
                      </a:lnTo>
                      <a:cubicBezTo>
                        <a:pt x="146" y="3729"/>
                        <a:pt x="1" y="3562"/>
                        <a:pt x="1" y="3375"/>
                      </a:cubicBezTo>
                      <a:lnTo>
                        <a:pt x="1" y="334"/>
                      </a:lnTo>
                      <a:cubicBezTo>
                        <a:pt x="1" y="147"/>
                        <a:pt x="146" y="1"/>
                        <a:pt x="334" y="1"/>
                      </a:cubicBezTo>
                      <a:close/>
                    </a:path>
                  </a:pathLst>
                </a:custGeom>
                <a:noFill/>
                <a:ln w="13025" cap="flat" cmpd="sng">
                  <a:solidFill>
                    <a:schemeClr val="lt2"/>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30"/>
                <p:cNvSpPr/>
                <p:nvPr/>
              </p:nvSpPr>
              <p:spPr>
                <a:xfrm>
                  <a:off x="1408779" y="2134275"/>
                  <a:ext cx="94250" cy="25"/>
                </a:xfrm>
                <a:custGeom>
                  <a:avLst/>
                  <a:gdLst/>
                  <a:ahLst/>
                  <a:cxnLst/>
                  <a:rect l="l" t="t" r="r" b="b"/>
                  <a:pathLst>
                    <a:path w="3770" h="1" fill="none" extrusionOk="0">
                      <a:moveTo>
                        <a:pt x="0" y="1"/>
                      </a:moveTo>
                      <a:lnTo>
                        <a:pt x="3770" y="1"/>
                      </a:ln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30"/>
                <p:cNvSpPr/>
                <p:nvPr/>
              </p:nvSpPr>
              <p:spPr>
                <a:xfrm>
                  <a:off x="987600" y="1679750"/>
                  <a:ext cx="311375" cy="453000"/>
                </a:xfrm>
                <a:custGeom>
                  <a:avLst/>
                  <a:gdLst/>
                  <a:ahLst/>
                  <a:cxnLst/>
                  <a:rect l="l" t="t" r="r" b="b"/>
                  <a:pathLst>
                    <a:path w="12455" h="18120" fill="none" extrusionOk="0">
                      <a:moveTo>
                        <a:pt x="0" y="15620"/>
                      </a:moveTo>
                      <a:lnTo>
                        <a:pt x="0" y="3208"/>
                      </a:lnTo>
                      <a:cubicBezTo>
                        <a:pt x="21" y="1438"/>
                        <a:pt x="1458" y="1"/>
                        <a:pt x="3228" y="1"/>
                      </a:cubicBezTo>
                      <a:lnTo>
                        <a:pt x="6915" y="1"/>
                      </a:lnTo>
                      <a:cubicBezTo>
                        <a:pt x="8685" y="1"/>
                        <a:pt x="10122" y="1438"/>
                        <a:pt x="10122" y="3208"/>
                      </a:cubicBezTo>
                      <a:lnTo>
                        <a:pt x="10122" y="14912"/>
                      </a:lnTo>
                      <a:cubicBezTo>
                        <a:pt x="10122" y="16682"/>
                        <a:pt x="10642" y="18119"/>
                        <a:pt x="11288" y="18119"/>
                      </a:cubicBezTo>
                      <a:lnTo>
                        <a:pt x="12454" y="18119"/>
                      </a:lnTo>
                    </a:path>
                  </a:pathLst>
                </a:custGeom>
                <a:noFill/>
                <a:ln w="130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30"/>
                <p:cNvSpPr/>
                <p:nvPr/>
              </p:nvSpPr>
              <p:spPr>
                <a:xfrm>
                  <a:off x="1503025" y="2107200"/>
                  <a:ext cx="50025" cy="50525"/>
                </a:xfrm>
                <a:custGeom>
                  <a:avLst/>
                  <a:gdLst/>
                  <a:ahLst/>
                  <a:cxnLst/>
                  <a:rect l="l" t="t" r="r" b="b"/>
                  <a:pathLst>
                    <a:path w="2001" h="2021" extrusionOk="0">
                      <a:moveTo>
                        <a:pt x="1001" y="1"/>
                      </a:moveTo>
                      <a:cubicBezTo>
                        <a:pt x="438" y="1"/>
                        <a:pt x="1" y="459"/>
                        <a:pt x="1" y="1021"/>
                      </a:cubicBezTo>
                      <a:cubicBezTo>
                        <a:pt x="1" y="1563"/>
                        <a:pt x="438" y="2021"/>
                        <a:pt x="1001" y="2021"/>
                      </a:cubicBezTo>
                      <a:cubicBezTo>
                        <a:pt x="1563" y="2021"/>
                        <a:pt x="2000" y="1563"/>
                        <a:pt x="2000" y="1021"/>
                      </a:cubicBezTo>
                      <a:cubicBezTo>
                        <a:pt x="2000" y="459"/>
                        <a:pt x="1563" y="1"/>
                        <a:pt x="10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30"/>
                <p:cNvSpPr/>
                <p:nvPr/>
              </p:nvSpPr>
              <p:spPr>
                <a:xfrm>
                  <a:off x="1062050" y="1657900"/>
                  <a:ext cx="101025" cy="43750"/>
                </a:xfrm>
                <a:custGeom>
                  <a:avLst/>
                  <a:gdLst/>
                  <a:ahLst/>
                  <a:cxnLst/>
                  <a:rect l="l" t="t" r="r" b="b"/>
                  <a:pathLst>
                    <a:path w="4041" h="1750" extrusionOk="0">
                      <a:moveTo>
                        <a:pt x="375" y="0"/>
                      </a:moveTo>
                      <a:cubicBezTo>
                        <a:pt x="167" y="0"/>
                        <a:pt x="0" y="167"/>
                        <a:pt x="0" y="375"/>
                      </a:cubicBezTo>
                      <a:lnTo>
                        <a:pt x="0" y="1375"/>
                      </a:lnTo>
                      <a:cubicBezTo>
                        <a:pt x="0" y="1583"/>
                        <a:pt x="167" y="1749"/>
                        <a:pt x="375" y="1749"/>
                      </a:cubicBezTo>
                      <a:lnTo>
                        <a:pt x="3666" y="1749"/>
                      </a:lnTo>
                      <a:cubicBezTo>
                        <a:pt x="3874" y="1749"/>
                        <a:pt x="4041" y="1583"/>
                        <a:pt x="4041" y="1375"/>
                      </a:cubicBezTo>
                      <a:lnTo>
                        <a:pt x="4041" y="375"/>
                      </a:lnTo>
                      <a:cubicBezTo>
                        <a:pt x="4041" y="167"/>
                        <a:pt x="3874" y="0"/>
                        <a:pt x="36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30"/>
                <p:cNvSpPr/>
                <p:nvPr/>
              </p:nvSpPr>
              <p:spPr>
                <a:xfrm>
                  <a:off x="962600" y="2037950"/>
                  <a:ext cx="50525" cy="50550"/>
                </a:xfrm>
                <a:custGeom>
                  <a:avLst/>
                  <a:gdLst/>
                  <a:ahLst/>
                  <a:cxnLst/>
                  <a:rect l="l" t="t" r="r" b="b"/>
                  <a:pathLst>
                    <a:path w="2021" h="2022" extrusionOk="0">
                      <a:moveTo>
                        <a:pt x="1000" y="1"/>
                      </a:moveTo>
                      <a:cubicBezTo>
                        <a:pt x="459" y="1"/>
                        <a:pt x="1" y="459"/>
                        <a:pt x="1" y="1021"/>
                      </a:cubicBezTo>
                      <a:cubicBezTo>
                        <a:pt x="1" y="1584"/>
                        <a:pt x="459" y="2021"/>
                        <a:pt x="1000" y="2021"/>
                      </a:cubicBezTo>
                      <a:cubicBezTo>
                        <a:pt x="1563" y="2021"/>
                        <a:pt x="2021" y="1584"/>
                        <a:pt x="2021" y="1021"/>
                      </a:cubicBezTo>
                      <a:cubicBezTo>
                        <a:pt x="2021" y="459"/>
                        <a:pt x="1563" y="1"/>
                        <a:pt x="10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4" name="Google Shape;1304;p30"/>
              <p:cNvGrpSpPr/>
              <p:nvPr/>
            </p:nvGrpSpPr>
            <p:grpSpPr>
              <a:xfrm flipH="1">
                <a:off x="8625400" y="131999"/>
                <a:ext cx="518600" cy="1291750"/>
                <a:chOff x="202975" y="1362675"/>
                <a:chExt cx="518600" cy="1291750"/>
              </a:xfrm>
            </p:grpSpPr>
            <p:sp>
              <p:nvSpPr>
                <p:cNvPr id="1305" name="Google Shape;1305;p30"/>
                <p:cNvSpPr/>
                <p:nvPr/>
              </p:nvSpPr>
              <p:spPr>
                <a:xfrm>
                  <a:off x="202975" y="1362675"/>
                  <a:ext cx="518600" cy="1291750"/>
                </a:xfrm>
                <a:custGeom>
                  <a:avLst/>
                  <a:gdLst/>
                  <a:ahLst/>
                  <a:cxnLst/>
                  <a:rect l="l" t="t" r="r" b="b"/>
                  <a:pathLst>
                    <a:path w="20744" h="51670" fill="none" extrusionOk="0">
                      <a:moveTo>
                        <a:pt x="1" y="1"/>
                      </a:moveTo>
                      <a:lnTo>
                        <a:pt x="13100" y="1"/>
                      </a:lnTo>
                      <a:cubicBezTo>
                        <a:pt x="14829" y="1"/>
                        <a:pt x="16224" y="1396"/>
                        <a:pt x="16224" y="3125"/>
                      </a:cubicBezTo>
                      <a:lnTo>
                        <a:pt x="16224" y="13933"/>
                      </a:lnTo>
                      <a:cubicBezTo>
                        <a:pt x="16224" y="15662"/>
                        <a:pt x="14829" y="17057"/>
                        <a:pt x="13100" y="17057"/>
                      </a:cubicBezTo>
                      <a:lnTo>
                        <a:pt x="7373" y="17057"/>
                      </a:lnTo>
                      <a:cubicBezTo>
                        <a:pt x="5645" y="17057"/>
                        <a:pt x="4249" y="18452"/>
                        <a:pt x="4249" y="20181"/>
                      </a:cubicBezTo>
                      <a:lnTo>
                        <a:pt x="4249" y="48546"/>
                      </a:lnTo>
                      <a:cubicBezTo>
                        <a:pt x="4249" y="50274"/>
                        <a:pt x="5645" y="51670"/>
                        <a:pt x="7373" y="51670"/>
                      </a:cubicBezTo>
                      <a:lnTo>
                        <a:pt x="20743" y="51670"/>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30"/>
                <p:cNvSpPr/>
                <p:nvPr/>
              </p:nvSpPr>
              <p:spPr>
                <a:xfrm>
                  <a:off x="272225" y="1984850"/>
                  <a:ext cx="74475" cy="75000"/>
                </a:xfrm>
                <a:custGeom>
                  <a:avLst/>
                  <a:gdLst/>
                  <a:ahLst/>
                  <a:cxnLst/>
                  <a:rect l="l" t="t" r="r" b="b"/>
                  <a:pathLst>
                    <a:path w="2979" h="3000" extrusionOk="0">
                      <a:moveTo>
                        <a:pt x="1500" y="1"/>
                      </a:moveTo>
                      <a:cubicBezTo>
                        <a:pt x="667" y="1"/>
                        <a:pt x="1" y="667"/>
                        <a:pt x="1" y="1500"/>
                      </a:cubicBezTo>
                      <a:cubicBezTo>
                        <a:pt x="1" y="2333"/>
                        <a:pt x="667" y="3000"/>
                        <a:pt x="1500" y="3000"/>
                      </a:cubicBezTo>
                      <a:cubicBezTo>
                        <a:pt x="2312" y="3000"/>
                        <a:pt x="2979" y="2333"/>
                        <a:pt x="2979" y="1500"/>
                      </a:cubicBezTo>
                      <a:cubicBezTo>
                        <a:pt x="2979" y="667"/>
                        <a:pt x="2312" y="1"/>
                        <a:pt x="15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30"/>
                <p:cNvSpPr/>
                <p:nvPr/>
              </p:nvSpPr>
              <p:spPr>
                <a:xfrm>
                  <a:off x="587225" y="1566250"/>
                  <a:ext cx="43225" cy="100000"/>
                </a:xfrm>
                <a:custGeom>
                  <a:avLst/>
                  <a:gdLst/>
                  <a:ahLst/>
                  <a:cxnLst/>
                  <a:rect l="l" t="t" r="r" b="b"/>
                  <a:pathLst>
                    <a:path w="1729" h="4000" extrusionOk="0">
                      <a:moveTo>
                        <a:pt x="375" y="1"/>
                      </a:moveTo>
                      <a:cubicBezTo>
                        <a:pt x="167" y="1"/>
                        <a:pt x="0" y="167"/>
                        <a:pt x="0" y="376"/>
                      </a:cubicBezTo>
                      <a:lnTo>
                        <a:pt x="0" y="3645"/>
                      </a:lnTo>
                      <a:cubicBezTo>
                        <a:pt x="0" y="3833"/>
                        <a:pt x="167" y="3999"/>
                        <a:pt x="375" y="3999"/>
                      </a:cubicBezTo>
                      <a:lnTo>
                        <a:pt x="1354" y="3999"/>
                      </a:lnTo>
                      <a:cubicBezTo>
                        <a:pt x="1562" y="3999"/>
                        <a:pt x="1729" y="3833"/>
                        <a:pt x="1729" y="3645"/>
                      </a:cubicBezTo>
                      <a:lnTo>
                        <a:pt x="1729" y="376"/>
                      </a:lnTo>
                      <a:cubicBezTo>
                        <a:pt x="1729" y="167"/>
                        <a:pt x="1562" y="1"/>
                        <a:pt x="13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8" name="Google Shape;1308;p30"/>
              <p:cNvGrpSpPr/>
              <p:nvPr/>
            </p:nvGrpSpPr>
            <p:grpSpPr>
              <a:xfrm flipH="1">
                <a:off x="8651100" y="1057696"/>
                <a:ext cx="328550" cy="892950"/>
                <a:chOff x="443525" y="2098350"/>
                <a:chExt cx="328550" cy="892950"/>
              </a:xfrm>
            </p:grpSpPr>
            <p:sp>
              <p:nvSpPr>
                <p:cNvPr id="1309" name="Google Shape;1309;p30"/>
                <p:cNvSpPr/>
                <p:nvPr/>
              </p:nvSpPr>
              <p:spPr>
                <a:xfrm>
                  <a:off x="462275" y="2123875"/>
                  <a:ext cx="259300" cy="842425"/>
                </a:xfrm>
                <a:custGeom>
                  <a:avLst/>
                  <a:gdLst/>
                  <a:ahLst/>
                  <a:cxnLst/>
                  <a:rect l="l" t="t" r="r" b="b"/>
                  <a:pathLst>
                    <a:path w="10372" h="33697" fill="none" extrusionOk="0">
                      <a:moveTo>
                        <a:pt x="10371" y="0"/>
                      </a:moveTo>
                      <a:lnTo>
                        <a:pt x="3124" y="0"/>
                      </a:lnTo>
                      <a:cubicBezTo>
                        <a:pt x="1395" y="0"/>
                        <a:pt x="0" y="1396"/>
                        <a:pt x="0" y="3124"/>
                      </a:cubicBezTo>
                      <a:lnTo>
                        <a:pt x="0" y="30573"/>
                      </a:lnTo>
                      <a:cubicBezTo>
                        <a:pt x="0" y="32280"/>
                        <a:pt x="1395" y="33696"/>
                        <a:pt x="3124" y="33696"/>
                      </a:cubicBezTo>
                      <a:lnTo>
                        <a:pt x="8789" y="33696"/>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30"/>
                <p:cNvSpPr/>
                <p:nvPr/>
              </p:nvSpPr>
              <p:spPr>
                <a:xfrm>
                  <a:off x="721550" y="2098350"/>
                  <a:ext cx="50525" cy="50525"/>
                </a:xfrm>
                <a:custGeom>
                  <a:avLst/>
                  <a:gdLst/>
                  <a:ahLst/>
                  <a:cxnLst/>
                  <a:rect l="l" t="t" r="r" b="b"/>
                  <a:pathLst>
                    <a:path w="2021" h="2021" fill="none" extrusionOk="0">
                      <a:moveTo>
                        <a:pt x="2020" y="1021"/>
                      </a:moveTo>
                      <a:cubicBezTo>
                        <a:pt x="2020" y="1583"/>
                        <a:pt x="1562" y="2021"/>
                        <a:pt x="1021" y="2021"/>
                      </a:cubicBezTo>
                      <a:cubicBezTo>
                        <a:pt x="458" y="2021"/>
                        <a:pt x="0" y="1583"/>
                        <a:pt x="0" y="1021"/>
                      </a:cubicBezTo>
                      <a:cubicBezTo>
                        <a:pt x="0" y="459"/>
                        <a:pt x="458" y="1"/>
                        <a:pt x="1021" y="1"/>
                      </a:cubicBezTo>
                      <a:cubicBezTo>
                        <a:pt x="1562" y="1"/>
                        <a:pt x="2020" y="459"/>
                        <a:pt x="2020" y="1021"/>
                      </a:cubicBezTo>
                      <a:close/>
                    </a:path>
                  </a:pathLst>
                </a:custGeom>
                <a:noFill/>
                <a:ln w="13025" cap="flat" cmpd="sng">
                  <a:solidFill>
                    <a:schemeClr val="accent1"/>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30"/>
                <p:cNvSpPr/>
                <p:nvPr/>
              </p:nvSpPr>
              <p:spPr>
                <a:xfrm>
                  <a:off x="685100" y="2940750"/>
                  <a:ext cx="50525" cy="50550"/>
                </a:xfrm>
                <a:custGeom>
                  <a:avLst/>
                  <a:gdLst/>
                  <a:ahLst/>
                  <a:cxnLst/>
                  <a:rect l="l" t="t" r="r" b="b"/>
                  <a:pathLst>
                    <a:path w="2021" h="2022" fill="none" extrusionOk="0">
                      <a:moveTo>
                        <a:pt x="2021" y="1001"/>
                      </a:moveTo>
                      <a:cubicBezTo>
                        <a:pt x="2021" y="1563"/>
                        <a:pt x="1562" y="2021"/>
                        <a:pt x="1021" y="2021"/>
                      </a:cubicBezTo>
                      <a:cubicBezTo>
                        <a:pt x="459" y="2021"/>
                        <a:pt x="1" y="1563"/>
                        <a:pt x="1" y="1001"/>
                      </a:cubicBezTo>
                      <a:cubicBezTo>
                        <a:pt x="1" y="459"/>
                        <a:pt x="459" y="1"/>
                        <a:pt x="1021" y="1"/>
                      </a:cubicBezTo>
                      <a:cubicBezTo>
                        <a:pt x="1562" y="1"/>
                        <a:pt x="2021" y="459"/>
                        <a:pt x="2021" y="1001"/>
                      </a:cubicBezTo>
                      <a:close/>
                    </a:path>
                  </a:pathLst>
                </a:custGeom>
                <a:noFill/>
                <a:ln w="13025" cap="flat" cmpd="sng">
                  <a:solidFill>
                    <a:schemeClr val="accent1"/>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0"/>
                <p:cNvSpPr/>
                <p:nvPr/>
              </p:nvSpPr>
              <p:spPr>
                <a:xfrm>
                  <a:off x="443525" y="2370125"/>
                  <a:ext cx="37500" cy="38050"/>
                </a:xfrm>
                <a:custGeom>
                  <a:avLst/>
                  <a:gdLst/>
                  <a:ahLst/>
                  <a:cxnLst/>
                  <a:rect l="l" t="t" r="r" b="b"/>
                  <a:pathLst>
                    <a:path w="1500" h="1522" extrusionOk="0">
                      <a:moveTo>
                        <a:pt x="750" y="1"/>
                      </a:moveTo>
                      <a:cubicBezTo>
                        <a:pt x="334" y="1"/>
                        <a:pt x="0" y="355"/>
                        <a:pt x="0" y="771"/>
                      </a:cubicBezTo>
                      <a:cubicBezTo>
                        <a:pt x="0" y="1167"/>
                        <a:pt x="334" y="1521"/>
                        <a:pt x="750" y="1521"/>
                      </a:cubicBezTo>
                      <a:cubicBezTo>
                        <a:pt x="1167" y="1521"/>
                        <a:pt x="1500" y="1167"/>
                        <a:pt x="1500" y="771"/>
                      </a:cubicBezTo>
                      <a:cubicBezTo>
                        <a:pt x="1500" y="355"/>
                        <a:pt x="1167" y="1"/>
                        <a:pt x="75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30"/>
                <p:cNvSpPr/>
                <p:nvPr/>
              </p:nvSpPr>
              <p:spPr>
                <a:xfrm>
                  <a:off x="443525" y="2635675"/>
                  <a:ext cx="37500" cy="37500"/>
                </a:xfrm>
                <a:custGeom>
                  <a:avLst/>
                  <a:gdLst/>
                  <a:ahLst/>
                  <a:cxnLst/>
                  <a:rect l="l" t="t" r="r" b="b"/>
                  <a:pathLst>
                    <a:path w="1500" h="1500" extrusionOk="0">
                      <a:moveTo>
                        <a:pt x="750" y="0"/>
                      </a:moveTo>
                      <a:cubicBezTo>
                        <a:pt x="334" y="0"/>
                        <a:pt x="0" y="333"/>
                        <a:pt x="0" y="750"/>
                      </a:cubicBezTo>
                      <a:cubicBezTo>
                        <a:pt x="0" y="1166"/>
                        <a:pt x="334" y="1499"/>
                        <a:pt x="750" y="1499"/>
                      </a:cubicBezTo>
                      <a:cubicBezTo>
                        <a:pt x="1167" y="1499"/>
                        <a:pt x="1500" y="1166"/>
                        <a:pt x="1500" y="750"/>
                      </a:cubicBezTo>
                      <a:cubicBezTo>
                        <a:pt x="1500" y="333"/>
                        <a:pt x="1167" y="0"/>
                        <a:pt x="75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4" name="Google Shape;1314;p30"/>
              <p:cNvSpPr/>
              <p:nvPr/>
            </p:nvSpPr>
            <p:spPr>
              <a:xfrm>
                <a:off x="8515272" y="1751759"/>
                <a:ext cx="368400" cy="368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5" name="Google Shape;1315;p30"/>
              <p:cNvGrpSpPr/>
              <p:nvPr/>
            </p:nvGrpSpPr>
            <p:grpSpPr>
              <a:xfrm>
                <a:off x="8627358" y="1819900"/>
                <a:ext cx="144228" cy="232138"/>
                <a:chOff x="6444288" y="2402288"/>
                <a:chExt cx="196550" cy="316350"/>
              </a:xfrm>
            </p:grpSpPr>
            <p:sp>
              <p:nvSpPr>
                <p:cNvPr id="1316" name="Google Shape;1316;p30"/>
                <p:cNvSpPr/>
                <p:nvPr/>
              </p:nvSpPr>
              <p:spPr>
                <a:xfrm>
                  <a:off x="6444288" y="2402288"/>
                  <a:ext cx="196550" cy="257975"/>
                </a:xfrm>
                <a:custGeom>
                  <a:avLst/>
                  <a:gdLst/>
                  <a:ahLst/>
                  <a:cxnLst/>
                  <a:rect l="l" t="t" r="r" b="b"/>
                  <a:pathLst>
                    <a:path w="7862" h="10319" extrusionOk="0">
                      <a:moveTo>
                        <a:pt x="4975" y="2397"/>
                      </a:moveTo>
                      <a:cubicBezTo>
                        <a:pt x="5497" y="2397"/>
                        <a:pt x="5835" y="2919"/>
                        <a:pt x="5681" y="3379"/>
                      </a:cubicBezTo>
                      <a:lnTo>
                        <a:pt x="5343" y="4239"/>
                      </a:lnTo>
                      <a:cubicBezTo>
                        <a:pt x="5251" y="4516"/>
                        <a:pt x="4975" y="4700"/>
                        <a:pt x="4668" y="4730"/>
                      </a:cubicBezTo>
                      <a:lnTo>
                        <a:pt x="4422" y="4730"/>
                      </a:lnTo>
                      <a:cubicBezTo>
                        <a:pt x="4299" y="5252"/>
                        <a:pt x="4299" y="5805"/>
                        <a:pt x="4422" y="6358"/>
                      </a:cubicBezTo>
                      <a:lnTo>
                        <a:pt x="4668" y="6358"/>
                      </a:lnTo>
                      <a:cubicBezTo>
                        <a:pt x="4975" y="6358"/>
                        <a:pt x="5251" y="6542"/>
                        <a:pt x="5374" y="6818"/>
                      </a:cubicBezTo>
                      <a:lnTo>
                        <a:pt x="5681" y="7678"/>
                      </a:lnTo>
                      <a:cubicBezTo>
                        <a:pt x="5865" y="8170"/>
                        <a:pt x="5497" y="8661"/>
                        <a:pt x="4975" y="8692"/>
                      </a:cubicBezTo>
                      <a:lnTo>
                        <a:pt x="3839" y="8692"/>
                      </a:lnTo>
                      <a:cubicBezTo>
                        <a:pt x="2795" y="8661"/>
                        <a:pt x="1966" y="7832"/>
                        <a:pt x="1966" y="6818"/>
                      </a:cubicBezTo>
                      <a:lnTo>
                        <a:pt x="1966" y="4239"/>
                      </a:lnTo>
                      <a:cubicBezTo>
                        <a:pt x="1966" y="3226"/>
                        <a:pt x="2795" y="2397"/>
                        <a:pt x="3808" y="2397"/>
                      </a:cubicBezTo>
                      <a:close/>
                      <a:moveTo>
                        <a:pt x="1141" y="0"/>
                      </a:moveTo>
                      <a:cubicBezTo>
                        <a:pt x="521" y="0"/>
                        <a:pt x="0" y="482"/>
                        <a:pt x="0" y="1107"/>
                      </a:cubicBezTo>
                      <a:lnTo>
                        <a:pt x="0" y="10319"/>
                      </a:lnTo>
                      <a:lnTo>
                        <a:pt x="7861" y="10319"/>
                      </a:lnTo>
                      <a:lnTo>
                        <a:pt x="7861" y="1107"/>
                      </a:lnTo>
                      <a:cubicBezTo>
                        <a:pt x="7831" y="482"/>
                        <a:pt x="7339" y="0"/>
                        <a:pt x="6721" y="0"/>
                      </a:cubicBezTo>
                      <a:cubicBezTo>
                        <a:pt x="6702" y="0"/>
                        <a:pt x="6683" y="1"/>
                        <a:pt x="6664" y="2"/>
                      </a:cubicBezTo>
                      <a:lnTo>
                        <a:pt x="1198" y="2"/>
                      </a:lnTo>
                      <a:cubicBezTo>
                        <a:pt x="1179" y="1"/>
                        <a:pt x="1160" y="0"/>
                        <a:pt x="11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30"/>
                <p:cNvSpPr/>
                <p:nvPr/>
              </p:nvSpPr>
              <p:spPr>
                <a:xfrm>
                  <a:off x="6511838" y="2480613"/>
                  <a:ext cx="53750" cy="119775"/>
                </a:xfrm>
                <a:custGeom>
                  <a:avLst/>
                  <a:gdLst/>
                  <a:ahLst/>
                  <a:cxnLst/>
                  <a:rect l="l" t="t" r="r" b="b"/>
                  <a:pathLst>
                    <a:path w="2150" h="4791" extrusionOk="0">
                      <a:moveTo>
                        <a:pt x="1106" y="1"/>
                      </a:moveTo>
                      <a:cubicBezTo>
                        <a:pt x="492" y="1"/>
                        <a:pt x="1" y="492"/>
                        <a:pt x="1" y="1106"/>
                      </a:cubicBezTo>
                      <a:lnTo>
                        <a:pt x="1" y="3685"/>
                      </a:lnTo>
                      <a:cubicBezTo>
                        <a:pt x="1" y="4300"/>
                        <a:pt x="492" y="4791"/>
                        <a:pt x="1106" y="4791"/>
                      </a:cubicBezTo>
                      <a:lnTo>
                        <a:pt x="1720" y="4791"/>
                      </a:lnTo>
                      <a:cubicBezTo>
                        <a:pt x="1996" y="4791"/>
                        <a:pt x="2150" y="4545"/>
                        <a:pt x="2089" y="4300"/>
                      </a:cubicBezTo>
                      <a:lnTo>
                        <a:pt x="2027" y="4207"/>
                      </a:lnTo>
                      <a:cubicBezTo>
                        <a:pt x="1996" y="4054"/>
                        <a:pt x="1843" y="3962"/>
                        <a:pt x="1689" y="3962"/>
                      </a:cubicBezTo>
                      <a:lnTo>
                        <a:pt x="1413" y="3962"/>
                      </a:lnTo>
                      <a:cubicBezTo>
                        <a:pt x="1259" y="3962"/>
                        <a:pt x="1106" y="3839"/>
                        <a:pt x="1075" y="3716"/>
                      </a:cubicBezTo>
                      <a:cubicBezTo>
                        <a:pt x="799" y="2856"/>
                        <a:pt x="799" y="1935"/>
                        <a:pt x="1075" y="1106"/>
                      </a:cubicBezTo>
                      <a:cubicBezTo>
                        <a:pt x="1106" y="953"/>
                        <a:pt x="1259" y="830"/>
                        <a:pt x="1413" y="830"/>
                      </a:cubicBezTo>
                      <a:lnTo>
                        <a:pt x="1689" y="830"/>
                      </a:lnTo>
                      <a:cubicBezTo>
                        <a:pt x="1843" y="830"/>
                        <a:pt x="1996" y="738"/>
                        <a:pt x="2027" y="615"/>
                      </a:cubicBezTo>
                      <a:lnTo>
                        <a:pt x="2089" y="492"/>
                      </a:lnTo>
                      <a:cubicBezTo>
                        <a:pt x="2150" y="246"/>
                        <a:pt x="1996" y="1"/>
                        <a:pt x="17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30"/>
                <p:cNvSpPr/>
                <p:nvPr/>
              </p:nvSpPr>
              <p:spPr>
                <a:xfrm>
                  <a:off x="6444288" y="2678663"/>
                  <a:ext cx="196550" cy="39975"/>
                </a:xfrm>
                <a:custGeom>
                  <a:avLst/>
                  <a:gdLst/>
                  <a:ahLst/>
                  <a:cxnLst/>
                  <a:rect l="l" t="t" r="r" b="b"/>
                  <a:pathLst>
                    <a:path w="7862" h="1599" extrusionOk="0">
                      <a:moveTo>
                        <a:pt x="0" y="1"/>
                      </a:moveTo>
                      <a:lnTo>
                        <a:pt x="0" y="492"/>
                      </a:lnTo>
                      <a:cubicBezTo>
                        <a:pt x="0" y="1118"/>
                        <a:pt x="521" y="1599"/>
                        <a:pt x="1141" y="1599"/>
                      </a:cubicBezTo>
                      <a:cubicBezTo>
                        <a:pt x="1160" y="1599"/>
                        <a:pt x="1179" y="1598"/>
                        <a:pt x="1198" y="1598"/>
                      </a:cubicBezTo>
                      <a:lnTo>
                        <a:pt x="6664" y="1598"/>
                      </a:lnTo>
                      <a:cubicBezTo>
                        <a:pt x="6683" y="1598"/>
                        <a:pt x="6702" y="1599"/>
                        <a:pt x="6721" y="1599"/>
                      </a:cubicBezTo>
                      <a:cubicBezTo>
                        <a:pt x="7339" y="1599"/>
                        <a:pt x="7831" y="1118"/>
                        <a:pt x="7861" y="492"/>
                      </a:cubicBezTo>
                      <a:lnTo>
                        <a:pt x="78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9" name="Google Shape;1319;p30"/>
              <p:cNvGrpSpPr/>
              <p:nvPr/>
            </p:nvGrpSpPr>
            <p:grpSpPr>
              <a:xfrm flipH="1">
                <a:off x="7404500" y="-867126"/>
                <a:ext cx="556075" cy="1443800"/>
                <a:chOff x="1386400" y="363550"/>
                <a:chExt cx="556075" cy="1443800"/>
              </a:xfrm>
            </p:grpSpPr>
            <p:sp>
              <p:nvSpPr>
                <p:cNvPr id="1320" name="Google Shape;1320;p30"/>
                <p:cNvSpPr/>
                <p:nvPr/>
              </p:nvSpPr>
              <p:spPr>
                <a:xfrm>
                  <a:off x="1574875" y="739475"/>
                  <a:ext cx="164550" cy="671125"/>
                </a:xfrm>
                <a:custGeom>
                  <a:avLst/>
                  <a:gdLst/>
                  <a:ahLst/>
                  <a:cxnLst/>
                  <a:rect l="l" t="t" r="r" b="b"/>
                  <a:pathLst>
                    <a:path w="6582" h="26845" fill="none" extrusionOk="0">
                      <a:moveTo>
                        <a:pt x="1" y="0"/>
                      </a:moveTo>
                      <a:lnTo>
                        <a:pt x="3458" y="0"/>
                      </a:lnTo>
                      <a:cubicBezTo>
                        <a:pt x="5187" y="0"/>
                        <a:pt x="6582" y="1395"/>
                        <a:pt x="6582" y="3124"/>
                      </a:cubicBezTo>
                      <a:lnTo>
                        <a:pt x="6582" y="26845"/>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30"/>
                <p:cNvSpPr/>
                <p:nvPr/>
              </p:nvSpPr>
              <p:spPr>
                <a:xfrm>
                  <a:off x="1595200" y="363550"/>
                  <a:ext cx="36450" cy="36475"/>
                </a:xfrm>
                <a:custGeom>
                  <a:avLst/>
                  <a:gdLst/>
                  <a:ahLst/>
                  <a:cxnLst/>
                  <a:rect l="l" t="t" r="r" b="b"/>
                  <a:pathLst>
                    <a:path w="1458" h="1459" extrusionOk="0">
                      <a:moveTo>
                        <a:pt x="729" y="1"/>
                      </a:moveTo>
                      <a:cubicBezTo>
                        <a:pt x="313" y="1"/>
                        <a:pt x="0" y="334"/>
                        <a:pt x="0" y="730"/>
                      </a:cubicBezTo>
                      <a:cubicBezTo>
                        <a:pt x="0" y="1125"/>
                        <a:pt x="313" y="1459"/>
                        <a:pt x="729" y="1459"/>
                      </a:cubicBezTo>
                      <a:cubicBezTo>
                        <a:pt x="1125" y="1459"/>
                        <a:pt x="1458" y="1125"/>
                        <a:pt x="1458" y="730"/>
                      </a:cubicBezTo>
                      <a:cubicBezTo>
                        <a:pt x="1458" y="334"/>
                        <a:pt x="1125" y="1"/>
                        <a:pt x="7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30"/>
                <p:cNvSpPr/>
                <p:nvPr/>
              </p:nvSpPr>
              <p:spPr>
                <a:xfrm>
                  <a:off x="1906025" y="1770875"/>
                  <a:ext cx="36450" cy="36475"/>
                </a:xfrm>
                <a:custGeom>
                  <a:avLst/>
                  <a:gdLst/>
                  <a:ahLst/>
                  <a:cxnLst/>
                  <a:rect l="l" t="t" r="r" b="b"/>
                  <a:pathLst>
                    <a:path w="1458" h="1459" extrusionOk="0">
                      <a:moveTo>
                        <a:pt x="729" y="0"/>
                      </a:moveTo>
                      <a:cubicBezTo>
                        <a:pt x="333" y="0"/>
                        <a:pt x="0" y="333"/>
                        <a:pt x="0" y="729"/>
                      </a:cubicBezTo>
                      <a:cubicBezTo>
                        <a:pt x="0" y="1146"/>
                        <a:pt x="333" y="1458"/>
                        <a:pt x="729" y="1458"/>
                      </a:cubicBezTo>
                      <a:cubicBezTo>
                        <a:pt x="1125" y="1458"/>
                        <a:pt x="1458" y="1146"/>
                        <a:pt x="1458" y="729"/>
                      </a:cubicBezTo>
                      <a:cubicBezTo>
                        <a:pt x="1458" y="333"/>
                        <a:pt x="1125" y="0"/>
                        <a:pt x="7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30"/>
                <p:cNvSpPr/>
                <p:nvPr/>
              </p:nvSpPr>
              <p:spPr>
                <a:xfrm>
                  <a:off x="1718075" y="1410575"/>
                  <a:ext cx="43225" cy="100000"/>
                </a:xfrm>
                <a:custGeom>
                  <a:avLst/>
                  <a:gdLst/>
                  <a:ahLst/>
                  <a:cxnLst/>
                  <a:rect l="l" t="t" r="r" b="b"/>
                  <a:pathLst>
                    <a:path w="1729" h="4000" fill="none" extrusionOk="0">
                      <a:moveTo>
                        <a:pt x="375" y="1"/>
                      </a:moveTo>
                      <a:lnTo>
                        <a:pt x="1375" y="1"/>
                      </a:lnTo>
                      <a:cubicBezTo>
                        <a:pt x="1562" y="1"/>
                        <a:pt x="1729" y="146"/>
                        <a:pt x="1729" y="355"/>
                      </a:cubicBezTo>
                      <a:lnTo>
                        <a:pt x="1729" y="3624"/>
                      </a:lnTo>
                      <a:cubicBezTo>
                        <a:pt x="1729" y="3833"/>
                        <a:pt x="1562" y="3999"/>
                        <a:pt x="1375" y="3999"/>
                      </a:cubicBezTo>
                      <a:lnTo>
                        <a:pt x="375" y="3999"/>
                      </a:lnTo>
                      <a:cubicBezTo>
                        <a:pt x="167" y="3999"/>
                        <a:pt x="0" y="3833"/>
                        <a:pt x="0" y="3624"/>
                      </a:cubicBezTo>
                      <a:lnTo>
                        <a:pt x="0" y="355"/>
                      </a:lnTo>
                      <a:cubicBezTo>
                        <a:pt x="0" y="146"/>
                        <a:pt x="167" y="1"/>
                        <a:pt x="375" y="1"/>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30"/>
                <p:cNvSpPr/>
                <p:nvPr/>
              </p:nvSpPr>
              <p:spPr>
                <a:xfrm>
                  <a:off x="1481175" y="699900"/>
                  <a:ext cx="93725" cy="93225"/>
                </a:xfrm>
                <a:custGeom>
                  <a:avLst/>
                  <a:gdLst/>
                  <a:ahLst/>
                  <a:cxnLst/>
                  <a:rect l="l" t="t" r="r" b="b"/>
                  <a:pathLst>
                    <a:path w="3749" h="3729" fill="none" extrusionOk="0">
                      <a:moveTo>
                        <a:pt x="3749" y="1854"/>
                      </a:moveTo>
                      <a:cubicBezTo>
                        <a:pt x="3749" y="2895"/>
                        <a:pt x="2916" y="3728"/>
                        <a:pt x="1875" y="3728"/>
                      </a:cubicBezTo>
                      <a:cubicBezTo>
                        <a:pt x="854" y="3728"/>
                        <a:pt x="0" y="2895"/>
                        <a:pt x="0" y="1854"/>
                      </a:cubicBezTo>
                      <a:cubicBezTo>
                        <a:pt x="0" y="833"/>
                        <a:pt x="854" y="0"/>
                        <a:pt x="1875" y="0"/>
                      </a:cubicBezTo>
                      <a:cubicBezTo>
                        <a:pt x="2916" y="0"/>
                        <a:pt x="3749" y="833"/>
                        <a:pt x="3749" y="1854"/>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30"/>
                <p:cNvSpPr/>
                <p:nvPr/>
              </p:nvSpPr>
              <p:spPr>
                <a:xfrm>
                  <a:off x="1386400" y="381775"/>
                  <a:ext cx="208300" cy="364475"/>
                </a:xfrm>
                <a:custGeom>
                  <a:avLst/>
                  <a:gdLst/>
                  <a:ahLst/>
                  <a:cxnLst/>
                  <a:rect l="l" t="t" r="r" b="b"/>
                  <a:pathLst>
                    <a:path w="8332" h="14579" fill="none" extrusionOk="0">
                      <a:moveTo>
                        <a:pt x="3812" y="14579"/>
                      </a:moveTo>
                      <a:lnTo>
                        <a:pt x="1896" y="14579"/>
                      </a:lnTo>
                      <a:cubicBezTo>
                        <a:pt x="855" y="14579"/>
                        <a:pt x="1" y="13184"/>
                        <a:pt x="1" y="11455"/>
                      </a:cubicBezTo>
                      <a:lnTo>
                        <a:pt x="1" y="3125"/>
                      </a:lnTo>
                      <a:cubicBezTo>
                        <a:pt x="1" y="1396"/>
                        <a:pt x="1396" y="1"/>
                        <a:pt x="3125" y="1"/>
                      </a:cubicBezTo>
                      <a:lnTo>
                        <a:pt x="8331" y="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30"/>
                <p:cNvSpPr/>
                <p:nvPr/>
              </p:nvSpPr>
              <p:spPr>
                <a:xfrm>
                  <a:off x="1739925" y="1510550"/>
                  <a:ext cx="166125" cy="275450"/>
                </a:xfrm>
                <a:custGeom>
                  <a:avLst/>
                  <a:gdLst/>
                  <a:ahLst/>
                  <a:cxnLst/>
                  <a:rect l="l" t="t" r="r" b="b"/>
                  <a:pathLst>
                    <a:path w="6645" h="11018" fill="none" extrusionOk="0">
                      <a:moveTo>
                        <a:pt x="1" y="0"/>
                      </a:moveTo>
                      <a:lnTo>
                        <a:pt x="1" y="7893"/>
                      </a:lnTo>
                      <a:cubicBezTo>
                        <a:pt x="1" y="9622"/>
                        <a:pt x="1396" y="11017"/>
                        <a:pt x="3125" y="11017"/>
                      </a:cubicBezTo>
                      <a:lnTo>
                        <a:pt x="6644" y="11017"/>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27" name="Google Shape;1327;p30"/>
              <p:cNvSpPr/>
              <p:nvPr/>
            </p:nvSpPr>
            <p:spPr>
              <a:xfrm>
                <a:off x="7834922" y="47262"/>
                <a:ext cx="368400" cy="368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28" name="Google Shape;1328;p30"/>
              <p:cNvGrpSpPr/>
              <p:nvPr/>
            </p:nvGrpSpPr>
            <p:grpSpPr>
              <a:xfrm>
                <a:off x="7917242" y="152540"/>
                <a:ext cx="204138" cy="157924"/>
                <a:chOff x="4404638" y="2403088"/>
                <a:chExt cx="339325" cy="262550"/>
              </a:xfrm>
            </p:grpSpPr>
            <p:sp>
              <p:nvSpPr>
                <p:cNvPr id="1329" name="Google Shape;1329;p30"/>
                <p:cNvSpPr/>
                <p:nvPr/>
              </p:nvSpPr>
              <p:spPr>
                <a:xfrm>
                  <a:off x="4404638" y="2403088"/>
                  <a:ext cx="274850" cy="199600"/>
                </a:xfrm>
                <a:custGeom>
                  <a:avLst/>
                  <a:gdLst/>
                  <a:ahLst/>
                  <a:cxnLst/>
                  <a:rect l="l" t="t" r="r" b="b"/>
                  <a:pathLst>
                    <a:path w="10994" h="7984" extrusionOk="0">
                      <a:moveTo>
                        <a:pt x="369" y="0"/>
                      </a:moveTo>
                      <a:cubicBezTo>
                        <a:pt x="154" y="0"/>
                        <a:pt x="1" y="154"/>
                        <a:pt x="1" y="369"/>
                      </a:cubicBezTo>
                      <a:lnTo>
                        <a:pt x="1" y="7585"/>
                      </a:lnTo>
                      <a:cubicBezTo>
                        <a:pt x="1" y="7800"/>
                        <a:pt x="154" y="7984"/>
                        <a:pt x="369" y="7984"/>
                      </a:cubicBezTo>
                      <a:lnTo>
                        <a:pt x="1782" y="7984"/>
                      </a:lnTo>
                      <a:lnTo>
                        <a:pt x="1782" y="2119"/>
                      </a:lnTo>
                      <a:cubicBezTo>
                        <a:pt x="1782" y="1904"/>
                        <a:pt x="1935" y="1720"/>
                        <a:pt x="2150" y="1720"/>
                      </a:cubicBezTo>
                      <a:lnTo>
                        <a:pt x="10993" y="1720"/>
                      </a:lnTo>
                      <a:lnTo>
                        <a:pt x="10993" y="369"/>
                      </a:lnTo>
                      <a:cubicBezTo>
                        <a:pt x="10993" y="154"/>
                        <a:pt x="10809" y="0"/>
                        <a:pt x="105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30"/>
                <p:cNvSpPr/>
                <p:nvPr/>
              </p:nvSpPr>
              <p:spPr>
                <a:xfrm>
                  <a:off x="4530538" y="2528213"/>
                  <a:ext cx="23050" cy="43775"/>
                </a:xfrm>
                <a:custGeom>
                  <a:avLst/>
                  <a:gdLst/>
                  <a:ahLst/>
                  <a:cxnLst/>
                  <a:rect l="l" t="t" r="r" b="b"/>
                  <a:pathLst>
                    <a:path w="922" h="1751" extrusionOk="0">
                      <a:moveTo>
                        <a:pt x="0" y="1"/>
                      </a:moveTo>
                      <a:lnTo>
                        <a:pt x="0" y="1751"/>
                      </a:lnTo>
                      <a:lnTo>
                        <a:pt x="922" y="1751"/>
                      </a:lnTo>
                      <a:lnTo>
                        <a:pt x="9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30"/>
                <p:cNvSpPr/>
                <p:nvPr/>
              </p:nvSpPr>
              <p:spPr>
                <a:xfrm>
                  <a:off x="4469113" y="2466038"/>
                  <a:ext cx="274850" cy="199600"/>
                </a:xfrm>
                <a:custGeom>
                  <a:avLst/>
                  <a:gdLst/>
                  <a:ahLst/>
                  <a:cxnLst/>
                  <a:rect l="l" t="t" r="r" b="b"/>
                  <a:pathLst>
                    <a:path w="10994" h="7984" extrusionOk="0">
                      <a:moveTo>
                        <a:pt x="3808" y="1720"/>
                      </a:moveTo>
                      <a:cubicBezTo>
                        <a:pt x="3993" y="1720"/>
                        <a:pt x="4177" y="1873"/>
                        <a:pt x="4177" y="2088"/>
                      </a:cubicBezTo>
                      <a:lnTo>
                        <a:pt x="4177" y="4637"/>
                      </a:lnTo>
                      <a:cubicBezTo>
                        <a:pt x="4177" y="4852"/>
                        <a:pt x="3993" y="5036"/>
                        <a:pt x="3808" y="5036"/>
                      </a:cubicBezTo>
                      <a:lnTo>
                        <a:pt x="2089" y="5036"/>
                      </a:lnTo>
                      <a:cubicBezTo>
                        <a:pt x="1874" y="5036"/>
                        <a:pt x="1720" y="4852"/>
                        <a:pt x="1720" y="4637"/>
                      </a:cubicBezTo>
                      <a:lnTo>
                        <a:pt x="1720" y="2088"/>
                      </a:lnTo>
                      <a:cubicBezTo>
                        <a:pt x="1720" y="1873"/>
                        <a:pt x="1874" y="1720"/>
                        <a:pt x="2089" y="1720"/>
                      </a:cubicBezTo>
                      <a:close/>
                      <a:moveTo>
                        <a:pt x="8906" y="5558"/>
                      </a:moveTo>
                      <a:cubicBezTo>
                        <a:pt x="9428" y="5558"/>
                        <a:pt x="9428" y="6356"/>
                        <a:pt x="8906" y="6356"/>
                      </a:cubicBezTo>
                      <a:lnTo>
                        <a:pt x="7002" y="6356"/>
                      </a:lnTo>
                      <a:cubicBezTo>
                        <a:pt x="6449" y="6356"/>
                        <a:pt x="6449" y="5558"/>
                        <a:pt x="7002" y="5558"/>
                      </a:cubicBezTo>
                      <a:close/>
                      <a:moveTo>
                        <a:pt x="369" y="0"/>
                      </a:moveTo>
                      <a:cubicBezTo>
                        <a:pt x="154" y="0"/>
                        <a:pt x="1" y="154"/>
                        <a:pt x="1" y="369"/>
                      </a:cubicBezTo>
                      <a:lnTo>
                        <a:pt x="1" y="7615"/>
                      </a:lnTo>
                      <a:cubicBezTo>
                        <a:pt x="1" y="7800"/>
                        <a:pt x="154" y="7984"/>
                        <a:pt x="369" y="7984"/>
                      </a:cubicBezTo>
                      <a:lnTo>
                        <a:pt x="10594" y="7984"/>
                      </a:lnTo>
                      <a:cubicBezTo>
                        <a:pt x="10809" y="7984"/>
                        <a:pt x="10994" y="7800"/>
                        <a:pt x="10994" y="7615"/>
                      </a:cubicBezTo>
                      <a:lnTo>
                        <a:pt x="10994" y="400"/>
                      </a:lnTo>
                      <a:cubicBezTo>
                        <a:pt x="10994" y="185"/>
                        <a:pt x="10809" y="0"/>
                        <a:pt x="105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332"/>
        <p:cNvGrpSpPr/>
        <p:nvPr/>
      </p:nvGrpSpPr>
      <p:grpSpPr>
        <a:xfrm>
          <a:off x="0" y="0"/>
          <a:ext cx="0" cy="0"/>
          <a:chOff x="0" y="0"/>
          <a:chExt cx="0" cy="0"/>
        </a:xfrm>
      </p:grpSpPr>
      <p:grpSp>
        <p:nvGrpSpPr>
          <p:cNvPr id="1333" name="Google Shape;1333;p31"/>
          <p:cNvGrpSpPr/>
          <p:nvPr/>
        </p:nvGrpSpPr>
        <p:grpSpPr>
          <a:xfrm>
            <a:off x="0" y="1575"/>
            <a:ext cx="9172575" cy="5114468"/>
            <a:chOff x="0" y="1575"/>
            <a:chExt cx="9172575" cy="5114468"/>
          </a:xfrm>
        </p:grpSpPr>
        <p:grpSp>
          <p:nvGrpSpPr>
            <p:cNvPr id="1334" name="Google Shape;1334;p31"/>
            <p:cNvGrpSpPr/>
            <p:nvPr/>
          </p:nvGrpSpPr>
          <p:grpSpPr>
            <a:xfrm>
              <a:off x="0" y="1575"/>
              <a:ext cx="3442154" cy="2733425"/>
              <a:chOff x="0" y="1575"/>
              <a:chExt cx="3442154" cy="2733425"/>
            </a:xfrm>
          </p:grpSpPr>
          <p:grpSp>
            <p:nvGrpSpPr>
              <p:cNvPr id="1335" name="Google Shape;1335;p31"/>
              <p:cNvGrpSpPr/>
              <p:nvPr/>
            </p:nvGrpSpPr>
            <p:grpSpPr>
              <a:xfrm>
                <a:off x="117150" y="4700"/>
                <a:ext cx="1668700" cy="631550"/>
                <a:chOff x="320125" y="261000"/>
                <a:chExt cx="1668700" cy="631550"/>
              </a:xfrm>
            </p:grpSpPr>
            <p:sp>
              <p:nvSpPr>
                <p:cNvPr id="1336" name="Google Shape;1336;p31"/>
                <p:cNvSpPr/>
                <p:nvPr/>
              </p:nvSpPr>
              <p:spPr>
                <a:xfrm>
                  <a:off x="375825" y="612425"/>
                  <a:ext cx="1553650" cy="268675"/>
                </a:xfrm>
                <a:custGeom>
                  <a:avLst/>
                  <a:gdLst/>
                  <a:ahLst/>
                  <a:cxnLst/>
                  <a:rect l="l" t="t" r="r" b="b"/>
                  <a:pathLst>
                    <a:path w="62146" h="10747" fill="none" extrusionOk="0">
                      <a:moveTo>
                        <a:pt x="1" y="3541"/>
                      </a:moveTo>
                      <a:cubicBezTo>
                        <a:pt x="209" y="4874"/>
                        <a:pt x="313" y="6207"/>
                        <a:pt x="272" y="7540"/>
                      </a:cubicBezTo>
                      <a:cubicBezTo>
                        <a:pt x="168" y="9247"/>
                        <a:pt x="1521" y="10705"/>
                        <a:pt x="3229" y="10747"/>
                      </a:cubicBezTo>
                      <a:lnTo>
                        <a:pt x="25367" y="10414"/>
                      </a:lnTo>
                      <a:cubicBezTo>
                        <a:pt x="27075" y="10414"/>
                        <a:pt x="28491" y="8997"/>
                        <a:pt x="28491" y="7290"/>
                      </a:cubicBezTo>
                      <a:lnTo>
                        <a:pt x="28491" y="3125"/>
                      </a:lnTo>
                      <a:cubicBezTo>
                        <a:pt x="28491" y="1396"/>
                        <a:pt x="29886" y="1"/>
                        <a:pt x="31615" y="1"/>
                      </a:cubicBezTo>
                      <a:cubicBezTo>
                        <a:pt x="31615" y="1"/>
                        <a:pt x="50879" y="1"/>
                        <a:pt x="62145" y="1"/>
                      </a:cubicBez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31"/>
                <p:cNvSpPr/>
                <p:nvPr/>
              </p:nvSpPr>
              <p:spPr>
                <a:xfrm>
                  <a:off x="1029250" y="820175"/>
                  <a:ext cx="71875" cy="72375"/>
                </a:xfrm>
                <a:custGeom>
                  <a:avLst/>
                  <a:gdLst/>
                  <a:ahLst/>
                  <a:cxnLst/>
                  <a:rect l="l" t="t" r="r" b="b"/>
                  <a:pathLst>
                    <a:path w="2875" h="2895" extrusionOk="0">
                      <a:moveTo>
                        <a:pt x="1437" y="0"/>
                      </a:moveTo>
                      <a:cubicBezTo>
                        <a:pt x="646" y="0"/>
                        <a:pt x="0" y="646"/>
                        <a:pt x="0" y="1437"/>
                      </a:cubicBezTo>
                      <a:cubicBezTo>
                        <a:pt x="0" y="2249"/>
                        <a:pt x="646" y="2895"/>
                        <a:pt x="1437" y="2895"/>
                      </a:cubicBezTo>
                      <a:cubicBezTo>
                        <a:pt x="2229" y="2895"/>
                        <a:pt x="2874" y="2249"/>
                        <a:pt x="2874" y="1437"/>
                      </a:cubicBezTo>
                      <a:cubicBezTo>
                        <a:pt x="2874" y="646"/>
                        <a:pt x="2229" y="0"/>
                        <a:pt x="1437" y="0"/>
                      </a:cubicBezTo>
                      <a:close/>
                    </a:path>
                  </a:pathLst>
                </a:custGeom>
                <a:solidFill>
                  <a:srgbClr val="D73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31"/>
                <p:cNvSpPr/>
                <p:nvPr/>
              </p:nvSpPr>
              <p:spPr>
                <a:xfrm>
                  <a:off x="1929450" y="585875"/>
                  <a:ext cx="59375" cy="59375"/>
                </a:xfrm>
                <a:custGeom>
                  <a:avLst/>
                  <a:gdLst/>
                  <a:ahLst/>
                  <a:cxnLst/>
                  <a:rect l="l" t="t" r="r" b="b"/>
                  <a:pathLst>
                    <a:path w="2375" h="2375" fill="none" extrusionOk="0">
                      <a:moveTo>
                        <a:pt x="2375" y="1188"/>
                      </a:moveTo>
                      <a:cubicBezTo>
                        <a:pt x="2375" y="1854"/>
                        <a:pt x="1833" y="2375"/>
                        <a:pt x="1187" y="2375"/>
                      </a:cubicBezTo>
                      <a:cubicBezTo>
                        <a:pt x="542" y="2375"/>
                        <a:pt x="0" y="1854"/>
                        <a:pt x="0" y="1188"/>
                      </a:cubicBezTo>
                      <a:cubicBezTo>
                        <a:pt x="0" y="542"/>
                        <a:pt x="542" y="1"/>
                        <a:pt x="1187" y="1"/>
                      </a:cubicBezTo>
                      <a:cubicBezTo>
                        <a:pt x="1833" y="1"/>
                        <a:pt x="2375" y="542"/>
                        <a:pt x="2375" y="1188"/>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31"/>
                <p:cNvSpPr/>
                <p:nvPr/>
              </p:nvSpPr>
              <p:spPr>
                <a:xfrm>
                  <a:off x="320125" y="589525"/>
                  <a:ext cx="111450" cy="111450"/>
                </a:xfrm>
                <a:custGeom>
                  <a:avLst/>
                  <a:gdLst/>
                  <a:ahLst/>
                  <a:cxnLst/>
                  <a:rect l="l" t="t" r="r" b="b"/>
                  <a:pathLst>
                    <a:path w="4458" h="4458" fill="none" extrusionOk="0">
                      <a:moveTo>
                        <a:pt x="4457" y="2229"/>
                      </a:moveTo>
                      <a:cubicBezTo>
                        <a:pt x="4457" y="3457"/>
                        <a:pt x="3458" y="4457"/>
                        <a:pt x="2229" y="4457"/>
                      </a:cubicBezTo>
                      <a:cubicBezTo>
                        <a:pt x="1000" y="4457"/>
                        <a:pt x="1" y="3457"/>
                        <a:pt x="1" y="2229"/>
                      </a:cubicBezTo>
                      <a:cubicBezTo>
                        <a:pt x="1" y="1000"/>
                        <a:pt x="1000" y="0"/>
                        <a:pt x="2229" y="0"/>
                      </a:cubicBezTo>
                      <a:cubicBezTo>
                        <a:pt x="3458" y="0"/>
                        <a:pt x="4457" y="1000"/>
                        <a:pt x="4457" y="2229"/>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31"/>
                <p:cNvSpPr/>
                <p:nvPr/>
              </p:nvSpPr>
              <p:spPr>
                <a:xfrm>
                  <a:off x="375825" y="261000"/>
                  <a:ext cx="25" cy="328550"/>
                </a:xfrm>
                <a:custGeom>
                  <a:avLst/>
                  <a:gdLst/>
                  <a:ahLst/>
                  <a:cxnLst/>
                  <a:rect l="l" t="t" r="r" b="b"/>
                  <a:pathLst>
                    <a:path w="1" h="13142" fill="none" extrusionOk="0">
                      <a:moveTo>
                        <a:pt x="1" y="13141"/>
                      </a:moveTo>
                      <a:lnTo>
                        <a:pt x="1" y="0"/>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1" name="Google Shape;1341;p31"/>
              <p:cNvGrpSpPr/>
              <p:nvPr/>
            </p:nvGrpSpPr>
            <p:grpSpPr>
              <a:xfrm>
                <a:off x="1820829" y="1575"/>
                <a:ext cx="1621325" cy="528475"/>
                <a:chOff x="3260225" y="257875"/>
                <a:chExt cx="1621325" cy="528475"/>
              </a:xfrm>
            </p:grpSpPr>
            <p:sp>
              <p:nvSpPr>
                <p:cNvPr id="1342" name="Google Shape;1342;p31"/>
                <p:cNvSpPr/>
                <p:nvPr/>
              </p:nvSpPr>
              <p:spPr>
                <a:xfrm>
                  <a:off x="3296675" y="746225"/>
                  <a:ext cx="484225" cy="25"/>
                </a:xfrm>
                <a:custGeom>
                  <a:avLst/>
                  <a:gdLst/>
                  <a:ahLst/>
                  <a:cxnLst/>
                  <a:rect l="l" t="t" r="r" b="b"/>
                  <a:pathLst>
                    <a:path w="19369" h="1" fill="none" extrusionOk="0">
                      <a:moveTo>
                        <a:pt x="19368" y="1"/>
                      </a:moveTo>
                      <a:lnTo>
                        <a:pt x="0" y="1"/>
                      </a:lnTo>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1"/>
                <p:cNvSpPr/>
                <p:nvPr/>
              </p:nvSpPr>
              <p:spPr>
                <a:xfrm>
                  <a:off x="3861575" y="459875"/>
                  <a:ext cx="990300" cy="286375"/>
                </a:xfrm>
                <a:custGeom>
                  <a:avLst/>
                  <a:gdLst/>
                  <a:ahLst/>
                  <a:cxnLst/>
                  <a:rect l="l" t="t" r="r" b="b"/>
                  <a:pathLst>
                    <a:path w="39612" h="11455" fill="none" extrusionOk="0">
                      <a:moveTo>
                        <a:pt x="0" y="11455"/>
                      </a:moveTo>
                      <a:lnTo>
                        <a:pt x="36487" y="11455"/>
                      </a:lnTo>
                      <a:cubicBezTo>
                        <a:pt x="38195" y="11455"/>
                        <a:pt x="39611" y="10060"/>
                        <a:pt x="39611" y="8331"/>
                      </a:cubicBezTo>
                      <a:lnTo>
                        <a:pt x="39611" y="1"/>
                      </a:lnTo>
                    </a:path>
                  </a:pathLst>
                </a:custGeom>
                <a:noFill/>
                <a:ln w="13025" cap="rnd" cmpd="sng">
                  <a:solidFill>
                    <a:srgbClr val="325A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1"/>
                <p:cNvSpPr/>
                <p:nvPr/>
              </p:nvSpPr>
              <p:spPr>
                <a:xfrm>
                  <a:off x="3260225" y="728000"/>
                  <a:ext cx="36475" cy="36475"/>
                </a:xfrm>
                <a:custGeom>
                  <a:avLst/>
                  <a:gdLst/>
                  <a:ahLst/>
                  <a:cxnLst/>
                  <a:rect l="l" t="t" r="r" b="b"/>
                  <a:pathLst>
                    <a:path w="1459" h="1459" extrusionOk="0">
                      <a:moveTo>
                        <a:pt x="729" y="1"/>
                      </a:moveTo>
                      <a:cubicBezTo>
                        <a:pt x="334" y="1"/>
                        <a:pt x="0" y="334"/>
                        <a:pt x="0" y="730"/>
                      </a:cubicBezTo>
                      <a:cubicBezTo>
                        <a:pt x="0" y="1126"/>
                        <a:pt x="334" y="1459"/>
                        <a:pt x="729" y="1459"/>
                      </a:cubicBezTo>
                      <a:cubicBezTo>
                        <a:pt x="1146" y="1459"/>
                        <a:pt x="1458" y="1126"/>
                        <a:pt x="1458" y="730"/>
                      </a:cubicBezTo>
                      <a:cubicBezTo>
                        <a:pt x="1458" y="334"/>
                        <a:pt x="1146" y="1"/>
                        <a:pt x="7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31"/>
                <p:cNvSpPr/>
                <p:nvPr/>
              </p:nvSpPr>
              <p:spPr>
                <a:xfrm>
                  <a:off x="4822150" y="400000"/>
                  <a:ext cx="59400" cy="59375"/>
                </a:xfrm>
                <a:custGeom>
                  <a:avLst/>
                  <a:gdLst/>
                  <a:ahLst/>
                  <a:cxnLst/>
                  <a:rect l="l" t="t" r="r" b="b"/>
                  <a:pathLst>
                    <a:path w="2376" h="2375" fill="none" extrusionOk="0">
                      <a:moveTo>
                        <a:pt x="2375" y="1188"/>
                      </a:moveTo>
                      <a:cubicBezTo>
                        <a:pt x="2375" y="1854"/>
                        <a:pt x="1834" y="2375"/>
                        <a:pt x="1188" y="2375"/>
                      </a:cubicBezTo>
                      <a:cubicBezTo>
                        <a:pt x="522" y="2375"/>
                        <a:pt x="1" y="1854"/>
                        <a:pt x="1" y="1188"/>
                      </a:cubicBezTo>
                      <a:cubicBezTo>
                        <a:pt x="1" y="542"/>
                        <a:pt x="522" y="1"/>
                        <a:pt x="1188" y="1"/>
                      </a:cubicBezTo>
                      <a:cubicBezTo>
                        <a:pt x="1834" y="1"/>
                        <a:pt x="2375" y="542"/>
                        <a:pt x="2375" y="1188"/>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31"/>
                <p:cNvSpPr/>
                <p:nvPr/>
              </p:nvSpPr>
              <p:spPr>
                <a:xfrm>
                  <a:off x="4390550" y="724375"/>
                  <a:ext cx="102575" cy="44275"/>
                </a:xfrm>
                <a:custGeom>
                  <a:avLst/>
                  <a:gdLst/>
                  <a:ahLst/>
                  <a:cxnLst/>
                  <a:rect l="l" t="t" r="r" b="b"/>
                  <a:pathLst>
                    <a:path w="4103" h="1771" extrusionOk="0">
                      <a:moveTo>
                        <a:pt x="375" y="0"/>
                      </a:moveTo>
                      <a:cubicBezTo>
                        <a:pt x="167" y="0"/>
                        <a:pt x="0" y="167"/>
                        <a:pt x="0" y="375"/>
                      </a:cubicBezTo>
                      <a:lnTo>
                        <a:pt x="0" y="1375"/>
                      </a:lnTo>
                      <a:cubicBezTo>
                        <a:pt x="0" y="1583"/>
                        <a:pt x="167" y="1770"/>
                        <a:pt x="375" y="1770"/>
                      </a:cubicBezTo>
                      <a:lnTo>
                        <a:pt x="3728" y="1770"/>
                      </a:lnTo>
                      <a:cubicBezTo>
                        <a:pt x="3936" y="1770"/>
                        <a:pt x="4103" y="1583"/>
                        <a:pt x="4103" y="1375"/>
                      </a:cubicBezTo>
                      <a:lnTo>
                        <a:pt x="4103" y="375"/>
                      </a:lnTo>
                      <a:cubicBezTo>
                        <a:pt x="4103" y="167"/>
                        <a:pt x="3936" y="0"/>
                        <a:pt x="37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31"/>
                <p:cNvSpPr/>
                <p:nvPr/>
              </p:nvSpPr>
              <p:spPr>
                <a:xfrm>
                  <a:off x="3780875" y="706150"/>
                  <a:ext cx="80725" cy="80200"/>
                </a:xfrm>
                <a:custGeom>
                  <a:avLst/>
                  <a:gdLst/>
                  <a:ahLst/>
                  <a:cxnLst/>
                  <a:rect l="l" t="t" r="r" b="b"/>
                  <a:pathLst>
                    <a:path w="3229" h="3208" fill="none" extrusionOk="0">
                      <a:moveTo>
                        <a:pt x="3228" y="1604"/>
                      </a:moveTo>
                      <a:cubicBezTo>
                        <a:pt x="3228" y="2499"/>
                        <a:pt x="2499" y="3207"/>
                        <a:pt x="1625" y="3207"/>
                      </a:cubicBezTo>
                      <a:cubicBezTo>
                        <a:pt x="729" y="3207"/>
                        <a:pt x="0" y="2499"/>
                        <a:pt x="0" y="1604"/>
                      </a:cubicBezTo>
                      <a:cubicBezTo>
                        <a:pt x="0" y="708"/>
                        <a:pt x="729" y="0"/>
                        <a:pt x="1625" y="0"/>
                      </a:cubicBezTo>
                      <a:cubicBezTo>
                        <a:pt x="2499" y="0"/>
                        <a:pt x="3228" y="708"/>
                        <a:pt x="3228" y="1604"/>
                      </a:cubicBezTo>
                      <a:close/>
                    </a:path>
                  </a:pathLst>
                </a:custGeom>
                <a:noFill/>
                <a:ln w="13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31"/>
                <p:cNvSpPr/>
                <p:nvPr/>
              </p:nvSpPr>
              <p:spPr>
                <a:xfrm>
                  <a:off x="4851850" y="257875"/>
                  <a:ext cx="25" cy="132775"/>
                </a:xfrm>
                <a:custGeom>
                  <a:avLst/>
                  <a:gdLst/>
                  <a:ahLst/>
                  <a:cxnLst/>
                  <a:rect l="l" t="t" r="r" b="b"/>
                  <a:pathLst>
                    <a:path w="1" h="5311" fill="none" extrusionOk="0">
                      <a:moveTo>
                        <a:pt x="0" y="5311"/>
                      </a:moveTo>
                      <a:lnTo>
                        <a:pt x="0" y="0"/>
                      </a:lnTo>
                    </a:path>
                  </a:pathLst>
                </a:custGeom>
                <a:noFill/>
                <a:ln w="13025" cap="rnd" cmpd="sng">
                  <a:solidFill>
                    <a:srgbClr val="325A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9" name="Google Shape;1349;p31"/>
              <p:cNvGrpSpPr/>
              <p:nvPr/>
            </p:nvGrpSpPr>
            <p:grpSpPr>
              <a:xfrm>
                <a:off x="0" y="1106375"/>
                <a:ext cx="518600" cy="1291750"/>
                <a:chOff x="202975" y="1362675"/>
                <a:chExt cx="518600" cy="1291750"/>
              </a:xfrm>
            </p:grpSpPr>
            <p:sp>
              <p:nvSpPr>
                <p:cNvPr id="1350" name="Google Shape;1350;p31"/>
                <p:cNvSpPr/>
                <p:nvPr/>
              </p:nvSpPr>
              <p:spPr>
                <a:xfrm>
                  <a:off x="202975" y="1362675"/>
                  <a:ext cx="518600" cy="1291750"/>
                </a:xfrm>
                <a:custGeom>
                  <a:avLst/>
                  <a:gdLst/>
                  <a:ahLst/>
                  <a:cxnLst/>
                  <a:rect l="l" t="t" r="r" b="b"/>
                  <a:pathLst>
                    <a:path w="20744" h="51670" fill="none" extrusionOk="0">
                      <a:moveTo>
                        <a:pt x="1" y="1"/>
                      </a:moveTo>
                      <a:lnTo>
                        <a:pt x="13100" y="1"/>
                      </a:lnTo>
                      <a:cubicBezTo>
                        <a:pt x="14829" y="1"/>
                        <a:pt x="16224" y="1396"/>
                        <a:pt x="16224" y="3125"/>
                      </a:cubicBezTo>
                      <a:lnTo>
                        <a:pt x="16224" y="13933"/>
                      </a:lnTo>
                      <a:cubicBezTo>
                        <a:pt x="16224" y="15662"/>
                        <a:pt x="14829" y="17057"/>
                        <a:pt x="13100" y="17057"/>
                      </a:cubicBezTo>
                      <a:lnTo>
                        <a:pt x="7373" y="17057"/>
                      </a:lnTo>
                      <a:cubicBezTo>
                        <a:pt x="5645" y="17057"/>
                        <a:pt x="4249" y="18452"/>
                        <a:pt x="4249" y="20181"/>
                      </a:cubicBezTo>
                      <a:lnTo>
                        <a:pt x="4249" y="48546"/>
                      </a:lnTo>
                      <a:cubicBezTo>
                        <a:pt x="4249" y="50274"/>
                        <a:pt x="5645" y="51670"/>
                        <a:pt x="7373" y="51670"/>
                      </a:cubicBezTo>
                      <a:lnTo>
                        <a:pt x="20743" y="51670"/>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31"/>
                <p:cNvSpPr/>
                <p:nvPr/>
              </p:nvSpPr>
              <p:spPr>
                <a:xfrm>
                  <a:off x="272225" y="1984850"/>
                  <a:ext cx="74475" cy="75000"/>
                </a:xfrm>
                <a:custGeom>
                  <a:avLst/>
                  <a:gdLst/>
                  <a:ahLst/>
                  <a:cxnLst/>
                  <a:rect l="l" t="t" r="r" b="b"/>
                  <a:pathLst>
                    <a:path w="2979" h="3000" extrusionOk="0">
                      <a:moveTo>
                        <a:pt x="1500" y="1"/>
                      </a:moveTo>
                      <a:cubicBezTo>
                        <a:pt x="667" y="1"/>
                        <a:pt x="1" y="667"/>
                        <a:pt x="1" y="1500"/>
                      </a:cubicBezTo>
                      <a:cubicBezTo>
                        <a:pt x="1" y="2333"/>
                        <a:pt x="667" y="3000"/>
                        <a:pt x="1500" y="3000"/>
                      </a:cubicBezTo>
                      <a:cubicBezTo>
                        <a:pt x="2312" y="3000"/>
                        <a:pt x="2979" y="2333"/>
                        <a:pt x="2979" y="1500"/>
                      </a:cubicBezTo>
                      <a:cubicBezTo>
                        <a:pt x="2979" y="667"/>
                        <a:pt x="2312" y="1"/>
                        <a:pt x="15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1"/>
                <p:cNvSpPr/>
                <p:nvPr/>
              </p:nvSpPr>
              <p:spPr>
                <a:xfrm>
                  <a:off x="587225" y="1566250"/>
                  <a:ext cx="43225" cy="100000"/>
                </a:xfrm>
                <a:custGeom>
                  <a:avLst/>
                  <a:gdLst/>
                  <a:ahLst/>
                  <a:cxnLst/>
                  <a:rect l="l" t="t" r="r" b="b"/>
                  <a:pathLst>
                    <a:path w="1729" h="4000" extrusionOk="0">
                      <a:moveTo>
                        <a:pt x="375" y="1"/>
                      </a:moveTo>
                      <a:cubicBezTo>
                        <a:pt x="167" y="1"/>
                        <a:pt x="0" y="167"/>
                        <a:pt x="0" y="376"/>
                      </a:cubicBezTo>
                      <a:lnTo>
                        <a:pt x="0" y="3645"/>
                      </a:lnTo>
                      <a:cubicBezTo>
                        <a:pt x="0" y="3833"/>
                        <a:pt x="167" y="3999"/>
                        <a:pt x="375" y="3999"/>
                      </a:cubicBezTo>
                      <a:lnTo>
                        <a:pt x="1354" y="3999"/>
                      </a:lnTo>
                      <a:cubicBezTo>
                        <a:pt x="1562" y="3999"/>
                        <a:pt x="1729" y="3833"/>
                        <a:pt x="1729" y="3645"/>
                      </a:cubicBezTo>
                      <a:lnTo>
                        <a:pt x="1729" y="376"/>
                      </a:lnTo>
                      <a:cubicBezTo>
                        <a:pt x="1729" y="167"/>
                        <a:pt x="1562" y="1"/>
                        <a:pt x="13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3" name="Google Shape;1353;p31"/>
              <p:cNvGrpSpPr/>
              <p:nvPr/>
            </p:nvGrpSpPr>
            <p:grpSpPr>
              <a:xfrm>
                <a:off x="240550" y="1842050"/>
                <a:ext cx="328550" cy="892950"/>
                <a:chOff x="443525" y="2098350"/>
                <a:chExt cx="328550" cy="892950"/>
              </a:xfrm>
            </p:grpSpPr>
            <p:sp>
              <p:nvSpPr>
                <p:cNvPr id="1354" name="Google Shape;1354;p31"/>
                <p:cNvSpPr/>
                <p:nvPr/>
              </p:nvSpPr>
              <p:spPr>
                <a:xfrm>
                  <a:off x="462275" y="2123875"/>
                  <a:ext cx="259300" cy="842425"/>
                </a:xfrm>
                <a:custGeom>
                  <a:avLst/>
                  <a:gdLst/>
                  <a:ahLst/>
                  <a:cxnLst/>
                  <a:rect l="l" t="t" r="r" b="b"/>
                  <a:pathLst>
                    <a:path w="10372" h="33697" fill="none" extrusionOk="0">
                      <a:moveTo>
                        <a:pt x="10371" y="0"/>
                      </a:moveTo>
                      <a:lnTo>
                        <a:pt x="3124" y="0"/>
                      </a:lnTo>
                      <a:cubicBezTo>
                        <a:pt x="1395" y="0"/>
                        <a:pt x="0" y="1396"/>
                        <a:pt x="0" y="3124"/>
                      </a:cubicBezTo>
                      <a:lnTo>
                        <a:pt x="0" y="30573"/>
                      </a:lnTo>
                      <a:cubicBezTo>
                        <a:pt x="0" y="32280"/>
                        <a:pt x="1395" y="33696"/>
                        <a:pt x="3124" y="33696"/>
                      </a:cubicBezTo>
                      <a:lnTo>
                        <a:pt x="8789" y="33696"/>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31"/>
                <p:cNvSpPr/>
                <p:nvPr/>
              </p:nvSpPr>
              <p:spPr>
                <a:xfrm>
                  <a:off x="721550" y="2098350"/>
                  <a:ext cx="50525" cy="50525"/>
                </a:xfrm>
                <a:custGeom>
                  <a:avLst/>
                  <a:gdLst/>
                  <a:ahLst/>
                  <a:cxnLst/>
                  <a:rect l="l" t="t" r="r" b="b"/>
                  <a:pathLst>
                    <a:path w="2021" h="2021" fill="none" extrusionOk="0">
                      <a:moveTo>
                        <a:pt x="2020" y="1021"/>
                      </a:moveTo>
                      <a:cubicBezTo>
                        <a:pt x="2020" y="1583"/>
                        <a:pt x="1562" y="2021"/>
                        <a:pt x="1021" y="2021"/>
                      </a:cubicBezTo>
                      <a:cubicBezTo>
                        <a:pt x="458" y="2021"/>
                        <a:pt x="0" y="1583"/>
                        <a:pt x="0" y="1021"/>
                      </a:cubicBezTo>
                      <a:cubicBezTo>
                        <a:pt x="0" y="459"/>
                        <a:pt x="458" y="1"/>
                        <a:pt x="1021" y="1"/>
                      </a:cubicBezTo>
                      <a:cubicBezTo>
                        <a:pt x="1562" y="1"/>
                        <a:pt x="2020" y="459"/>
                        <a:pt x="2020" y="1021"/>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31"/>
                <p:cNvSpPr/>
                <p:nvPr/>
              </p:nvSpPr>
              <p:spPr>
                <a:xfrm>
                  <a:off x="685100" y="2940750"/>
                  <a:ext cx="50525" cy="50550"/>
                </a:xfrm>
                <a:custGeom>
                  <a:avLst/>
                  <a:gdLst/>
                  <a:ahLst/>
                  <a:cxnLst/>
                  <a:rect l="l" t="t" r="r" b="b"/>
                  <a:pathLst>
                    <a:path w="2021" h="2022" fill="none" extrusionOk="0">
                      <a:moveTo>
                        <a:pt x="2021" y="1001"/>
                      </a:moveTo>
                      <a:cubicBezTo>
                        <a:pt x="2021" y="1563"/>
                        <a:pt x="1562" y="2021"/>
                        <a:pt x="1021" y="2021"/>
                      </a:cubicBezTo>
                      <a:cubicBezTo>
                        <a:pt x="459" y="2021"/>
                        <a:pt x="1" y="1563"/>
                        <a:pt x="1" y="1001"/>
                      </a:cubicBezTo>
                      <a:cubicBezTo>
                        <a:pt x="1" y="459"/>
                        <a:pt x="459" y="1"/>
                        <a:pt x="1021" y="1"/>
                      </a:cubicBezTo>
                      <a:cubicBezTo>
                        <a:pt x="1562" y="1"/>
                        <a:pt x="2021" y="459"/>
                        <a:pt x="2021" y="1001"/>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31"/>
                <p:cNvSpPr/>
                <p:nvPr/>
              </p:nvSpPr>
              <p:spPr>
                <a:xfrm>
                  <a:off x="443525" y="2370125"/>
                  <a:ext cx="37500" cy="38050"/>
                </a:xfrm>
                <a:custGeom>
                  <a:avLst/>
                  <a:gdLst/>
                  <a:ahLst/>
                  <a:cxnLst/>
                  <a:rect l="l" t="t" r="r" b="b"/>
                  <a:pathLst>
                    <a:path w="1500" h="1522" extrusionOk="0">
                      <a:moveTo>
                        <a:pt x="750" y="1"/>
                      </a:moveTo>
                      <a:cubicBezTo>
                        <a:pt x="334" y="1"/>
                        <a:pt x="0" y="355"/>
                        <a:pt x="0" y="771"/>
                      </a:cubicBezTo>
                      <a:cubicBezTo>
                        <a:pt x="0" y="1167"/>
                        <a:pt x="334" y="1521"/>
                        <a:pt x="750" y="1521"/>
                      </a:cubicBezTo>
                      <a:cubicBezTo>
                        <a:pt x="1167" y="1521"/>
                        <a:pt x="1500" y="1167"/>
                        <a:pt x="1500" y="771"/>
                      </a:cubicBezTo>
                      <a:cubicBezTo>
                        <a:pt x="1500" y="355"/>
                        <a:pt x="1167" y="1"/>
                        <a:pt x="7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31"/>
                <p:cNvSpPr/>
                <p:nvPr/>
              </p:nvSpPr>
              <p:spPr>
                <a:xfrm>
                  <a:off x="443525" y="2635675"/>
                  <a:ext cx="37500" cy="37500"/>
                </a:xfrm>
                <a:custGeom>
                  <a:avLst/>
                  <a:gdLst/>
                  <a:ahLst/>
                  <a:cxnLst/>
                  <a:rect l="l" t="t" r="r" b="b"/>
                  <a:pathLst>
                    <a:path w="1500" h="1500" extrusionOk="0">
                      <a:moveTo>
                        <a:pt x="750" y="0"/>
                      </a:moveTo>
                      <a:cubicBezTo>
                        <a:pt x="334" y="0"/>
                        <a:pt x="0" y="333"/>
                        <a:pt x="0" y="750"/>
                      </a:cubicBezTo>
                      <a:cubicBezTo>
                        <a:pt x="0" y="1166"/>
                        <a:pt x="334" y="1499"/>
                        <a:pt x="750" y="1499"/>
                      </a:cubicBezTo>
                      <a:cubicBezTo>
                        <a:pt x="1167" y="1499"/>
                        <a:pt x="1500" y="1166"/>
                        <a:pt x="1500" y="750"/>
                      </a:cubicBezTo>
                      <a:cubicBezTo>
                        <a:pt x="1500" y="333"/>
                        <a:pt x="1167" y="0"/>
                        <a:pt x="7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59" name="Google Shape;1359;p31"/>
            <p:cNvGrpSpPr/>
            <p:nvPr/>
          </p:nvGrpSpPr>
          <p:grpSpPr>
            <a:xfrm>
              <a:off x="6489600" y="3322775"/>
              <a:ext cx="2682975" cy="1793268"/>
              <a:chOff x="6489600" y="3322775"/>
              <a:chExt cx="2682975" cy="1793268"/>
            </a:xfrm>
          </p:grpSpPr>
          <p:grpSp>
            <p:nvGrpSpPr>
              <p:cNvPr id="1360" name="Google Shape;1360;p31"/>
              <p:cNvGrpSpPr/>
              <p:nvPr/>
            </p:nvGrpSpPr>
            <p:grpSpPr>
              <a:xfrm>
                <a:off x="6489600" y="4816946"/>
                <a:ext cx="615425" cy="212204"/>
                <a:chOff x="5029400" y="4363421"/>
                <a:chExt cx="615425" cy="212204"/>
              </a:xfrm>
            </p:grpSpPr>
            <p:sp>
              <p:nvSpPr>
                <p:cNvPr id="1361" name="Google Shape;1361;p31"/>
                <p:cNvSpPr/>
                <p:nvPr/>
              </p:nvSpPr>
              <p:spPr>
                <a:xfrm>
                  <a:off x="5048150" y="4412125"/>
                  <a:ext cx="567000" cy="141125"/>
                </a:xfrm>
                <a:custGeom>
                  <a:avLst/>
                  <a:gdLst/>
                  <a:ahLst/>
                  <a:cxnLst/>
                  <a:rect l="l" t="t" r="r" b="b"/>
                  <a:pathLst>
                    <a:path w="22680" h="5645" fill="none" extrusionOk="0">
                      <a:moveTo>
                        <a:pt x="22680" y="5644"/>
                      </a:moveTo>
                      <a:lnTo>
                        <a:pt x="3124" y="5644"/>
                      </a:lnTo>
                      <a:cubicBezTo>
                        <a:pt x="1396" y="5644"/>
                        <a:pt x="0" y="4374"/>
                        <a:pt x="0" y="2812"/>
                      </a:cubicBezTo>
                      <a:lnTo>
                        <a:pt x="0" y="0"/>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1"/>
                <p:cNvSpPr/>
                <p:nvPr/>
              </p:nvSpPr>
              <p:spPr>
                <a:xfrm>
                  <a:off x="5596375" y="4527175"/>
                  <a:ext cx="48450" cy="48450"/>
                </a:xfrm>
                <a:custGeom>
                  <a:avLst/>
                  <a:gdLst/>
                  <a:ahLst/>
                  <a:cxnLst/>
                  <a:rect l="l" t="t" r="r" b="b"/>
                  <a:pathLst>
                    <a:path w="1938" h="1938" extrusionOk="0">
                      <a:moveTo>
                        <a:pt x="980" y="1"/>
                      </a:moveTo>
                      <a:cubicBezTo>
                        <a:pt x="438" y="1"/>
                        <a:pt x="1" y="438"/>
                        <a:pt x="1" y="980"/>
                      </a:cubicBezTo>
                      <a:cubicBezTo>
                        <a:pt x="1" y="1500"/>
                        <a:pt x="438" y="1938"/>
                        <a:pt x="980" y="1938"/>
                      </a:cubicBezTo>
                      <a:cubicBezTo>
                        <a:pt x="1500" y="1938"/>
                        <a:pt x="1938" y="1500"/>
                        <a:pt x="1938" y="980"/>
                      </a:cubicBezTo>
                      <a:cubicBezTo>
                        <a:pt x="1938" y="438"/>
                        <a:pt x="1500" y="1"/>
                        <a:pt x="980"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1"/>
                <p:cNvSpPr/>
                <p:nvPr/>
              </p:nvSpPr>
              <p:spPr>
                <a:xfrm>
                  <a:off x="5029400" y="4363421"/>
                  <a:ext cx="48450" cy="48425"/>
                </a:xfrm>
                <a:custGeom>
                  <a:avLst/>
                  <a:gdLst/>
                  <a:ahLst/>
                  <a:cxnLst/>
                  <a:rect l="l" t="t" r="r" b="b"/>
                  <a:pathLst>
                    <a:path w="1938" h="1937" fill="none" extrusionOk="0">
                      <a:moveTo>
                        <a:pt x="1937" y="979"/>
                      </a:moveTo>
                      <a:cubicBezTo>
                        <a:pt x="1937" y="1500"/>
                        <a:pt x="1500" y="1937"/>
                        <a:pt x="979" y="1937"/>
                      </a:cubicBezTo>
                      <a:cubicBezTo>
                        <a:pt x="438" y="1937"/>
                        <a:pt x="1" y="1500"/>
                        <a:pt x="1" y="979"/>
                      </a:cubicBezTo>
                      <a:cubicBezTo>
                        <a:pt x="1" y="437"/>
                        <a:pt x="438" y="0"/>
                        <a:pt x="979" y="0"/>
                      </a:cubicBezTo>
                      <a:cubicBezTo>
                        <a:pt x="1500" y="0"/>
                        <a:pt x="1937" y="437"/>
                        <a:pt x="1937" y="979"/>
                      </a:cubicBezTo>
                      <a:close/>
                    </a:path>
                  </a:pathLst>
                </a:custGeom>
                <a:noFill/>
                <a:ln w="13025" cap="flat" cmpd="sng">
                  <a:solidFill>
                    <a:schemeClr val="accent3"/>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4" name="Google Shape;1364;p31"/>
              <p:cNvGrpSpPr/>
              <p:nvPr/>
            </p:nvGrpSpPr>
            <p:grpSpPr>
              <a:xfrm>
                <a:off x="8663788" y="3322775"/>
                <a:ext cx="508788" cy="1226150"/>
                <a:chOff x="7556013" y="2945450"/>
                <a:chExt cx="508788" cy="1226150"/>
              </a:xfrm>
            </p:grpSpPr>
            <p:sp>
              <p:nvSpPr>
                <p:cNvPr id="1365" name="Google Shape;1365;p31"/>
                <p:cNvSpPr/>
                <p:nvPr/>
              </p:nvSpPr>
              <p:spPr>
                <a:xfrm>
                  <a:off x="7685750" y="2964200"/>
                  <a:ext cx="379050" cy="1207400"/>
                </a:xfrm>
                <a:custGeom>
                  <a:avLst/>
                  <a:gdLst/>
                  <a:ahLst/>
                  <a:cxnLst/>
                  <a:rect l="l" t="t" r="r" b="b"/>
                  <a:pathLst>
                    <a:path w="15162" h="48296" fill="none" extrusionOk="0">
                      <a:moveTo>
                        <a:pt x="15161" y="48296"/>
                      </a:moveTo>
                      <a:lnTo>
                        <a:pt x="3124" y="48296"/>
                      </a:lnTo>
                      <a:cubicBezTo>
                        <a:pt x="1396" y="48296"/>
                        <a:pt x="0" y="46900"/>
                        <a:pt x="0" y="45172"/>
                      </a:cubicBezTo>
                      <a:lnTo>
                        <a:pt x="0" y="35467"/>
                      </a:lnTo>
                      <a:cubicBezTo>
                        <a:pt x="0" y="33739"/>
                        <a:pt x="1396" y="32343"/>
                        <a:pt x="3124" y="32343"/>
                      </a:cubicBezTo>
                      <a:lnTo>
                        <a:pt x="8060" y="32343"/>
                      </a:lnTo>
                      <a:cubicBezTo>
                        <a:pt x="9788" y="32343"/>
                        <a:pt x="11184" y="30948"/>
                        <a:pt x="11184" y="29219"/>
                      </a:cubicBezTo>
                      <a:lnTo>
                        <a:pt x="11184" y="3124"/>
                      </a:lnTo>
                      <a:cubicBezTo>
                        <a:pt x="11184" y="1396"/>
                        <a:pt x="9788" y="1"/>
                        <a:pt x="8060" y="1"/>
                      </a:cubicBezTo>
                      <a:lnTo>
                        <a:pt x="3895"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1"/>
                <p:cNvSpPr/>
                <p:nvPr/>
              </p:nvSpPr>
              <p:spPr>
                <a:xfrm>
                  <a:off x="7936700" y="3328125"/>
                  <a:ext cx="51050" cy="119275"/>
                </a:xfrm>
                <a:custGeom>
                  <a:avLst/>
                  <a:gdLst/>
                  <a:ahLst/>
                  <a:cxnLst/>
                  <a:rect l="l" t="t" r="r" b="b"/>
                  <a:pathLst>
                    <a:path w="2042" h="4771" extrusionOk="0">
                      <a:moveTo>
                        <a:pt x="438" y="1"/>
                      </a:moveTo>
                      <a:cubicBezTo>
                        <a:pt x="188" y="1"/>
                        <a:pt x="0" y="209"/>
                        <a:pt x="0" y="438"/>
                      </a:cubicBezTo>
                      <a:lnTo>
                        <a:pt x="0" y="4333"/>
                      </a:lnTo>
                      <a:cubicBezTo>
                        <a:pt x="0" y="4562"/>
                        <a:pt x="188" y="4770"/>
                        <a:pt x="438" y="4770"/>
                      </a:cubicBezTo>
                      <a:lnTo>
                        <a:pt x="1604" y="4770"/>
                      </a:lnTo>
                      <a:cubicBezTo>
                        <a:pt x="1833" y="4770"/>
                        <a:pt x="2041" y="4562"/>
                        <a:pt x="2041" y="4333"/>
                      </a:cubicBezTo>
                      <a:lnTo>
                        <a:pt x="2041" y="438"/>
                      </a:lnTo>
                      <a:cubicBezTo>
                        <a:pt x="2041" y="209"/>
                        <a:pt x="1833" y="1"/>
                        <a:pt x="16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31"/>
                <p:cNvSpPr/>
                <p:nvPr/>
              </p:nvSpPr>
              <p:spPr>
                <a:xfrm>
                  <a:off x="7865375" y="2948575"/>
                  <a:ext cx="70825" cy="30750"/>
                </a:xfrm>
                <a:custGeom>
                  <a:avLst/>
                  <a:gdLst/>
                  <a:ahLst/>
                  <a:cxnLst/>
                  <a:rect l="l" t="t" r="r" b="b"/>
                  <a:pathLst>
                    <a:path w="2833" h="1230" extrusionOk="0">
                      <a:moveTo>
                        <a:pt x="250" y="1"/>
                      </a:moveTo>
                      <a:cubicBezTo>
                        <a:pt x="125" y="1"/>
                        <a:pt x="0" y="126"/>
                        <a:pt x="0" y="272"/>
                      </a:cubicBezTo>
                      <a:lnTo>
                        <a:pt x="0" y="959"/>
                      </a:lnTo>
                      <a:cubicBezTo>
                        <a:pt x="0" y="1105"/>
                        <a:pt x="125" y="1230"/>
                        <a:pt x="250" y="1230"/>
                      </a:cubicBezTo>
                      <a:lnTo>
                        <a:pt x="2583" y="1230"/>
                      </a:lnTo>
                      <a:cubicBezTo>
                        <a:pt x="2728" y="1230"/>
                        <a:pt x="2832" y="1105"/>
                        <a:pt x="2832" y="959"/>
                      </a:cubicBezTo>
                      <a:lnTo>
                        <a:pt x="2832" y="272"/>
                      </a:lnTo>
                      <a:cubicBezTo>
                        <a:pt x="2832" y="126"/>
                        <a:pt x="2728" y="1"/>
                        <a:pt x="25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31"/>
                <p:cNvSpPr/>
                <p:nvPr/>
              </p:nvSpPr>
              <p:spPr>
                <a:xfrm>
                  <a:off x="7556013" y="2945450"/>
                  <a:ext cx="37525" cy="37000"/>
                </a:xfrm>
                <a:custGeom>
                  <a:avLst/>
                  <a:gdLst/>
                  <a:ahLst/>
                  <a:cxnLst/>
                  <a:rect l="l" t="t" r="r" b="b"/>
                  <a:pathLst>
                    <a:path w="1501" h="1480" extrusionOk="0">
                      <a:moveTo>
                        <a:pt x="751" y="1"/>
                      </a:moveTo>
                      <a:cubicBezTo>
                        <a:pt x="355" y="1"/>
                        <a:pt x="1" y="334"/>
                        <a:pt x="1" y="751"/>
                      </a:cubicBezTo>
                      <a:cubicBezTo>
                        <a:pt x="1" y="1146"/>
                        <a:pt x="355" y="1480"/>
                        <a:pt x="751" y="1480"/>
                      </a:cubicBezTo>
                      <a:cubicBezTo>
                        <a:pt x="1167" y="1480"/>
                        <a:pt x="1500" y="1146"/>
                        <a:pt x="1500" y="751"/>
                      </a:cubicBezTo>
                      <a:cubicBezTo>
                        <a:pt x="1500" y="334"/>
                        <a:pt x="1167" y="1"/>
                        <a:pt x="7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1"/>
                <p:cNvSpPr/>
                <p:nvPr/>
              </p:nvSpPr>
              <p:spPr>
                <a:xfrm>
                  <a:off x="7579525" y="2964200"/>
                  <a:ext cx="166125" cy="25"/>
                </a:xfrm>
                <a:custGeom>
                  <a:avLst/>
                  <a:gdLst/>
                  <a:ahLst/>
                  <a:cxnLst/>
                  <a:rect l="l" t="t" r="r" b="b"/>
                  <a:pathLst>
                    <a:path w="6645" h="1" fill="none" extrusionOk="0">
                      <a:moveTo>
                        <a:pt x="6644" y="1"/>
                      </a:moveTo>
                      <a:lnTo>
                        <a:pt x="1" y="1"/>
                      </a:lnTo>
                    </a:path>
                  </a:pathLst>
                </a:custGeom>
                <a:noFill/>
                <a:ln w="13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0" name="Google Shape;1370;p31"/>
              <p:cNvGrpSpPr/>
              <p:nvPr/>
            </p:nvGrpSpPr>
            <p:grpSpPr>
              <a:xfrm>
                <a:off x="8581100" y="3322775"/>
                <a:ext cx="309275" cy="544100"/>
                <a:chOff x="7473325" y="2945450"/>
                <a:chExt cx="309275" cy="544100"/>
              </a:xfrm>
            </p:grpSpPr>
            <p:sp>
              <p:nvSpPr>
                <p:cNvPr id="1371" name="Google Shape;1371;p31"/>
                <p:cNvSpPr/>
                <p:nvPr/>
              </p:nvSpPr>
              <p:spPr>
                <a:xfrm>
                  <a:off x="7521750" y="2982425"/>
                  <a:ext cx="242625" cy="477450"/>
                </a:xfrm>
                <a:custGeom>
                  <a:avLst/>
                  <a:gdLst/>
                  <a:ahLst/>
                  <a:cxnLst/>
                  <a:rect l="l" t="t" r="r" b="b"/>
                  <a:pathLst>
                    <a:path w="9705" h="19098" fill="none" extrusionOk="0">
                      <a:moveTo>
                        <a:pt x="0" y="19098"/>
                      </a:moveTo>
                      <a:lnTo>
                        <a:pt x="6581" y="19098"/>
                      </a:lnTo>
                      <a:cubicBezTo>
                        <a:pt x="8289" y="19098"/>
                        <a:pt x="9705" y="17703"/>
                        <a:pt x="9705" y="15974"/>
                      </a:cubicBezTo>
                      <a:lnTo>
                        <a:pt x="9705" y="1"/>
                      </a:lnTo>
                    </a:path>
                  </a:pathLst>
                </a:custGeom>
                <a:noFill/>
                <a:ln w="13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1"/>
                <p:cNvSpPr/>
                <p:nvPr/>
              </p:nvSpPr>
              <p:spPr>
                <a:xfrm>
                  <a:off x="7745625" y="2945450"/>
                  <a:ext cx="36975" cy="37000"/>
                </a:xfrm>
                <a:custGeom>
                  <a:avLst/>
                  <a:gdLst/>
                  <a:ahLst/>
                  <a:cxnLst/>
                  <a:rect l="l" t="t" r="r" b="b"/>
                  <a:pathLst>
                    <a:path w="1479" h="1480" fill="none" extrusionOk="0">
                      <a:moveTo>
                        <a:pt x="1479" y="751"/>
                      </a:moveTo>
                      <a:cubicBezTo>
                        <a:pt x="1479" y="1146"/>
                        <a:pt x="1146" y="1480"/>
                        <a:pt x="750" y="1480"/>
                      </a:cubicBezTo>
                      <a:cubicBezTo>
                        <a:pt x="333" y="1480"/>
                        <a:pt x="0" y="1146"/>
                        <a:pt x="0" y="751"/>
                      </a:cubicBezTo>
                      <a:cubicBezTo>
                        <a:pt x="0" y="334"/>
                        <a:pt x="333" y="1"/>
                        <a:pt x="750" y="1"/>
                      </a:cubicBezTo>
                      <a:cubicBezTo>
                        <a:pt x="1146" y="1"/>
                        <a:pt x="1479" y="334"/>
                        <a:pt x="1479" y="751"/>
                      </a:cubicBezTo>
                      <a:close/>
                    </a:path>
                  </a:pathLst>
                </a:custGeom>
                <a:noFill/>
                <a:ln w="13025" cap="flat" cmpd="sng">
                  <a:solidFill>
                    <a:schemeClr val="accent4"/>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1"/>
                <p:cNvSpPr/>
                <p:nvPr/>
              </p:nvSpPr>
              <p:spPr>
                <a:xfrm>
                  <a:off x="7473325" y="3430175"/>
                  <a:ext cx="59375" cy="59375"/>
                </a:xfrm>
                <a:custGeom>
                  <a:avLst/>
                  <a:gdLst/>
                  <a:ahLst/>
                  <a:cxnLst/>
                  <a:rect l="l" t="t" r="r" b="b"/>
                  <a:pathLst>
                    <a:path w="2375" h="2375" extrusionOk="0">
                      <a:moveTo>
                        <a:pt x="1187" y="1"/>
                      </a:moveTo>
                      <a:cubicBezTo>
                        <a:pt x="521" y="1"/>
                        <a:pt x="0" y="542"/>
                        <a:pt x="0" y="1188"/>
                      </a:cubicBezTo>
                      <a:cubicBezTo>
                        <a:pt x="0" y="1854"/>
                        <a:pt x="521" y="2375"/>
                        <a:pt x="1187" y="2375"/>
                      </a:cubicBezTo>
                      <a:cubicBezTo>
                        <a:pt x="1833" y="2375"/>
                        <a:pt x="2374" y="1854"/>
                        <a:pt x="2374" y="1188"/>
                      </a:cubicBezTo>
                      <a:cubicBezTo>
                        <a:pt x="2374" y="542"/>
                        <a:pt x="1833" y="1"/>
                        <a:pt x="118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4" name="Google Shape;1374;p31"/>
              <p:cNvGrpSpPr/>
              <p:nvPr/>
            </p:nvGrpSpPr>
            <p:grpSpPr>
              <a:xfrm>
                <a:off x="7979107" y="4715118"/>
                <a:ext cx="1001750" cy="400925"/>
                <a:chOff x="5136125" y="3433825"/>
                <a:chExt cx="1001750" cy="400925"/>
              </a:xfrm>
            </p:grpSpPr>
            <p:sp>
              <p:nvSpPr>
                <p:cNvPr id="1375" name="Google Shape;1375;p31"/>
                <p:cNvSpPr/>
                <p:nvPr/>
              </p:nvSpPr>
              <p:spPr>
                <a:xfrm>
                  <a:off x="5162175" y="3485900"/>
                  <a:ext cx="949675" cy="315000"/>
                </a:xfrm>
                <a:custGeom>
                  <a:avLst/>
                  <a:gdLst/>
                  <a:ahLst/>
                  <a:cxnLst/>
                  <a:rect l="l" t="t" r="r" b="b"/>
                  <a:pathLst>
                    <a:path w="37987" h="12600" fill="none" extrusionOk="0">
                      <a:moveTo>
                        <a:pt x="37987" y="0"/>
                      </a:moveTo>
                      <a:lnTo>
                        <a:pt x="37987" y="9476"/>
                      </a:lnTo>
                      <a:cubicBezTo>
                        <a:pt x="37987" y="11204"/>
                        <a:pt x="36591" y="12600"/>
                        <a:pt x="34863" y="12600"/>
                      </a:cubicBezTo>
                      <a:lnTo>
                        <a:pt x="0" y="12600"/>
                      </a:lnTo>
                    </a:path>
                  </a:pathLst>
                </a:custGeom>
                <a:noFill/>
                <a:ln w="130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1"/>
                <p:cNvSpPr/>
                <p:nvPr/>
              </p:nvSpPr>
              <p:spPr>
                <a:xfrm>
                  <a:off x="6086325" y="3433825"/>
                  <a:ext cx="51550" cy="52100"/>
                </a:xfrm>
                <a:custGeom>
                  <a:avLst/>
                  <a:gdLst/>
                  <a:ahLst/>
                  <a:cxnLst/>
                  <a:rect l="l" t="t" r="r" b="b"/>
                  <a:pathLst>
                    <a:path w="2062" h="2084" fill="none" extrusionOk="0">
                      <a:moveTo>
                        <a:pt x="2062" y="1042"/>
                      </a:moveTo>
                      <a:cubicBezTo>
                        <a:pt x="2062" y="1625"/>
                        <a:pt x="1604" y="2083"/>
                        <a:pt x="1021" y="2083"/>
                      </a:cubicBezTo>
                      <a:cubicBezTo>
                        <a:pt x="458" y="2083"/>
                        <a:pt x="0" y="1625"/>
                        <a:pt x="0" y="1042"/>
                      </a:cubicBezTo>
                      <a:cubicBezTo>
                        <a:pt x="0" y="480"/>
                        <a:pt x="458" y="1"/>
                        <a:pt x="1021" y="1"/>
                      </a:cubicBezTo>
                      <a:cubicBezTo>
                        <a:pt x="1604" y="1"/>
                        <a:pt x="2062" y="480"/>
                        <a:pt x="2062" y="1042"/>
                      </a:cubicBezTo>
                      <a:close/>
                    </a:path>
                  </a:pathLst>
                </a:custGeom>
                <a:noFill/>
                <a:ln w="13025" cap="flat" cmpd="sng">
                  <a:solidFill>
                    <a:schemeClr val="accent1"/>
                  </a:solidFill>
                  <a:prstDash val="solid"/>
                  <a:miter lim="20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31"/>
                <p:cNvSpPr/>
                <p:nvPr/>
              </p:nvSpPr>
              <p:spPr>
                <a:xfrm>
                  <a:off x="5136125" y="3775375"/>
                  <a:ext cx="52100" cy="51575"/>
                </a:xfrm>
                <a:custGeom>
                  <a:avLst/>
                  <a:gdLst/>
                  <a:ahLst/>
                  <a:cxnLst/>
                  <a:rect l="l" t="t" r="r" b="b"/>
                  <a:pathLst>
                    <a:path w="2084" h="2063" extrusionOk="0">
                      <a:moveTo>
                        <a:pt x="1042" y="0"/>
                      </a:moveTo>
                      <a:cubicBezTo>
                        <a:pt x="480" y="0"/>
                        <a:pt x="1" y="458"/>
                        <a:pt x="1" y="1021"/>
                      </a:cubicBezTo>
                      <a:cubicBezTo>
                        <a:pt x="1" y="1604"/>
                        <a:pt x="480" y="2062"/>
                        <a:pt x="1042" y="2062"/>
                      </a:cubicBezTo>
                      <a:cubicBezTo>
                        <a:pt x="1604" y="2062"/>
                        <a:pt x="2083" y="1604"/>
                        <a:pt x="2083" y="1021"/>
                      </a:cubicBezTo>
                      <a:cubicBezTo>
                        <a:pt x="2083" y="458"/>
                        <a:pt x="1604" y="0"/>
                        <a:pt x="10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31"/>
                <p:cNvSpPr/>
                <p:nvPr/>
              </p:nvSpPr>
              <p:spPr>
                <a:xfrm>
                  <a:off x="5907725" y="3767050"/>
                  <a:ext cx="67725" cy="67700"/>
                </a:xfrm>
                <a:custGeom>
                  <a:avLst/>
                  <a:gdLst/>
                  <a:ahLst/>
                  <a:cxnLst/>
                  <a:rect l="l" t="t" r="r" b="b"/>
                  <a:pathLst>
                    <a:path w="2709" h="2708" extrusionOk="0">
                      <a:moveTo>
                        <a:pt x="1355" y="0"/>
                      </a:moveTo>
                      <a:cubicBezTo>
                        <a:pt x="626" y="0"/>
                        <a:pt x="1" y="604"/>
                        <a:pt x="1" y="1354"/>
                      </a:cubicBezTo>
                      <a:cubicBezTo>
                        <a:pt x="1" y="2104"/>
                        <a:pt x="626" y="2707"/>
                        <a:pt x="1355" y="2707"/>
                      </a:cubicBezTo>
                      <a:cubicBezTo>
                        <a:pt x="2104" y="2707"/>
                        <a:pt x="2708" y="2104"/>
                        <a:pt x="2708" y="1354"/>
                      </a:cubicBezTo>
                      <a:cubicBezTo>
                        <a:pt x="2708" y="604"/>
                        <a:pt x="2104" y="0"/>
                        <a:pt x="1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382"/>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Shape 1383"/>
        <p:cNvGrpSpPr/>
        <p:nvPr/>
      </p:nvGrpSpPr>
      <p:grpSpPr>
        <a:xfrm>
          <a:off x="0" y="0"/>
          <a:ext cx="0" cy="0"/>
          <a:chOff x="0" y="0"/>
          <a:chExt cx="0" cy="0"/>
        </a:xfrm>
      </p:grpSpPr>
      <p:sp>
        <p:nvSpPr>
          <p:cNvPr id="1384" name="Google Shape;1384;p34"/>
          <p:cNvSpPr txBox="1">
            <a:spLocks noGrp="1"/>
          </p:cNvSpPr>
          <p:nvPr>
            <p:ph type="title"/>
          </p:nvPr>
        </p:nvSpPr>
        <p:spPr>
          <a:xfrm>
            <a:off x="723450" y="511025"/>
            <a:ext cx="76971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endParaRPr/>
          </a:p>
        </p:txBody>
      </p:sp>
    </p:spTree>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slideLayouts/slideLayout13.xml" Type="http://schemas.openxmlformats.org/officeDocument/2006/relationships/slideLayout" /><Relationship Id="rId18" Target="../slideLayouts/slideLayout18.xml" Type="http://schemas.openxmlformats.org/officeDocument/2006/relationships/slideLayout" /><Relationship Id="rId26" Target="../slideLayouts/slideLayout26.xml" Type="http://schemas.openxmlformats.org/officeDocument/2006/relationships/slideLayout" /><Relationship Id="rId3" Target="../slideLayouts/slideLayout3.xml" Type="http://schemas.openxmlformats.org/officeDocument/2006/relationships/slideLayout" /><Relationship Id="rId21" Target="../slideLayouts/slideLayout21.xml" Type="http://schemas.openxmlformats.org/officeDocument/2006/relationships/slideLayout" /><Relationship Id="rId7" Target="../slideLayouts/slideLayout7.xml" Type="http://schemas.openxmlformats.org/officeDocument/2006/relationships/slideLayout" /><Relationship Id="rId12" Target="../slideLayouts/slideLayout12.xml" Type="http://schemas.openxmlformats.org/officeDocument/2006/relationships/slideLayout" /><Relationship Id="rId17" Target="../slideLayouts/slideLayout17.xml" Type="http://schemas.openxmlformats.org/officeDocument/2006/relationships/slideLayout" /><Relationship Id="rId25" Target="../slideLayouts/slideLayout25.xml" Type="http://schemas.openxmlformats.org/officeDocument/2006/relationships/slideLayout" /><Relationship Id="rId2" Target="../slideLayouts/slideLayout2.xml" Type="http://schemas.openxmlformats.org/officeDocument/2006/relationships/slideLayout" /><Relationship Id="rId16" Target="../slideLayouts/slideLayout16.xml" Type="http://schemas.openxmlformats.org/officeDocument/2006/relationships/slideLayout" /><Relationship Id="rId20" Target="../slideLayouts/slideLayout20.xml" Type="http://schemas.openxmlformats.org/officeDocument/2006/relationships/slideLayout" /><Relationship Id="rId29" Target="../slideLayouts/slideLayout29.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24" Target="../slideLayouts/slideLayout24.xml" Type="http://schemas.openxmlformats.org/officeDocument/2006/relationships/slideLayout" /><Relationship Id="rId5" Target="../slideLayouts/slideLayout5.xml" Type="http://schemas.openxmlformats.org/officeDocument/2006/relationships/slideLayout" /><Relationship Id="rId15" Target="../slideLayouts/slideLayout15.xml" Type="http://schemas.openxmlformats.org/officeDocument/2006/relationships/slideLayout" /><Relationship Id="rId23" Target="../slideLayouts/slideLayout23.xml" Type="http://schemas.openxmlformats.org/officeDocument/2006/relationships/slideLayout" /><Relationship Id="rId28" Target="../slideLayouts/slideLayout28.xml" Type="http://schemas.openxmlformats.org/officeDocument/2006/relationships/slideLayout" /><Relationship Id="rId10" Target="../slideLayouts/slideLayout10.xml" Type="http://schemas.openxmlformats.org/officeDocument/2006/relationships/slideLayout" /><Relationship Id="rId19" Target="../slideLayouts/slideLayout19.xml" Type="http://schemas.openxmlformats.org/officeDocument/2006/relationships/slideLayout" /><Relationship Id="rId31" Target="../theme/theme1.xml" Type="http://schemas.openxmlformats.org/officeDocument/2006/relationships/theme"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slideLayouts/slideLayout14.xml" Type="http://schemas.openxmlformats.org/officeDocument/2006/relationships/slideLayout" /><Relationship Id="rId22" Target="../slideLayouts/slideLayout22.xml" Type="http://schemas.openxmlformats.org/officeDocument/2006/relationships/slideLayout" /><Relationship Id="rId27" Target="../slideLayouts/slideLayout27.xml" Type="http://schemas.openxmlformats.org/officeDocument/2006/relationships/slideLayout" /><Relationship Id="rId30" Target="../slideLayouts/slideLayout30.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anchor="t" anchorCtr="0" bIns="91425" lIns="91425" rIns="91425" spcFirstLastPara="1" tIns="91425" wrap="square">
            <a:noAutofit/>
          </a:bodyPr>
          <a:lstStyle>
            <a:lvl1pPr lvl="0" rtl="0">
              <a:spcBef>
                <a:spcPts val="0"/>
              </a:spcBef>
              <a:spcAft>
                <a:spcPts val="0"/>
              </a:spcAft>
              <a:buClr>
                <a:schemeClr val="dk1"/>
              </a:buClr>
              <a:buSzPts val="2800"/>
              <a:buFont typeface="IBM Plex Mono"/>
              <a:buNone/>
              <a:defRPr b="1" sz="2800">
                <a:solidFill>
                  <a:schemeClr val="dk1"/>
                </a:solidFill>
                <a:latin typeface="IBM Plex Mono"/>
                <a:ea typeface="IBM Plex Mono"/>
                <a:cs typeface="IBM Plex Mono"/>
                <a:sym typeface="IBM Plex Mono"/>
              </a:defRPr>
            </a:lvl1pPr>
            <a:lvl2pPr lvl="1" rtl="0">
              <a:spcBef>
                <a:spcPts val="0"/>
              </a:spcBef>
              <a:spcAft>
                <a:spcPts val="0"/>
              </a:spcAft>
              <a:buClr>
                <a:schemeClr val="dk1"/>
              </a:buClr>
              <a:buSzPts val="2800"/>
              <a:buFont typeface="IBM Plex Mono"/>
              <a:buNone/>
              <a:defRPr b="1" sz="2800">
                <a:solidFill>
                  <a:schemeClr val="dk1"/>
                </a:solidFill>
                <a:latin typeface="IBM Plex Mono"/>
                <a:ea typeface="IBM Plex Mono"/>
                <a:cs typeface="IBM Plex Mono"/>
                <a:sym typeface="IBM Plex Mono"/>
              </a:defRPr>
            </a:lvl2pPr>
            <a:lvl3pPr lvl="2" rtl="0">
              <a:spcBef>
                <a:spcPts val="0"/>
              </a:spcBef>
              <a:spcAft>
                <a:spcPts val="0"/>
              </a:spcAft>
              <a:buClr>
                <a:schemeClr val="dk1"/>
              </a:buClr>
              <a:buSzPts val="2800"/>
              <a:buFont typeface="IBM Plex Mono"/>
              <a:buNone/>
              <a:defRPr b="1" sz="2800">
                <a:solidFill>
                  <a:schemeClr val="dk1"/>
                </a:solidFill>
                <a:latin typeface="IBM Plex Mono"/>
                <a:ea typeface="IBM Plex Mono"/>
                <a:cs typeface="IBM Plex Mono"/>
                <a:sym typeface="IBM Plex Mono"/>
              </a:defRPr>
            </a:lvl3pPr>
            <a:lvl4pPr lvl="3" rtl="0">
              <a:spcBef>
                <a:spcPts val="0"/>
              </a:spcBef>
              <a:spcAft>
                <a:spcPts val="0"/>
              </a:spcAft>
              <a:buClr>
                <a:schemeClr val="dk1"/>
              </a:buClr>
              <a:buSzPts val="2800"/>
              <a:buFont typeface="IBM Plex Mono"/>
              <a:buNone/>
              <a:defRPr b="1" sz="2800">
                <a:solidFill>
                  <a:schemeClr val="dk1"/>
                </a:solidFill>
                <a:latin typeface="IBM Plex Mono"/>
                <a:ea typeface="IBM Plex Mono"/>
                <a:cs typeface="IBM Plex Mono"/>
                <a:sym typeface="IBM Plex Mono"/>
              </a:defRPr>
            </a:lvl4pPr>
            <a:lvl5pPr lvl="4" rtl="0">
              <a:spcBef>
                <a:spcPts val="0"/>
              </a:spcBef>
              <a:spcAft>
                <a:spcPts val="0"/>
              </a:spcAft>
              <a:buClr>
                <a:schemeClr val="dk1"/>
              </a:buClr>
              <a:buSzPts val="2800"/>
              <a:buFont typeface="IBM Plex Mono"/>
              <a:buNone/>
              <a:defRPr b="1" sz="2800">
                <a:solidFill>
                  <a:schemeClr val="dk1"/>
                </a:solidFill>
                <a:latin typeface="IBM Plex Mono"/>
                <a:ea typeface="IBM Plex Mono"/>
                <a:cs typeface="IBM Plex Mono"/>
                <a:sym typeface="IBM Plex Mono"/>
              </a:defRPr>
            </a:lvl5pPr>
            <a:lvl6pPr lvl="5" rtl="0">
              <a:spcBef>
                <a:spcPts val="0"/>
              </a:spcBef>
              <a:spcAft>
                <a:spcPts val="0"/>
              </a:spcAft>
              <a:buClr>
                <a:schemeClr val="dk1"/>
              </a:buClr>
              <a:buSzPts val="2800"/>
              <a:buFont typeface="IBM Plex Mono"/>
              <a:buNone/>
              <a:defRPr b="1" sz="2800">
                <a:solidFill>
                  <a:schemeClr val="dk1"/>
                </a:solidFill>
                <a:latin typeface="IBM Plex Mono"/>
                <a:ea typeface="IBM Plex Mono"/>
                <a:cs typeface="IBM Plex Mono"/>
                <a:sym typeface="IBM Plex Mono"/>
              </a:defRPr>
            </a:lvl6pPr>
            <a:lvl7pPr lvl="6" rtl="0">
              <a:spcBef>
                <a:spcPts val="0"/>
              </a:spcBef>
              <a:spcAft>
                <a:spcPts val="0"/>
              </a:spcAft>
              <a:buClr>
                <a:schemeClr val="dk1"/>
              </a:buClr>
              <a:buSzPts val="2800"/>
              <a:buFont typeface="IBM Plex Mono"/>
              <a:buNone/>
              <a:defRPr b="1" sz="2800">
                <a:solidFill>
                  <a:schemeClr val="dk1"/>
                </a:solidFill>
                <a:latin typeface="IBM Plex Mono"/>
                <a:ea typeface="IBM Plex Mono"/>
                <a:cs typeface="IBM Plex Mono"/>
                <a:sym typeface="IBM Plex Mono"/>
              </a:defRPr>
            </a:lvl7pPr>
            <a:lvl8pPr lvl="7" rtl="0">
              <a:spcBef>
                <a:spcPts val="0"/>
              </a:spcBef>
              <a:spcAft>
                <a:spcPts val="0"/>
              </a:spcAft>
              <a:buClr>
                <a:schemeClr val="dk1"/>
              </a:buClr>
              <a:buSzPts val="2800"/>
              <a:buFont typeface="IBM Plex Mono"/>
              <a:buNone/>
              <a:defRPr b="1" sz="2800">
                <a:solidFill>
                  <a:schemeClr val="dk1"/>
                </a:solidFill>
                <a:latin typeface="IBM Plex Mono"/>
                <a:ea typeface="IBM Plex Mono"/>
                <a:cs typeface="IBM Plex Mono"/>
                <a:sym typeface="IBM Plex Mono"/>
              </a:defRPr>
            </a:lvl8pPr>
            <a:lvl9pPr lvl="8" rtl="0">
              <a:spcBef>
                <a:spcPts val="0"/>
              </a:spcBef>
              <a:spcAft>
                <a:spcPts val="0"/>
              </a:spcAft>
              <a:buClr>
                <a:schemeClr val="dk1"/>
              </a:buClr>
              <a:buSzPts val="2800"/>
              <a:buFont typeface="IBM Plex Mono"/>
              <a:buNone/>
              <a:defRPr b="1" sz="2800">
                <a:solidFill>
                  <a:schemeClr val="dk1"/>
                </a:solidFill>
                <a:latin typeface="IBM Plex Mono"/>
                <a:ea typeface="IBM Plex Mono"/>
                <a:cs typeface="IBM Plex Mono"/>
                <a:sym typeface="IBM Plex Mono"/>
              </a:defRPr>
            </a:lvl9pPr>
          </a:lstStyle>
          <a:p>
            <a:endParaRPr/>
          </a:p>
        </p:txBody>
      </p:sp>
      <p:sp>
        <p:nvSpPr>
          <p:cNvPr id="7" name="Google Shape;7;p1"/>
          <p:cNvSpPr txBox="1">
            <a:spLocks noGrp="1"/>
          </p:cNvSpPr>
          <p:nvPr>
            <p:ph idx="1" type="body"/>
          </p:nvPr>
        </p:nvSpPr>
        <p:spPr>
          <a:xfrm>
            <a:off x="713225" y="1152475"/>
            <a:ext cx="7717500" cy="3416400"/>
          </a:xfrm>
          <a:prstGeom prst="rect">
            <a:avLst/>
          </a:prstGeom>
          <a:noFill/>
          <a:ln>
            <a:noFill/>
          </a:ln>
        </p:spPr>
        <p:txBody>
          <a:bodyPr anchor="t" anchorCtr="0" bIns="91425" lIns="91425" rIns="91425" spcFirstLastPara="1" tIns="91425" wrap="square">
            <a:noAutofit/>
          </a:bodyPr>
          <a:lstStyle>
            <a:lvl1pPr indent="-317500" lvl="0" marL="457200">
              <a:lnSpc>
                <a:spcPct val="100000"/>
              </a:lnSpc>
              <a:spcBef>
                <a:spcPts val="0"/>
              </a:spcBef>
              <a:spcAft>
                <a:spcPts val="0"/>
              </a:spcAft>
              <a:buClr>
                <a:schemeClr val="dk1"/>
              </a:buClr>
              <a:buSzPts val="1400"/>
              <a:buFont typeface="Metrophobic"/>
              <a:buChar char="●"/>
              <a:defRPr>
                <a:solidFill>
                  <a:schemeClr val="dk1"/>
                </a:solidFill>
                <a:latin typeface="Metrophobic"/>
                <a:ea typeface="Metrophobic"/>
                <a:cs typeface="Metrophobic"/>
                <a:sym typeface="Metrophobic"/>
              </a:defRPr>
            </a:lvl1pPr>
            <a:lvl2pPr indent="-317500" lvl="1" marL="914400">
              <a:lnSpc>
                <a:spcPct val="100000"/>
              </a:lnSpc>
              <a:spcBef>
                <a:spcPts val="0"/>
              </a:spcBef>
              <a:spcAft>
                <a:spcPts val="0"/>
              </a:spcAft>
              <a:buClr>
                <a:schemeClr val="dk1"/>
              </a:buClr>
              <a:buSzPts val="1400"/>
              <a:buFont typeface="Metrophobic"/>
              <a:buChar char="○"/>
              <a:defRPr>
                <a:solidFill>
                  <a:schemeClr val="dk1"/>
                </a:solidFill>
                <a:latin typeface="Metrophobic"/>
                <a:ea typeface="Metrophobic"/>
                <a:cs typeface="Metrophobic"/>
                <a:sym typeface="Metrophobic"/>
              </a:defRPr>
            </a:lvl2pPr>
            <a:lvl3pPr indent="-317500" lvl="2" marL="1371600">
              <a:lnSpc>
                <a:spcPct val="100000"/>
              </a:lnSpc>
              <a:spcBef>
                <a:spcPts val="0"/>
              </a:spcBef>
              <a:spcAft>
                <a:spcPts val="0"/>
              </a:spcAft>
              <a:buClr>
                <a:schemeClr val="dk1"/>
              </a:buClr>
              <a:buSzPts val="1400"/>
              <a:buFont typeface="Metrophobic"/>
              <a:buChar char="■"/>
              <a:defRPr>
                <a:solidFill>
                  <a:schemeClr val="dk1"/>
                </a:solidFill>
                <a:latin typeface="Metrophobic"/>
                <a:ea typeface="Metrophobic"/>
                <a:cs typeface="Metrophobic"/>
                <a:sym typeface="Metrophobic"/>
              </a:defRPr>
            </a:lvl3pPr>
            <a:lvl4pPr indent="-317500" lvl="3" marL="1828800">
              <a:lnSpc>
                <a:spcPct val="100000"/>
              </a:lnSpc>
              <a:spcBef>
                <a:spcPts val="0"/>
              </a:spcBef>
              <a:spcAft>
                <a:spcPts val="0"/>
              </a:spcAft>
              <a:buClr>
                <a:schemeClr val="dk1"/>
              </a:buClr>
              <a:buSzPts val="1400"/>
              <a:buFont typeface="Metrophobic"/>
              <a:buChar char="●"/>
              <a:defRPr>
                <a:solidFill>
                  <a:schemeClr val="dk1"/>
                </a:solidFill>
                <a:latin typeface="Metrophobic"/>
                <a:ea typeface="Metrophobic"/>
                <a:cs typeface="Metrophobic"/>
                <a:sym typeface="Metrophobic"/>
              </a:defRPr>
            </a:lvl4pPr>
            <a:lvl5pPr indent="-317500" lvl="4" marL="2286000">
              <a:lnSpc>
                <a:spcPct val="100000"/>
              </a:lnSpc>
              <a:spcBef>
                <a:spcPts val="0"/>
              </a:spcBef>
              <a:spcAft>
                <a:spcPts val="0"/>
              </a:spcAft>
              <a:buClr>
                <a:schemeClr val="dk1"/>
              </a:buClr>
              <a:buSzPts val="1400"/>
              <a:buFont typeface="Metrophobic"/>
              <a:buChar char="○"/>
              <a:defRPr>
                <a:solidFill>
                  <a:schemeClr val="dk1"/>
                </a:solidFill>
                <a:latin typeface="Metrophobic"/>
                <a:ea typeface="Metrophobic"/>
                <a:cs typeface="Metrophobic"/>
                <a:sym typeface="Metrophobic"/>
              </a:defRPr>
            </a:lvl5pPr>
            <a:lvl6pPr indent="-317500" lvl="5" marL="2743200">
              <a:lnSpc>
                <a:spcPct val="100000"/>
              </a:lnSpc>
              <a:spcBef>
                <a:spcPts val="0"/>
              </a:spcBef>
              <a:spcAft>
                <a:spcPts val="0"/>
              </a:spcAft>
              <a:buClr>
                <a:schemeClr val="dk1"/>
              </a:buClr>
              <a:buSzPts val="1400"/>
              <a:buFont typeface="Metrophobic"/>
              <a:buChar char="■"/>
              <a:defRPr>
                <a:solidFill>
                  <a:schemeClr val="dk1"/>
                </a:solidFill>
                <a:latin typeface="Metrophobic"/>
                <a:ea typeface="Metrophobic"/>
                <a:cs typeface="Metrophobic"/>
                <a:sym typeface="Metrophobic"/>
              </a:defRPr>
            </a:lvl6pPr>
            <a:lvl7pPr indent="-317500" lvl="6" marL="3200400">
              <a:lnSpc>
                <a:spcPct val="100000"/>
              </a:lnSpc>
              <a:spcBef>
                <a:spcPts val="0"/>
              </a:spcBef>
              <a:spcAft>
                <a:spcPts val="0"/>
              </a:spcAft>
              <a:buClr>
                <a:schemeClr val="dk1"/>
              </a:buClr>
              <a:buSzPts val="1400"/>
              <a:buFont typeface="Metrophobic"/>
              <a:buChar char="●"/>
              <a:defRPr>
                <a:solidFill>
                  <a:schemeClr val="dk1"/>
                </a:solidFill>
                <a:latin typeface="Metrophobic"/>
                <a:ea typeface="Metrophobic"/>
                <a:cs typeface="Metrophobic"/>
                <a:sym typeface="Metrophobic"/>
              </a:defRPr>
            </a:lvl7pPr>
            <a:lvl8pPr indent="-317500" lvl="7" marL="3657600">
              <a:lnSpc>
                <a:spcPct val="100000"/>
              </a:lnSpc>
              <a:spcBef>
                <a:spcPts val="0"/>
              </a:spcBef>
              <a:spcAft>
                <a:spcPts val="0"/>
              </a:spcAft>
              <a:buClr>
                <a:schemeClr val="dk1"/>
              </a:buClr>
              <a:buSzPts val="1400"/>
              <a:buFont typeface="Metrophobic"/>
              <a:buChar char="○"/>
              <a:defRPr>
                <a:solidFill>
                  <a:schemeClr val="dk1"/>
                </a:solidFill>
                <a:latin typeface="Metrophobic"/>
                <a:ea typeface="Metrophobic"/>
                <a:cs typeface="Metrophobic"/>
                <a:sym typeface="Metrophobic"/>
              </a:defRPr>
            </a:lvl8pPr>
            <a:lvl9pPr indent="-317500" lvl="8" marL="4114800">
              <a:lnSpc>
                <a:spcPct val="100000"/>
              </a:lnSpc>
              <a:spcBef>
                <a:spcPts val="0"/>
              </a:spcBef>
              <a:spcAft>
                <a:spcPts val="0"/>
              </a:spcAft>
              <a:buClr>
                <a:schemeClr val="dk1"/>
              </a:buClr>
              <a:buSzPts val="1400"/>
              <a:buFont typeface="Metrophobic"/>
              <a:buChar char="■"/>
              <a:defRPr>
                <a:solidFill>
                  <a:schemeClr val="dk1"/>
                </a:solidFill>
                <a:latin typeface="Metrophobic"/>
                <a:ea typeface="Metrophobic"/>
                <a:cs typeface="Metrophobic"/>
                <a:sym typeface="Metrophobic"/>
              </a:defRPr>
            </a:lvl9pPr>
          </a:lstStyle>
          <a:p>
            <a:endParaRPr/>
          </a:p>
        </p:txBody>
      </p:sp>
    </p:spTree>
  </p:cSld>
  <p:clrMap accent1="accent1" accent2="accent2" accent3="accent3" accent4="accent4" accent5="accent5" accent6="accent6" bg1="lt1" bg2="dk2" folHlink="folHlink" hlink="hlink" tx1="dk1" tx2="lt2"/>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p:txStyles>
    <p:title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titleStyle>
    <p:body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bodyStyle>
    <p:other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3.xml" /><Relationship Id="rId3" Type="http://schemas.openxmlformats.org/officeDocument/2006/relationships/slide" Target="slide5.xml" /><Relationship Id="rId4" Type="http://schemas.openxmlformats.org/officeDocument/2006/relationships/slide" Target="slide6.xml" /><Relationship Id="rId5" Type="http://schemas.openxmlformats.org/officeDocument/2006/relationships/slide" Target="slide7.xml" /><Relationship Id="rId6" Type="http://schemas.openxmlformats.org/officeDocument/2006/relationships/slide" Target="slide8.xml" /><Relationship Id="rId7" Type="http://schemas.openxmlformats.org/officeDocument/2006/relationships/slide" Target="slide9.xml" /><Relationship Id="rId8" Type="http://schemas.openxmlformats.org/officeDocument/2006/relationships/slide" Target="slide10.xml" /><Relationship Id="rId9" Type="http://schemas.openxmlformats.org/officeDocument/2006/relationships/slide" Target="slide12.xml" /><Relationship Id="rId10" Type="http://schemas.openxmlformats.org/officeDocument/2006/relationships/slide" Target="slide13.xml" /><Relationship Id="rId11" Type="http://schemas.openxmlformats.org/officeDocument/2006/relationships/slide" Target="slide14.xml" /><Relationship Id="rId12" Type="http://schemas.openxmlformats.org/officeDocument/2006/relationships/slide" Target="slide16.xml" /><Relationship Id="rId13" Type="http://schemas.openxmlformats.org/officeDocument/2006/relationships/slide" Target="slide17.xml" /><Relationship Id="rId14" Type="http://schemas.openxmlformats.org/officeDocument/2006/relationships/slide" Target="slide18.xml" /><Relationship Id="rId15" Type="http://schemas.openxmlformats.org/officeDocument/2006/relationships/slide" Target="slide19.xml" /><Relationship Id="rId16" Type="http://schemas.openxmlformats.org/officeDocument/2006/relationships/slide" Target="slide20.xml" /><Relationship Id="rId17" Type="http://schemas.openxmlformats.org/officeDocument/2006/relationships/slide" Target="slide21.xml" /><Relationship Id="rId18" Type="http://schemas.openxmlformats.org/officeDocument/2006/relationships/slide" Target="slide22.xml" /><Relationship Id="rId19" Type="http://schemas.openxmlformats.org/officeDocument/2006/relationships/slide" Target="slide23.xml" /><Relationship Id="rId20" Type="http://schemas.openxmlformats.org/officeDocument/2006/relationships/slide" Target="slide24.xml" /><Relationship Id="rId21" Type="http://schemas.openxmlformats.org/officeDocument/2006/relationships/slide" Target="slide25.xml" /><Relationship Id="rId22" Type="http://schemas.openxmlformats.org/officeDocument/2006/relationships/slide" Target="slide26.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5.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6.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7.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8.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9.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0.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1.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2.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Optimisation du placement des antennes au Sénégal: cas Kédougou, Tambacounda et Matam</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SOMA Ben Idriss Diloma</a:t>
            </a:r>
          </a:p>
        </p:txBody>
      </p:sp>
      <p:sp>
        <p:nvSpPr>
          <p:cNvPr id="4" name="Date Placeholder 3"/>
          <p:cNvSpPr>
            <a:spLocks noGrp="1"/>
          </p:cNvSpPr>
          <p:nvPr>
            <p:ph idx="10" sz="half" type="dt"/>
          </p:nvPr>
        </p:nvSpPr>
        <p:spPr/>
        <p:txBody>
          <a:bodyPr/>
          <a:lstStyle/>
          <a:p>
            <a:pPr lvl="0" indent="0" marL="0">
              <a:buNone/>
            </a:pPr>
            <a:r>
              <a:rPr/>
              <a:t>2025-06-30</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Table of Contents</a:t>
            </a:r>
          </a:p>
        </p:txBody>
      </p:sp>
      <p:sp>
        <p:nvSpPr>
          <p:cNvPr id="3" name="Content Placeholder 2"/>
          <p:cNvSpPr>
            <a:spLocks noGrp="1"/>
          </p:cNvSpPr>
          <p:nvPr>
            <p:ph idx="1"/>
          </p:nvPr>
        </p:nvSpPr>
        <p:spPr/>
        <p:txBody>
          <a:bodyPr/>
          <a:lstStyle/>
          <a:p>
            <a:pPr lvl="0"/>
            <a:r>
              <a:rPr>
                <a:hlinkClick r:id="rId2" action="ppaction://hlinksldjump"/>
              </a:rPr>
              <a:t>Introduction Générale</a:t>
            </a:r>
          </a:p>
          <a:p>
            <a:pPr lvl="1"/>
            <a:r>
              <a:rPr>
                <a:hlinkClick r:id="rId3" action="ppaction://hlinksldjump"/>
              </a:rPr>
              <a:t>Contexte général</a:t>
            </a:r>
          </a:p>
          <a:p>
            <a:pPr lvl="1"/>
            <a:r>
              <a:rPr>
                <a:hlinkClick r:id="rId4" action="ppaction://hlinksldjump"/>
              </a:rPr>
              <a:t>Objectifs du projet</a:t>
            </a:r>
          </a:p>
          <a:p>
            <a:pPr lvl="1"/>
            <a:r>
              <a:rPr>
                <a:hlinkClick r:id="rId5" action="ppaction://hlinksldjump"/>
              </a:rPr>
              <a:t>Méthodologie</a:t>
            </a:r>
          </a:p>
          <a:p>
            <a:pPr lvl="1"/>
            <a:r>
              <a:rPr>
                <a:hlinkClick r:id="rId6" action="ppaction://hlinksldjump"/>
              </a:rPr>
              <a:t>Présentation du Sénégal et de la zone d’étude</a:t>
            </a:r>
          </a:p>
          <a:p>
            <a:pPr lvl="1"/>
            <a:r>
              <a:rPr>
                <a:hlinkClick r:id="rId7" action="ppaction://hlinksldjump"/>
              </a:rPr>
              <a:t>Zone d’étude</a:t>
            </a:r>
          </a:p>
          <a:p>
            <a:pPr lvl="1"/>
            <a:r>
              <a:rPr>
                <a:hlinkClick r:id="rId8" action="ppaction://hlinksldjump"/>
              </a:rPr>
              <a:t>Présentation des régions cibles</a:t>
            </a:r>
          </a:p>
          <a:p>
            <a:pPr lvl="1"/>
            <a:r>
              <a:rPr>
                <a:hlinkClick r:id="rId9" action="ppaction://hlinksldjump"/>
              </a:rPr>
              <a:t>Vue d’ensemble du Sénégal de la couverture reseau</a:t>
            </a:r>
          </a:p>
          <a:p>
            <a:pPr lvl="1"/>
            <a:r>
              <a:rPr>
                <a:hlinkClick r:id="rId10" action="ppaction://hlinksldjump"/>
              </a:rPr>
              <a:t>Carte de la couverture réseau</a:t>
            </a:r>
          </a:p>
          <a:p>
            <a:pPr lvl="1"/>
            <a:r>
              <a:rPr>
                <a:hlinkClick r:id="rId11" action="ppaction://hlinksldjump"/>
              </a:rPr>
              <a:t>#nouvelle page</a:t>
            </a:r>
          </a:p>
          <a:p>
            <a:pPr lvl="0"/>
            <a:r>
              <a:rPr>
                <a:hlinkClick r:id="rId12" action="ppaction://hlinksldjump"/>
              </a:rPr>
              <a:t>État de la couverture réseau</a:t>
            </a:r>
          </a:p>
          <a:p>
            <a:pPr lvl="1"/>
            <a:r>
              <a:rPr>
                <a:hlinkClick r:id="rId13" action="ppaction://hlinksldjump"/>
              </a:rPr>
              <a:t>Couverture par opérateur</a:t>
            </a:r>
          </a:p>
          <a:p>
            <a:pPr lvl="1"/>
            <a:r>
              <a:rPr>
                <a:hlinkClick r:id="rId14" action="ppaction://hlinksldjump"/>
              </a:rPr>
              <a:t>Analyse de la couverture</a:t>
            </a:r>
          </a:p>
          <a:p>
            <a:pPr lvl="0"/>
            <a:r>
              <a:rPr>
                <a:hlinkClick r:id="rId15" action="ppaction://hlinksldjump"/>
              </a:rPr>
              <a:t>Généralités sur les réseaux de télécommunication</a:t>
            </a:r>
          </a:p>
          <a:p>
            <a:pPr lvl="1"/>
            <a:r>
              <a:rPr>
                <a:hlinkClick r:id="rId16" action="ppaction://hlinksldjump"/>
              </a:rPr>
              <a:t>Canaux de communication</a:t>
            </a:r>
          </a:p>
          <a:p>
            <a:pPr lvl="1"/>
            <a:r>
              <a:rPr>
                <a:hlinkClick r:id="rId17" action="ppaction://hlinksldjump"/>
              </a:rPr>
              <a:t>Spectre de fréquence et modulation</a:t>
            </a:r>
          </a:p>
          <a:p>
            <a:pPr lvl="1"/>
            <a:r>
              <a:rPr>
                <a:hlinkClick r:id="rId18" action="ppaction://hlinksldjump"/>
              </a:rPr>
              <a:t>Modulation du signal</a:t>
            </a:r>
          </a:p>
          <a:p>
            <a:pPr lvl="1"/>
            <a:r>
              <a:rPr>
                <a:hlinkClick r:id="rId19" action="ppaction://hlinksldjump"/>
              </a:rPr>
              <a:t>Capacité d’un canal - Théorie de Shannon</a:t>
            </a:r>
          </a:p>
          <a:p>
            <a:pPr lvl="0"/>
            <a:r>
              <a:rPr>
                <a:hlinkClick r:id="rId20" action="ppaction://hlinksldjump"/>
              </a:rPr>
              <a:t>Propagation des ondes</a:t>
            </a:r>
          </a:p>
          <a:p>
            <a:pPr lvl="1"/>
            <a:r>
              <a:rPr>
                <a:hlinkClick r:id="rId21" action="ppaction://hlinksldjump"/>
              </a:rPr>
              <a:t>Modèle de Friis (espace libre)</a:t>
            </a:r>
          </a:p>
          <a:p>
            <a:pPr lvl="1"/>
            <a:r>
              <a:rPr>
                <a:hlinkClick r:id="rId22" action="ppaction://hlinksldjump"/>
              </a:rPr>
              <a:t>Simulation du modèle de Friis</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Introduction Générale</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La connectivité mobile reste inégale au Sénégal, surtout dans les zones rurales.</a:t>
            </a:r>
          </a:p>
          <a:p>
            <a:pPr lvl="0"/>
            <a:r>
              <a:rPr/>
              <a:t>Le placement des antennes est un levier stratégique pour :</a:t>
            </a:r>
          </a:p>
          <a:p>
            <a:pPr lvl="1"/>
            <a:r>
              <a:rPr/>
              <a:t>améliorer la </a:t>
            </a:r>
            <a:r>
              <a:rPr b="1"/>
              <a:t>couverture réseau</a:t>
            </a:r>
            <a:r>
              <a:rPr/>
              <a:t>,</a:t>
            </a:r>
          </a:p>
          <a:p>
            <a:pPr lvl="1"/>
            <a:r>
              <a:rPr b="1"/>
              <a:t>réduire les interférences</a:t>
            </a:r>
            <a:r>
              <a:rPr/>
              <a:t>,</a:t>
            </a:r>
          </a:p>
          <a:p>
            <a:pPr lvl="1"/>
            <a:r>
              <a:rPr/>
              <a:t>et </a:t>
            </a:r>
            <a:r>
              <a:rPr b="1"/>
              <a:t>optimiser les coûts</a:t>
            </a:r>
            <a:r>
              <a:rPr/>
              <a:t>.</a:t>
            </a:r>
          </a:p>
          <a:p>
            <a:pPr lvl="0"/>
            <a:r>
              <a:rPr/>
              <a:t>Le projet s’appuie sur un </a:t>
            </a:r>
            <a:r>
              <a:rPr b="1"/>
              <a:t>modèle de simulation</a:t>
            </a:r>
            <a:r>
              <a:rPr/>
              <a:t> tenant compte :</a:t>
            </a:r>
          </a:p>
          <a:p>
            <a:pPr lvl="1"/>
            <a:r>
              <a:rPr/>
              <a:t>de la </a:t>
            </a:r>
            <a:r>
              <a:rPr b="1"/>
              <a:t>propagation des ondes</a:t>
            </a:r>
            <a:r>
              <a:rPr/>
              <a:t>,</a:t>
            </a:r>
          </a:p>
          <a:p>
            <a:pPr lvl="1"/>
            <a:r>
              <a:rPr/>
              <a:t>des </a:t>
            </a:r>
            <a:r>
              <a:rPr b="1"/>
              <a:t>contraintes géographiques et budgétaires</a:t>
            </a:r>
            <a:r>
              <a:rPr/>
              <a:t>,</a:t>
            </a:r>
          </a:p>
          <a:p>
            <a:pPr lvl="1"/>
            <a:r>
              <a:rPr/>
              <a:t>et de l’</a:t>
            </a:r>
            <a:r>
              <a:rPr b="1"/>
              <a:t>allocation des fréquences</a:t>
            </a:r>
            <a:r>
              <a:rPr/>
              <a:t>.</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Contexte général</a:t>
            </a:r>
          </a:p>
        </p:txBody>
      </p:sp>
      <p:sp>
        <p:nvSpPr>
          <p:cNvPr id="3" name="Content Placeholder 2"/>
          <p:cNvSpPr>
            <a:spLocks noGrp="1"/>
          </p:cNvSpPr>
          <p:nvPr>
            <p:ph idx="1"/>
          </p:nvPr>
        </p:nvSpPr>
        <p:spPr/>
        <p:txBody>
          <a:bodyPr/>
          <a:lstStyle/>
          <a:p>
            <a:pPr lvl="0" indent="0" marL="0">
              <a:buNone/>
            </a:pPr>
            <a:r>
              <a:rPr b="1"/>
              <a:t>Problématique :</a:t>
            </a:r>
            <a:r>
              <a:rPr/>
              <a:t> Le placement des antennes de télécommunication est crucial pour assurer une couverture réseau optimale, surtout dans les régions rurales du Sénégal.</a:t>
            </a:r>
          </a:p>
          <a:p>
            <a:pPr lvl="0" indent="0" marL="0">
              <a:buNone/>
            </a:pPr>
            <a:r>
              <a:rPr b="1"/>
              <a:t>Défis de la connectivité au Sénégal :</a:t>
            </a:r>
          </a:p>
          <a:p>
            <a:pPr lvl="0"/>
            <a:r>
              <a:rPr/>
              <a:t>Couverture inégale entre zones urbaines et rurales</a:t>
            </a:r>
          </a:p>
          <a:p>
            <a:pPr lvl="0"/>
            <a:r>
              <a:rPr/>
              <a:t>Qualité de service limitée dans les zones reculées</a:t>
            </a:r>
          </a:p>
          <a:p>
            <a:pPr lvl="0"/>
            <a:r>
              <a:rPr/>
              <a:t>Fracture numérique impactant le développement</a:t>
            </a:r>
          </a:p>
          <a:p>
            <a:pPr lvl="0"/>
            <a:r>
              <a:rPr/>
              <a:t>Contraintes géographiques et économiques</a:t>
            </a:r>
          </a:p>
          <a:p>
            <a:pPr lvl="0" indent="0" marL="0">
              <a:buNone/>
            </a:pPr>
            <a:r>
              <a:rPr b="1"/>
              <a:t>Enjeux du placement des antennes :</a:t>
            </a:r>
          </a:p>
          <a:p>
            <a:pPr lvl="0"/>
            <a:r>
              <a:rPr/>
              <a:t>Assurer une couverture efficace</a:t>
            </a:r>
          </a:p>
          <a:p>
            <a:pPr lvl="0"/>
            <a:r>
              <a:rPr/>
              <a:t>Minimiser les interférences</a:t>
            </a:r>
          </a:p>
          <a:p>
            <a:pPr lvl="0"/>
            <a:r>
              <a:rPr/>
              <a:t>Optimiser les coûts d’installation</a:t>
            </a:r>
          </a:p>
          <a:p>
            <a:pPr lvl="0"/>
            <a:r>
              <a:rPr/>
              <a:t>Respecter les contraintes techniques</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Objectifs du projet</a:t>
            </a:r>
          </a:p>
        </p:txBody>
      </p:sp>
      <p:sp>
        <p:nvSpPr>
          <p:cNvPr id="3" name="Content Placeholder 2"/>
          <p:cNvSpPr>
            <a:spLocks noGrp="1"/>
          </p:cNvSpPr>
          <p:nvPr>
            <p:ph idx="1"/>
          </p:nvPr>
        </p:nvSpPr>
        <p:spPr/>
        <p:txBody>
          <a:bodyPr/>
          <a:lstStyle/>
          <a:p>
            <a:pPr lvl="0" indent="0" marL="0">
              <a:buNone/>
            </a:pPr>
            <a:r>
              <a:rPr b="1"/>
              <a:t>Objectif principal :</a:t>
            </a:r>
            <a:r>
              <a:rPr/>
              <a:t> Optimiser le placement des antennes pour une meilleure couverture réseau tout en réduisant les interférences</a:t>
            </a:r>
          </a:p>
          <a:p>
            <a:pPr lvl="0" indent="0" marL="0">
              <a:buNone/>
            </a:pPr>
            <a:r>
              <a:rPr b="1"/>
              <a:t>Objectifs spécifiques :</a:t>
            </a:r>
          </a:p>
          <a:p>
            <a:pPr lvl="0"/>
            <a:r>
              <a:rPr/>
              <a:t>Analyser la couverture réseau actuelle au Sénégal</a:t>
            </a:r>
          </a:p>
          <a:p>
            <a:pPr lvl="0"/>
            <a:r>
              <a:rPr/>
              <a:t>Identifier les zones prioritaires pour l’installation d’antennes</a:t>
            </a:r>
          </a:p>
          <a:p>
            <a:pPr lvl="0"/>
            <a:r>
              <a:rPr/>
              <a:t>Proposer un modèle de simulation pour le placement optimal des antennes</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Méthodologie</a:t>
            </a:r>
          </a:p>
        </p:txBody>
      </p:sp>
      <p:sp>
        <p:nvSpPr>
          <p:cNvPr id="3" name="Content Placeholder 2"/>
          <p:cNvSpPr>
            <a:spLocks noGrp="1"/>
          </p:cNvSpPr>
          <p:nvPr>
            <p:ph idx="1"/>
          </p:nvPr>
        </p:nvSpPr>
        <p:spPr/>
        <p:txBody>
          <a:bodyPr/>
          <a:lstStyle/>
          <a:p>
            <a:pPr lvl="0" indent="0" marL="0">
              <a:buNone/>
            </a:pPr>
            <a:r>
              <a:rPr b="1"/>
              <a:t>Étapes clés :</a:t>
            </a:r>
          </a:p>
          <a:p>
            <a:pPr lvl="0"/>
            <a:r>
              <a:rPr/>
              <a:t>Analyse des données de couverture réseau</a:t>
            </a:r>
          </a:p>
          <a:p>
            <a:pPr lvl="0"/>
            <a:r>
              <a:rPr/>
              <a:t>Modélisation de la propagation des ondes</a:t>
            </a:r>
          </a:p>
          <a:p>
            <a:pPr lvl="0"/>
            <a:r>
              <a:rPr/>
              <a:t>Simulation du placement des antennes</a:t>
            </a:r>
          </a:p>
          <a:p>
            <a:pPr lvl="0"/>
            <a:r>
              <a:rPr/>
              <a:t>Évaluation des performances du modèle</a:t>
            </a:r>
          </a:p>
          <a:p>
            <a:pPr lvl="0" indent="0" marL="0">
              <a:buNone/>
            </a:pPr>
            <a:r>
              <a:rPr b="1"/>
              <a:t>Résultats attendus :</a:t>
            </a:r>
          </a:p>
          <a:p>
            <a:pPr lvl="0"/>
            <a:r>
              <a:rPr/>
              <a:t>Amélioration de la couverture réseau dans les zones rurales</a:t>
            </a:r>
          </a:p>
          <a:p>
            <a:pPr lvl="0"/>
            <a:r>
              <a:rPr/>
              <a:t>Réduction des interférences entre antennes</a:t>
            </a:r>
          </a:p>
          <a:p>
            <a:pPr lvl="0"/>
            <a:r>
              <a:rPr/>
              <a:t>Optimisation des coûts d’installation et de maintenance</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Présentation du Sénégal et de la zone d’étude</a:t>
            </a:r>
          </a:p>
        </p:txBody>
      </p:sp>
      <p:graphicFrame>
        <p:nvGraphicFramePr>
          <p:cNvPr id="6" name="Content Placeholder 5"/>
          <p:cNvGraphicFramePr>
            <a:graphicFrameLocks noGrp="1"/>
          </p:cNvGraphicFramePr>
          <p:nvPr>
            <p:ph idx="1"/>
          </p:nvPr>
        </p:nvGraphicFramePr>
        <p:xfrm>
          <a:off x="0" y="0"/>
          <a:ext cx="9144000" cy="5143500"/>
        </p:xfrm>
        <a:graphic>
          <a:graphicData uri="http://schemas.openxmlformats.org/drawingml/2006/table">
            <a:tbl>
              <a:tblPr firstRow="1" bandRow="1">
                <a:tableStyleId>{0A962230-4F77-4ABE-9BE0-74B063F37B1E}</a:tableStyleId>
              </a:tblPr>
              <a:tblGrid>
                <a:gridCol w="6311900"/>
                <a:gridCol w="2832100"/>
              </a:tblGrid>
              <a:tr h="0">
                <a:tc>
                  <a:txBody>
                    <a:bodyPr/>
                    <a:lstStyle/>
                    <a:p>
                      <a:pPr lvl="0" indent="0" marL="0">
                        <a:buNone/>
                      </a:pPr>
                      <a:r>
                        <a:rPr/>
                        <a:t>Données démographiques et géographiques</a:t>
                      </a:r>
                    </a:p>
                  </a:txBody>
                  <a:tcPr/>
                </a:tc>
                <a:tc>
                  <a:txBody>
                    <a:bodyPr/>
                    <a:lstStyle/>
                    <a:p>
                      <a:pPr lvl="0" indent="0" marL="0">
                        <a:buNone/>
                      </a:pPr>
                      <a:r>
                        <a:rPr/>
                        <a:t>Carte du Sénégal</a:t>
                      </a:r>
                    </a:p>
                  </a:txBody>
                  <a:tcPr/>
                </a:tc>
              </a:tr>
              <a:tr h="0">
                <a:tc>
                  <a:txBody>
                    <a:bodyPr/>
                    <a:lstStyle/>
                    <a:p>
                      <a:pPr lvl="0" indent="0" marL="0">
                        <a:buNone/>
                      </a:pPr>
                      <a:r>
                        <a:rPr/>
                        <a:t>- Population : 18 593 258 (2024)</a:t>
                      </a:r>
                    </a:p>
                  </a:txBody>
                </a:tc>
                <a:tc>
                  <a:txBody>
                    <a:bodyPr/>
                    <a:lstStyle/>
                    <a:p>
                      <a:pPr lvl="0" indent="0" marL="0">
                        <a:buNone/>
                      </a:pPr>
                      <a:r>
                        <a:rPr/>
                        <a:t>Carte du Sénégal</a:t>
                      </a:r>
                    </a:p>
                  </a:txBody>
                </a:tc>
              </a:tr>
              <a:tr h="0">
                <a:tc>
                  <a:txBody>
                    <a:bodyPr/>
                    <a:lstStyle/>
                    <a:p>
                      <a:pPr lvl="0" indent="0" marL="0">
                        <a:buNone/>
                      </a:pPr>
                      <a:r>
                        <a:rPr/>
                        <a:t>- Superficie : 196 722 km²</a:t>
                      </a:r>
                    </a:p>
                  </a:txBody>
                </a:tc>
                <a:tc>
                  <a:txBody>
                    <a:bodyPr/>
                    <a:lstStyle/>
                    <a:p>
                      <a:endParaRPr/>
                    </a:p>
                  </a:txBody>
                </a:tc>
              </a:tr>
              <a:tr h="0">
                <a:tc>
                  <a:txBody>
                    <a:bodyPr/>
                    <a:lstStyle/>
                    <a:p>
                      <a:pPr lvl="0" indent="0" marL="0">
                        <a:buNone/>
                      </a:pPr>
                      <a:r>
                        <a:rPr/>
                        <a:t>- Taux d’urbanisation : ~54,7% (ANSD)</a:t>
                      </a:r>
                    </a:p>
                  </a:txBody>
                </a:tc>
                <a:tc>
                  <a:txBody>
                    <a:bodyPr/>
                    <a:lstStyle/>
                    <a:p>
                      <a:endParaRPr/>
                    </a:p>
                  </a:txBody>
                </a:tc>
              </a:tr>
              <a:tr h="0">
                <a:tc>
                  <a:txBody>
                    <a:bodyPr/>
                    <a:lstStyle/>
                    <a:p>
                      <a:pPr lvl="0" indent="0" marL="0">
                        <a:buNone/>
                      </a:pPr>
                      <a:r>
                        <a:rPr/>
                        <a:t>- Accès à Internet : ~58% (2022)</a:t>
                      </a:r>
                    </a:p>
                  </a:txBody>
                </a:tc>
                <a:tc>
                  <a:txBody>
                    <a:bodyPr/>
                    <a:lstStyle/>
                    <a:p>
                      <a:endParaRPr/>
                    </a:p>
                  </a:txBody>
                </a:tc>
              </a:tr>
              <a:tr h="0">
                <a:tc>
                  <a:txBody>
                    <a:bodyPr/>
                    <a:lstStyle/>
                    <a:p>
                      <a:pPr lvl="0" indent="0" marL="0">
                        <a:buNone/>
                      </a:pPr>
                      <a:r>
                        <a:rPr b="1"/>
                        <a:t>Répartition administrative :</a:t>
                      </a:r>
                    </a:p>
                  </a:txBody>
                </a:tc>
                <a:tc>
                  <a:txBody>
                    <a:bodyPr/>
                    <a:lstStyle/>
                    <a:p>
                      <a:endParaRPr/>
                    </a:p>
                  </a:txBody>
                </a:tc>
              </a:tr>
              <a:tr h="0">
                <a:tc>
                  <a:txBody>
                    <a:bodyPr/>
                    <a:lstStyle/>
                    <a:p>
                      <a:pPr lvl="0" indent="0" marL="0">
                        <a:buNone/>
                      </a:pPr>
                      <a:r>
                        <a:rPr/>
                        <a:t>- 14 régions administratives</a:t>
                      </a:r>
                    </a:p>
                  </a:txBody>
                </a:tc>
                <a:tc>
                  <a:txBody>
                    <a:bodyPr/>
                    <a:lstStyle/>
                    <a:p>
                      <a:endParaRPr/>
                    </a:p>
                  </a:txBody>
                </a:tc>
              </a:tr>
              <a:tr h="0">
                <a:tc>
                  <a:txBody>
                    <a:bodyPr/>
                    <a:lstStyle/>
                    <a:p>
                      <a:pPr lvl="0" indent="0" marL="0">
                        <a:buNone/>
                      </a:pPr>
                      <a:r>
                        <a:rPr/>
                        <a:t>- Concentration des infrastructures dans l’ouest</a:t>
                      </a:r>
                    </a:p>
                  </a:txBody>
                </a:tc>
                <a:tc>
                  <a:txBody>
                    <a:bodyPr/>
                    <a:lstStyle/>
                    <a:p>
                      <a:endParaRPr/>
                    </a:p>
                  </a:txBody>
                </a:tc>
              </a:tr>
              <a:tr h="0">
                <a:tc>
                  <a:txBody>
                    <a:bodyPr/>
                    <a:lstStyle/>
                    <a:p>
                      <a:pPr lvl="0" indent="0" marL="0">
                        <a:buNone/>
                      </a:pPr>
                      <a:r>
                        <a:rPr/>
                        <a:t>- Zones rurales sous-connectées</a:t>
                      </a:r>
                    </a:p>
                  </a:txBody>
                </a:tc>
                <a:tc>
                  <a:txBody>
                    <a:bodyPr/>
                    <a:lstStyle/>
                    <a:p>
                      <a:endParaRPr/>
                    </a:p>
                  </a:txBody>
                </a:tc>
              </a:tr>
            </a:tbl>
          </a:graphicData>
        </a:graphic>
      </p:graphicFrame>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Zone d’étude</a:t>
            </a:r>
          </a:p>
        </p:txBody>
      </p:sp>
      <p:sp>
        <p:nvSpPr>
          <p:cNvPr id="3" name="Content Placeholder 2"/>
          <p:cNvSpPr>
            <a:spLocks noGrp="1"/>
          </p:cNvSpPr>
          <p:nvPr>
            <p:ph idx="1"/>
          </p:nvPr>
        </p:nvSpPr>
        <p:spPr/>
        <p:txBody>
          <a:bodyPr/>
          <a:lstStyle/>
          <a:p>
            <a:pPr lvl="0" indent="0" marL="0">
              <a:buNone/>
            </a:pPr>
            <a:r>
              <a:rPr/>
              <a:t>Nous nous concentrons sur trois régions du Sénégal : Kédougou, Tambacounda et Matam. Ces régions présentent des défis uniques en matière de connectivité mobile, notamment en raison de leur géographie et de leur densité de population. Ces régions présente,nt des taux de couverture réseau de .</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Présentation des régions cibles</a:t>
            </a:r>
          </a:p>
        </p:txBody>
      </p:sp>
      <p:sp>
        <p:nvSpPr>
          <p:cNvPr id="4" name="Text Placeholder 3"/>
          <p:cNvSpPr>
            <a:spLocks noGrp="1"/>
          </p:cNvSpPr>
          <p:nvPr>
            <p:ph idx="2" sz="half" type="body"/>
          </p:nvPr>
        </p:nvSpPr>
        <p:spPr/>
        <p:txBody>
          <a:bodyPr/>
          <a:lstStyle/>
          <a:p>
            <a:pPr lvl="0" indent="0" marL="0">
              <a:buNone/>
            </a:pPr>
            <a:r>
              <a:rPr b="1"/>
              <a:t>Régions étudiées :</a:t>
            </a:r>
            <a:r>
              <a:rPr/>
              <a:t> Kédougou, Tambacounda et Matam </a:t>
            </a:r>
            <a:r>
              <a:rPr b="1"/>
              <a:t>Caractéristiques géographiques :</a:t>
            </a:r>
            <a:r>
              <a:rPr/>
              <a:t> - </a:t>
            </a:r>
            <a:r>
              <a:rPr b="1"/>
              <a:t>Kédougou :</a:t>
            </a:r>
            <a:r>
              <a:rPr/>
              <a:t> Région montagneuse, densité de population faible, accès limité aux infrastructures. - </a:t>
            </a:r>
            <a:r>
              <a:rPr b="1"/>
              <a:t>Tambacounda :</a:t>
            </a:r>
            <a:r>
              <a:rPr/>
              <a:t> Grande région avec des zones rurales étendues, accès limité à Internet. - </a:t>
            </a:r>
            <a:r>
              <a:rPr b="1"/>
              <a:t>Matam :</a:t>
            </a:r>
            <a:r>
              <a:rPr/>
              <a:t> Région frontalière avec des défis d’accès aux services de télécommunication, population majoritairement rurale.</a:t>
            </a:r>
          </a:p>
          <a:p>
            <a:pPr lvl="0" indent="0" marL="0">
              <a:buNone/>
            </a:pPr>
            <a:r>
              <a:rPr b="1"/>
              <a:t>Caractéristiques communes :</a:t>
            </a:r>
          </a:p>
          <a:p>
            <a:pPr lvl="0"/>
            <a:r>
              <a:rPr/>
              <a:t>Situées dans la partie orientale du Sénégal</a:t>
            </a:r>
          </a:p>
          <a:p>
            <a:pPr lvl="0"/>
            <a:r>
              <a:rPr/>
              <a:t>Diversité géographique et culturelle</a:t>
            </a:r>
          </a:p>
          <a:p>
            <a:pPr lvl="0"/>
            <a:r>
              <a:rPr/>
              <a:t>Faible taux de couverture réseau</a:t>
            </a:r>
          </a:p>
          <a:p>
            <a:pPr lvl="0" indent="0" marL="0">
              <a:spcBef>
                <a:spcPts val="3000"/>
              </a:spcBef>
              <a:buNone/>
            </a:pPr>
            <a:r>
              <a:rPr b="1"/>
              <a:t>Disparités importantes urbain/rural</a:t>
            </a:r>
          </a:p>
        </p:txBody>
      </p:sp>
      <p:pic>
        <p:nvPicPr>
          <p:cNvPr descr="images/carte%20senegal.png" id="0" name="Picture 1"/>
          <p:cNvPicPr>
            <a:picLocks noGrp="1" noChangeAspect="1"/>
          </p:cNvPicPr>
          <p:nvPr/>
        </p:nvPicPr>
        <p:blipFill>
          <a:blip r:embed="rId2"/>
          <a:stretch>
            <a:fillRect/>
          </a:stretch>
        </p:blipFill>
        <p:spPr bwMode="auto">
          <a:xfrm>
            <a:off x="3568700" y="685800"/>
            <a:ext cx="5105400" cy="3403600"/>
          </a:xfrm>
          <a:prstGeom prst="rect">
            <a:avLst/>
          </a:prstGeom>
          <a:noFill/>
          <a:ln w="9525">
            <a:noFill/>
            <a:headEnd/>
            <a:tailEnd/>
          </a:ln>
        </p:spPr>
      </p:pic>
      <p:sp>
        <p:nvSpPr>
          <p:cNvPr id="7" name="Slide Number Placeholder 6"/>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Défis spécifiques :</a:t>
            </a:r>
          </a:p>
          <a:p>
            <a:pPr lvl="0"/>
            <a:r>
              <a:rPr/>
              <a:t>Manque d’infrastructures de télécommunication</a:t>
            </a:r>
          </a:p>
          <a:p>
            <a:pPr lvl="0"/>
            <a:r>
              <a:rPr/>
              <a:t>Accès limité à Internet et services mobiles</a:t>
            </a:r>
          </a:p>
          <a:p>
            <a:pPr lvl="0"/>
            <a:r>
              <a:rPr/>
              <a:t>Population principalement rurale</a:t>
            </a:r>
          </a:p>
          <a:p>
            <a:pPr lvl="0"/>
            <a:r>
              <a:rPr/>
              <a:t>Contraintes géographiques importantes</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Vue d’ensemble du Sénégal de la couverture reseau</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Carte de la couverture réseau</a:t>
            </a:r>
          </a:p>
        </p:txBody>
      </p:sp>
      <p:pic>
        <p:nvPicPr>
          <p:cNvPr descr="images/carte_couverture_2G.png" id="0" name="Picture 1"/>
          <p:cNvPicPr>
            <a:picLocks noGrp="1" noChangeAspect="1"/>
          </p:cNvPicPr>
          <p:nvPr/>
        </p:nvPicPr>
        <p:blipFill>
          <a:blip r:embed="rId2"/>
          <a:stretch>
            <a:fillRect/>
          </a:stretch>
        </p:blipFill>
        <p:spPr bwMode="auto">
          <a:xfrm>
            <a:off x="1358900" y="0"/>
            <a:ext cx="6426200" cy="5143500"/>
          </a:xfrm>
          <a:prstGeom prst="rect">
            <a:avLst/>
          </a:prstGeom>
          <a:noFill/>
          <a:ln w="9525">
            <a:noFill/>
            <a:headEnd/>
            <a:tailEnd/>
          </a:ln>
        </p:spPr>
      </p:pic>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#nouvelle page</a:t>
            </a:r>
          </a:p>
        </p:txBody>
      </p:sp>
      <p:pic>
        <p:nvPicPr>
          <p:cNvPr descr="images/carte_couverture_3G.png" id="0" name="Picture 1"/>
          <p:cNvPicPr>
            <a:picLocks noGrp="1" noChangeAspect="1"/>
          </p:cNvPicPr>
          <p:nvPr/>
        </p:nvPicPr>
        <p:blipFill>
          <a:blip r:embed="rId2"/>
          <a:stretch>
            <a:fillRect/>
          </a:stretch>
        </p:blipFill>
        <p:spPr bwMode="auto">
          <a:xfrm>
            <a:off x="1358900" y="0"/>
            <a:ext cx="6426200" cy="5143500"/>
          </a:xfrm>
          <a:prstGeom prst="rect">
            <a:avLst/>
          </a:prstGeom>
          <a:noFill/>
          <a:ln w="9525">
            <a:noFill/>
            <a:headEnd/>
            <a:tailEnd/>
          </a:ln>
        </p:spPr>
      </p:pic>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carte_couverture_4G.png" id="0" name="Picture 1"/>
          <p:cNvPicPr>
            <a:picLocks noGrp="1" noChangeAspect="1"/>
          </p:cNvPicPr>
          <p:nvPr/>
        </p:nvPicPr>
        <p:blipFill>
          <a:blip r:embed="rId2"/>
          <a:stretch>
            <a:fillRect/>
          </a:stretch>
        </p:blipFill>
        <p:spPr bwMode="auto">
          <a:xfrm>
            <a:off x="1358900" y="0"/>
            <a:ext cx="6426200" cy="5143500"/>
          </a:xfrm>
          <a:prstGeom prst="rect">
            <a:avLst/>
          </a:prstGeom>
          <a:noFill/>
          <a:ln w="9525">
            <a:noFill/>
            <a:headEnd/>
            <a:tailEnd/>
          </a:ln>
        </p:spPr>
      </p:pic>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État de la couverture réseau</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Couverture par opérateur</a:t>
            </a:r>
          </a:p>
        </p:txBody>
      </p:sp>
      <p:pic>
        <p:nvPicPr>
          <p:cNvPr descr="ppt_files/figure-pptx/operator-coverage-1.png" id="0" name="Picture 1"/>
          <p:cNvPicPr>
            <a:picLocks noGrp="1" noChangeAspect="1"/>
          </p:cNvPicPr>
          <p:nvPr/>
        </p:nvPicPr>
        <p:blipFill>
          <a:blip r:embed="rId2"/>
          <a:stretch>
            <a:fillRect/>
          </a:stretch>
        </p:blipFill>
        <p:spPr bwMode="auto">
          <a:xfrm>
            <a:off x="457200" y="0"/>
            <a:ext cx="8242300" cy="4635500"/>
          </a:xfrm>
          <a:prstGeom prst="rect">
            <a:avLst/>
          </a:prstGeom>
          <a:noFill/>
          <a:ln w="9525">
            <a:noFill/>
            <a:headEnd/>
            <a:tailEnd/>
          </a:ln>
        </p:spPr>
      </p:pic>
      <p:sp>
        <p:nvSpPr>
          <p:cNvPr id="1" name="TextBox 3"/>
          <p:cNvSpPr txBox="1"/>
          <p:nvPr/>
        </p:nvSpPr>
        <p:spPr>
          <a:xfrm>
            <a:off x="0" y="4635500"/>
            <a:ext cx="9144000" cy="508000"/>
          </a:xfrm>
          <a:prstGeom prst="rect">
            <a:avLst/>
          </a:prstGeom>
          <a:noFill/>
        </p:spPr>
        <p:txBody>
          <a:bodyPr/>
          <a:lstStyle/>
          <a:p>
            <a:pPr lvl="0" indent="0" marL="0" algn="ctr">
              <a:buNone/>
            </a:pPr>
            <a:r>
              <a:rPr/>
              <a:t>Comparaison de la couverture par opérateur</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Analyse de la couverture</a:t>
            </a:r>
          </a:p>
        </p:txBody>
      </p:sp>
      <p:sp>
        <p:nvSpPr>
          <p:cNvPr id="3" name="Content Placeholder 2"/>
          <p:cNvSpPr>
            <a:spLocks noGrp="1"/>
          </p:cNvSpPr>
          <p:nvPr>
            <p:ph idx="1"/>
          </p:nvPr>
        </p:nvSpPr>
        <p:spPr/>
        <p:txBody>
          <a:bodyPr/>
          <a:lstStyle/>
          <a:p>
            <a:pPr lvl="0" indent="0" marL="0">
              <a:buNone/>
            </a:pPr>
            <a:r>
              <a:rPr b="1"/>
              <a:t>Constats principaux :</a:t>
            </a:r>
          </a:p>
          <a:p>
            <a:pPr lvl="0"/>
            <a:r>
              <a:rPr/>
              <a:t>Orange : réseau le plus étendu (95% à Dakar, mais zones blanches rurales)</a:t>
            </a:r>
          </a:p>
          <a:p>
            <a:pPr lvl="0"/>
            <a:r>
              <a:rPr/>
              <a:t>Free : couverture concentrée en zones urbaines (90% à Dakar)</a:t>
            </a:r>
          </a:p>
          <a:p>
            <a:pPr lvl="0"/>
            <a:r>
              <a:rPr/>
              <a:t>Expresso : couverture la plus faible (85% à Dakar, &lt;50% zones rurales)</a:t>
            </a:r>
          </a:p>
          <a:p>
            <a:pPr lvl="0" indent="0" marL="0">
              <a:buNone/>
            </a:pPr>
            <a:r>
              <a:rPr b="1"/>
              <a:t>Disparités régionales :</a:t>
            </a:r>
          </a:p>
          <a:p>
            <a:pPr lvl="0"/>
            <a:r>
              <a:rPr/>
              <a:t>Kédougou et Tambacounda : couverture &lt;50% tous opérateurs</a:t>
            </a:r>
          </a:p>
          <a:p>
            <a:pPr lvl="0"/>
            <a:r>
              <a:rPr/>
              <a:t>Matam : couverture variable selon l’opérateur</a:t>
            </a:r>
          </a:p>
          <a:p>
            <a:pPr lvl="0"/>
            <a:r>
              <a:rPr/>
              <a:t>Concentration des infrastructures dans l’ouest du pays</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Généralités sur les réseaux de télécommunication</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Canaux de communication</a:t>
            </a:r>
          </a:p>
        </p:txBody>
      </p:sp>
      <p:sp>
        <p:nvSpPr>
          <p:cNvPr id="3" name="Content Placeholder 2"/>
          <p:cNvSpPr>
            <a:spLocks noGrp="1"/>
          </p:cNvSpPr>
          <p:nvPr>
            <p:ph idx="1"/>
          </p:nvPr>
        </p:nvSpPr>
        <p:spPr/>
        <p:txBody>
          <a:bodyPr/>
          <a:lstStyle/>
          <a:p>
            <a:pPr lvl="0" indent="0" marL="0">
              <a:buNone/>
            </a:pPr>
            <a:r>
              <a:rPr b="1"/>
              <a:t>Définition :</a:t>
            </a:r>
            <a:r>
              <a:rPr/>
              <a:t> Médium de transmission d’information permettant l’acheminement d’un message</a:t>
            </a:r>
          </a:p>
          <a:p>
            <a:pPr lvl="0" indent="0" marL="0">
              <a:buNone/>
            </a:pPr>
            <a:r>
              <a:rPr b="1"/>
              <a:t>Types de supports :</a:t>
            </a:r>
          </a:p>
          <a:p>
            <a:pPr lvl="0"/>
            <a:r>
              <a:rPr/>
              <a:t>Support physique (câble)</a:t>
            </a:r>
          </a:p>
          <a:p>
            <a:pPr lvl="0"/>
            <a:r>
              <a:rPr/>
              <a:t>Support logique (canal radio)</a:t>
            </a:r>
          </a:p>
          <a:p>
            <a:pPr lvl="0" indent="0" marL="0">
              <a:buNone/>
            </a:pPr>
            <a:r>
              <a:rPr b="1"/>
              <a:t>Caractéristiques importantes :</a:t>
            </a:r>
          </a:p>
          <a:p>
            <a:pPr lvl="0"/>
            <a:r>
              <a:rPr/>
              <a:t>Bande passante du canal</a:t>
            </a:r>
          </a:p>
          <a:p>
            <a:pPr lvl="0"/>
            <a:r>
              <a:rPr/>
              <a:t>Capacité de transmission</a:t>
            </a:r>
          </a:p>
          <a:p>
            <a:pPr lvl="0"/>
            <a:r>
              <a:rPr/>
              <a:t>Susceptibilité aux interférences</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Spectre de fréquence et modulation</a:t>
            </a:r>
          </a:p>
        </p:txBody>
      </p:sp>
      <p:pic>
        <p:nvPicPr>
          <p:cNvPr descr="ppt_files/figure-pptx/frequency-spectrum-1.png" id="0" name="Picture 1"/>
          <p:cNvPicPr>
            <a:picLocks noGrp="1" noChangeAspect="1"/>
          </p:cNvPicPr>
          <p:nvPr/>
        </p:nvPicPr>
        <p:blipFill>
          <a:blip r:embed="rId2"/>
          <a:stretch>
            <a:fillRect/>
          </a:stretch>
        </p:blipFill>
        <p:spPr bwMode="auto">
          <a:xfrm>
            <a:off x="457200" y="0"/>
            <a:ext cx="8242300" cy="4635500"/>
          </a:xfrm>
          <a:prstGeom prst="rect">
            <a:avLst/>
          </a:prstGeom>
          <a:noFill/>
          <a:ln w="9525">
            <a:noFill/>
            <a:headEnd/>
            <a:tailEnd/>
          </a:ln>
        </p:spPr>
      </p:pic>
      <p:sp>
        <p:nvSpPr>
          <p:cNvPr id="1" name="TextBox 3"/>
          <p:cNvSpPr txBox="1"/>
          <p:nvPr/>
        </p:nvSpPr>
        <p:spPr>
          <a:xfrm>
            <a:off x="0" y="4635500"/>
            <a:ext cx="9144000" cy="508000"/>
          </a:xfrm>
          <a:prstGeom prst="rect">
            <a:avLst/>
          </a:prstGeom>
          <a:noFill/>
        </p:spPr>
        <p:txBody>
          <a:bodyPr/>
          <a:lstStyle/>
          <a:p>
            <a:pPr lvl="0" indent="0" marL="0" algn="ctr">
              <a:buNone/>
            </a:pPr>
            <a:r>
              <a:rPr/>
              <a:t>Spectre de fréquence d’un signal</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Modulation du signal</a:t>
            </a:r>
          </a:p>
        </p:txBody>
      </p:sp>
      <p:pic>
        <p:nvPicPr>
          <p:cNvPr descr="ppt_files/figure-pptx/modulation-1.png" id="0" name="Picture 1"/>
          <p:cNvPicPr>
            <a:picLocks noGrp="1" noChangeAspect="1"/>
          </p:cNvPicPr>
          <p:nvPr/>
        </p:nvPicPr>
        <p:blipFill>
          <a:blip r:embed="rId2"/>
          <a:stretch>
            <a:fillRect/>
          </a:stretch>
        </p:blipFill>
        <p:spPr bwMode="auto">
          <a:xfrm>
            <a:off x="457200" y="0"/>
            <a:ext cx="8242300" cy="4635500"/>
          </a:xfrm>
          <a:prstGeom prst="rect">
            <a:avLst/>
          </a:prstGeom>
          <a:noFill/>
          <a:ln w="9525">
            <a:noFill/>
            <a:headEnd/>
            <a:tailEnd/>
          </a:ln>
        </p:spPr>
      </p:pic>
      <p:sp>
        <p:nvSpPr>
          <p:cNvPr id="1" name="TextBox 3"/>
          <p:cNvSpPr txBox="1"/>
          <p:nvPr/>
        </p:nvSpPr>
        <p:spPr>
          <a:xfrm>
            <a:off x="0" y="4635500"/>
            <a:ext cx="9144000" cy="508000"/>
          </a:xfrm>
          <a:prstGeom prst="rect">
            <a:avLst/>
          </a:prstGeom>
          <a:noFill/>
        </p:spPr>
        <p:txBody>
          <a:bodyPr/>
          <a:lstStyle/>
          <a:p>
            <a:pPr lvl="0" indent="0" marL="0" algn="ctr">
              <a:buNone/>
            </a:pPr>
            <a:r>
              <a:rPr/>
              <a:t>Modulation d’un signal</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Capacité d’un canal - Théorie de Shannon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Formule de Shannon :</a:t>
                </a:r>
              </a:p>
              <a:p>
                <a:pPr lvl="0" indent="0" marL="0">
                  <a:buNone/>
                </a:pPr>
                <a14:m>
                  <m:oMathPara xmlns:m="http://schemas.openxmlformats.org/officeDocument/2006/math">
                    <m:oMathParaPr>
                      <m:jc m:val="center"/>
                    </m:oMathParaPr>
                    <m:oMath>
                      <m:sSub>
                        <m:e>
                          <m:r>
                            <m:t>C</m:t>
                          </m:r>
                        </m:e>
                        <m:sub>
                          <m:r>
                            <m:t>I</m:t>
                          </m:r>
                        </m:sub>
                      </m:sSub>
                      <m:r>
                        <m:rPr>
                          <m:sty m:val="p"/>
                        </m:rPr>
                        <m:t>=</m:t>
                      </m:r>
                      <m:r>
                        <m:t>Δ</m:t>
                      </m:r>
                      <m:r>
                        <m:t>f</m:t>
                      </m:r>
                      <m:r>
                        <m:rPr>
                          <m:sty m:val="p"/>
                        </m:rPr>
                        <m:t>⋅</m:t>
                      </m:r>
                      <m:sSub>
                        <m:e>
                          <m:r>
                            <m:rPr>
                              <m:sty m:val="p"/>
                            </m:rPr>
                            <m:t>log</m:t>
                          </m:r>
                        </m:e>
                        <m:sub>
                          <m:r>
                            <m:t>2</m:t>
                          </m:r>
                        </m:sub>
                      </m:sSub>
                      <m:d>
                        <m:dPr>
                          <m:begChr m:val="("/>
                          <m:endChr m:val=")"/>
                          <m:sepChr m:val=""/>
                          <m:grow/>
                        </m:dPr>
                        <m:e>
                          <m:r>
                            <m:t>1</m:t>
                          </m:r>
                          <m:r>
                            <m:rPr>
                              <m:sty m:val="p"/>
                            </m:rPr>
                            <m:t>+</m:t>
                          </m:r>
                          <m:f>
                            <m:fPr>
                              <m:type m:val="bar"/>
                            </m:fPr>
                            <m:num>
                              <m:sSub>
                                <m:e>
                                  <m:r>
                                    <m:t>P</m:t>
                                  </m:r>
                                </m:e>
                                <m:sub>
                                  <m:r>
                                    <m:t>S</m:t>
                                  </m:r>
                                </m:sub>
                              </m:sSub>
                            </m:num>
                            <m:den>
                              <m:sSub>
                                <m:e>
                                  <m:r>
                                    <m:t>P</m:t>
                                  </m:r>
                                </m:e>
                                <m:sub>
                                  <m:r>
                                    <m:t>N</m:t>
                                  </m:r>
                                </m:sub>
                              </m:sSub>
                            </m:den>
                          </m:f>
                        </m:e>
                      </m:d>
                    </m:oMath>
                  </m:oMathPara>
                </a14:m>
              </a:p>
              <a:p>
                <a:pPr lvl="0" indent="0" marL="0">
                  <a:buNone/>
                </a:pPr>
                <a:r>
                  <a:rPr b="1"/>
                  <a:t>Où :</a:t>
                </a:r>
              </a:p>
              <a:p>
                <a:pPr lvl="0"/>
                <a14:m>
                  <m:oMath xmlns:m="http://schemas.openxmlformats.org/officeDocument/2006/math">
                    <m:sSub>
                      <m:e>
                        <m:r>
                          <m:t>C</m:t>
                        </m:r>
                      </m:e>
                      <m:sub>
                        <m:r>
                          <m:t>I</m:t>
                        </m:r>
                      </m:sub>
                    </m:sSub>
                  </m:oMath>
                </a14:m>
                <a:r>
                  <a:rPr/>
                  <a:t> : capacité du canal (bits/s)</a:t>
                </a:r>
              </a:p>
              <a:p>
                <a:pPr lvl="0"/>
                <a14:m>
                  <m:oMath xmlns:m="http://schemas.openxmlformats.org/officeDocument/2006/math">
                    <m:r>
                      <m:t>Δ</m:t>
                    </m:r>
                    <m:r>
                      <m:t>f</m:t>
                    </m:r>
                  </m:oMath>
                </a14:m>
                <a:r>
                  <a:rPr/>
                  <a:t> : largeur de bande (Hz)</a:t>
                </a:r>
              </a:p>
              <a:p>
                <a:pPr lvl="0"/>
                <a14:m>
                  <m:oMath xmlns:m="http://schemas.openxmlformats.org/officeDocument/2006/math">
                    <m:sSub>
                      <m:e>
                        <m:r>
                          <m:t>P</m:t>
                        </m:r>
                      </m:e>
                      <m:sub>
                        <m:r>
                          <m:t>S</m:t>
                        </m:r>
                      </m:sub>
                    </m:sSub>
                  </m:oMath>
                </a14:m>
                <a:r>
                  <a:rPr/>
                  <a:t> : puissance du signal reçu</a:t>
                </a:r>
              </a:p>
              <a:p>
                <a:pPr lvl="0"/>
                <a14:m>
                  <m:oMath xmlns:m="http://schemas.openxmlformats.org/officeDocument/2006/math">
                    <m:sSub>
                      <m:e>
                        <m:r>
                          <m:t>P</m:t>
                        </m:r>
                      </m:e>
                      <m:sub>
                        <m:r>
                          <m:t>N</m:t>
                        </m:r>
                      </m:sub>
                    </m:sSub>
                  </m:oMath>
                </a14:m>
                <a:r>
                  <a:rPr/>
                  <a:t> : puissance du bruit</a:t>
                </a:r>
              </a:p>
              <a:p>
                <a:pPr lvl="0" indent="0" marL="0">
                  <a:buNone/>
                </a:pPr>
                <a:r>
                  <a:rPr b="1"/>
                  <a:t>Implications :</a:t>
                </a:r>
              </a:p>
              <a:p>
                <a:pPr lvl="0"/>
                <a:r>
                  <a:rPr/>
                  <a:t>Plus la bande passante est large, plus la capacité est élevée</a:t>
                </a:r>
              </a:p>
              <a:p>
                <a:pPr lvl="0"/>
                <a:r>
                  <a:rPr/>
                  <a:t>Importance du rapport signal/bruit (SNR)</a:t>
                </a:r>
              </a:p>
              <a:p>
                <a:pPr lvl="0"/>
                <a:r>
                  <a:rPr/>
                  <a:t>Nécessité de gérer efficacement le spectre</a:t>
                </a:r>
              </a:p>
            </p:txBody>
          </p:sp>
        </mc:Choice>
      </mc:AlternateContent>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Propagation des ondes</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Modèle de Friis (espace libre)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Équation de Friis :</a:t>
                </a:r>
              </a:p>
              <a:p>
                <a:pPr lvl="0" indent="0" marL="0">
                  <a:buNone/>
                </a:pPr>
                <a14:m>
                  <m:oMathPara xmlns:m="http://schemas.openxmlformats.org/officeDocument/2006/math">
                    <m:oMathParaPr>
                      <m:jc m:val="center"/>
                    </m:oMathParaPr>
                    <m:oMath>
                      <m:sSub>
                        <m:e>
                          <m:r>
                            <m:t>P</m:t>
                          </m:r>
                        </m:e>
                        <m:sub>
                          <m:r>
                            <m:t>r</m:t>
                          </m:r>
                        </m:sub>
                      </m:sSub>
                      <m:d>
                        <m:dPr>
                          <m:begChr m:val="("/>
                          <m:endChr m:val=")"/>
                          <m:sepChr m:val=""/>
                          <m:grow/>
                        </m:dPr>
                        <m:e>
                          <m:r>
                            <m:t>d</m:t>
                          </m:r>
                        </m:e>
                      </m:d>
                      <m:r>
                        <m:rPr>
                          <m:sty m:val="p"/>
                        </m:rPr>
                        <m:t>=</m:t>
                      </m:r>
                      <m:f>
                        <m:fPr>
                          <m:type m:val="bar"/>
                        </m:fPr>
                        <m:num>
                          <m:sSub>
                            <m:e>
                              <m:r>
                                <m:t>P</m:t>
                              </m:r>
                            </m:e>
                            <m:sub>
                              <m:r>
                                <m:t>t</m:t>
                              </m:r>
                            </m:sub>
                          </m:sSub>
                          <m:sSub>
                            <m:e>
                              <m:r>
                                <m:t>G</m:t>
                              </m:r>
                            </m:e>
                            <m:sub>
                              <m:r>
                                <m:t>t</m:t>
                              </m:r>
                            </m:sub>
                          </m:sSub>
                          <m:sSub>
                            <m:e>
                              <m:r>
                                <m:t>G</m:t>
                              </m:r>
                            </m:e>
                            <m:sub>
                              <m:r>
                                <m:t>r</m:t>
                              </m:r>
                            </m:sub>
                          </m:sSub>
                          <m:sSup>
                            <m:e>
                              <m:r>
                                <m:t>λ</m:t>
                              </m:r>
                            </m:e>
                            <m:sup>
                              <m:r>
                                <m:t>2</m:t>
                              </m:r>
                            </m:sup>
                          </m:sSup>
                        </m:num>
                        <m:den>
                          <m:sSup>
                            <m:e>
                              <m:d>
                                <m:dPr>
                                  <m:begChr m:val="("/>
                                  <m:endChr m:val=")"/>
                                  <m:sepChr m:val=""/>
                                  <m:grow/>
                                </m:dPr>
                                <m:e>
                                  <m:r>
                                    <m:t>4</m:t>
                                  </m:r>
                                  <m:r>
                                    <m:t>π</m:t>
                                  </m:r>
                                  <m:r>
                                    <m:t>d</m:t>
                                  </m:r>
                                </m:e>
                              </m:d>
                            </m:e>
                            <m:sup>
                              <m:r>
                                <m:t>2</m:t>
                              </m:r>
                            </m:sup>
                          </m:sSup>
                          <m:r>
                            <m:t>L</m:t>
                          </m:r>
                        </m:den>
                      </m:f>
                    </m:oMath>
                  </m:oMathPara>
                </a14:m>
              </a:p>
              <a:p>
                <a:pPr lvl="0" indent="0" marL="0">
                  <a:buNone/>
                </a:pPr>
                <a:r>
                  <a:rPr b="1"/>
                  <a:t>En fonction de la fréquence :</a:t>
                </a:r>
              </a:p>
              <a:p>
                <a:pPr lvl="0" indent="0" marL="0">
                  <a:buNone/>
                </a:pPr>
                <a14:m>
                  <m:oMathPara xmlns:m="http://schemas.openxmlformats.org/officeDocument/2006/math">
                    <m:oMathParaPr>
                      <m:jc m:val="center"/>
                    </m:oMathParaPr>
                    <m:oMath>
                      <m:sSub>
                        <m:e>
                          <m:r>
                            <m:t>P</m:t>
                          </m:r>
                        </m:e>
                        <m:sub>
                          <m:r>
                            <m:t>r</m:t>
                          </m:r>
                        </m:sub>
                      </m:sSub>
                      <m:d>
                        <m:dPr>
                          <m:begChr m:val="("/>
                          <m:endChr m:val=")"/>
                          <m:sepChr m:val=""/>
                          <m:grow/>
                        </m:dPr>
                        <m:e>
                          <m:r>
                            <m:t>d</m:t>
                          </m:r>
                        </m:e>
                      </m:d>
                      <m:r>
                        <m:rPr>
                          <m:sty m:val="p"/>
                        </m:rPr>
                        <m:t>=</m:t>
                      </m:r>
                      <m:f>
                        <m:fPr>
                          <m:type m:val="bar"/>
                        </m:fPr>
                        <m:num>
                          <m:sSub>
                            <m:e>
                              <m:r>
                                <m:t>P</m:t>
                              </m:r>
                            </m:e>
                            <m:sub>
                              <m:r>
                                <m:t>e</m:t>
                              </m:r>
                            </m:sub>
                          </m:sSub>
                          <m:sSub>
                            <m:e>
                              <m:r>
                                <m:t>G</m:t>
                              </m:r>
                            </m:e>
                            <m:sub>
                              <m:r>
                                <m:t>e</m:t>
                              </m:r>
                            </m:sub>
                          </m:sSub>
                          <m:sSub>
                            <m:e>
                              <m:r>
                                <m:t>G</m:t>
                              </m:r>
                            </m:e>
                            <m:sub>
                              <m:r>
                                <m:t>r</m:t>
                              </m:r>
                            </m:sub>
                          </m:sSub>
                          <m:sSup>
                            <m:e>
                              <m:r>
                                <m:t>c</m:t>
                              </m:r>
                            </m:e>
                            <m:sup>
                              <m:r>
                                <m:t>2</m:t>
                              </m:r>
                            </m:sup>
                          </m:sSup>
                        </m:num>
                        <m:den>
                          <m:sSup>
                            <m:e>
                              <m:d>
                                <m:dPr>
                                  <m:begChr m:val="("/>
                                  <m:endChr m:val=")"/>
                                  <m:sepChr m:val=""/>
                                  <m:grow/>
                                </m:dPr>
                                <m:e>
                                  <m:r>
                                    <m:t>4</m:t>
                                  </m:r>
                                  <m:r>
                                    <m:t>π</m:t>
                                  </m:r>
                                  <m:r>
                                    <m:t>d</m:t>
                                  </m:r>
                                  <m:r>
                                    <m:t>f</m:t>
                                  </m:r>
                                </m:e>
                              </m:d>
                            </m:e>
                            <m:sup>
                              <m:r>
                                <m:t>2</m:t>
                              </m:r>
                            </m:sup>
                          </m:sSup>
                        </m:den>
                      </m:f>
                    </m:oMath>
                  </m:oMathPara>
                </a14:m>
              </a:p>
              <a:p>
                <a:pPr lvl="0" indent="0" marL="0">
                  <a:buNone/>
                </a:pPr>
                <a:r>
                  <a:rPr b="1"/>
                  <a:t>Points clés :</a:t>
                </a:r>
              </a:p>
              <a:p>
                <a:pPr lvl="0"/>
                <a:r>
                  <a:rPr/>
                  <a:t>Atténuation proportionnelle à </a:t>
                </a:r>
                <a14:m>
                  <m:oMath xmlns:m="http://schemas.openxmlformats.org/officeDocument/2006/math">
                    <m:sSup>
                      <m:e>
                        <m:r>
                          <m:t>d</m:t>
                        </m:r>
                      </m:e>
                      <m:sup>
                        <m:r>
                          <m:rPr>
                            <m:sty m:val="p"/>
                          </m:rPr>
                          <m:t>−</m:t>
                        </m:r>
                        <m:r>
                          <m:t>2</m:t>
                        </m:r>
                      </m:sup>
                    </m:sSup>
                  </m:oMath>
                </a14:m>
              </a:p>
              <a:p>
                <a:pPr lvl="0"/>
                <a:r>
                  <a:rPr/>
                  <a:t>Dépendance à </a:t>
                </a:r>
                <a14:m>
                  <m:oMath xmlns:m="http://schemas.openxmlformats.org/officeDocument/2006/math">
                    <m:sSup>
                      <m:e>
                        <m:r>
                          <m:t>f</m:t>
                        </m:r>
                      </m:e>
                      <m:sup>
                        <m:r>
                          <m:rPr>
                            <m:sty m:val="p"/>
                          </m:rPr>
                          <m:t>−</m:t>
                        </m:r>
                        <m:r>
                          <m:t>2</m:t>
                        </m:r>
                      </m:sup>
                    </m:sSup>
                  </m:oMath>
                </a14:m>
                <a:r>
                  <a:rPr/>
                  <a:t> : hautes fréquences portent moins loin</a:t>
                </a:r>
              </a:p>
              <a:p>
                <a:pPr lvl="0"/>
                <a:r>
                  <a:rPr/>
                  <a:t>Modèle idéalisé sans obstacles</a:t>
                </a:r>
              </a:p>
            </p:txBody>
          </p:sp>
        </mc:Choice>
      </mc:AlternateContent>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Simulation du modèle de Friis</a:t>
            </a:r>
          </a:p>
        </p:txBody>
      </p:sp>
      <p:pic>
        <p:nvPicPr>
          <p:cNvPr descr="ppt_files/figure-pptx/friis-model-1.png" id="0" name="Picture 1"/>
          <p:cNvPicPr>
            <a:picLocks noGrp="1" noChangeAspect="1"/>
          </p:cNvPicPr>
          <p:nvPr/>
        </p:nvPicPr>
        <p:blipFill>
          <a:blip r:embed="rId2"/>
          <a:stretch>
            <a:fillRect/>
          </a:stretch>
        </p:blipFill>
        <p:spPr bwMode="auto">
          <a:xfrm>
            <a:off x="457200" y="0"/>
            <a:ext cx="8242300" cy="4635500"/>
          </a:xfrm>
          <a:prstGeom prst="rect">
            <a:avLst/>
          </a:prstGeom>
          <a:noFill/>
          <a:ln w="9525">
            <a:noFill/>
            <a:headEnd/>
            <a:tailEnd/>
          </a:ln>
        </p:spPr>
      </p:pic>
      <p:sp>
        <p:nvSpPr>
          <p:cNvPr id="1" name="TextBox 3"/>
          <p:cNvSpPr txBox="1"/>
          <p:nvPr/>
        </p:nvSpPr>
        <p:spPr>
          <a:xfrm>
            <a:off x="0" y="4635500"/>
            <a:ext cx="9144000" cy="508000"/>
          </a:xfrm>
          <a:prstGeom prst="rect">
            <a:avLst/>
          </a:prstGeom>
          <a:noFill/>
        </p:spPr>
        <p:txBody>
          <a:bodyPr/>
          <a:lstStyle/>
          <a:p>
            <a:pPr lvl="0" indent="0" marL="0" algn="ctr">
              <a:buNone/>
            </a:pPr>
            <a:r>
              <a:rPr/>
              <a:t>Propagation des ondes en espace libre</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theme/theme1.xml><?xml version="1.0" encoding="utf-8"?>
<a:theme xmlns:a="http://schemas.openxmlformats.org/drawingml/2006/main" name="International Telecommunications Day by Slidesgo">
  <a:themeElements>
    <a:clrScheme name="Simple Light">
      <a:dk1>
        <a:srgbClr val="434343"/>
      </a:dk1>
      <a:lt1>
        <a:srgbClr val="EFEFEF"/>
      </a:lt1>
      <a:dk2>
        <a:srgbClr val="B9C5C3"/>
      </a:dk2>
      <a:lt2>
        <a:srgbClr val="ABC6B7"/>
      </a:lt2>
      <a:accent1>
        <a:srgbClr val="7187B8"/>
      </a:accent1>
      <a:accent2>
        <a:srgbClr val="325995"/>
      </a:accent2>
      <a:accent3>
        <a:srgbClr val="D63427"/>
      </a:accent3>
      <a:accent4>
        <a:srgbClr val="EB9796"/>
      </a:accent4>
      <a:accent5>
        <a:srgbClr val="FFFFFF"/>
      </a:accent5>
      <a:accent6>
        <a:srgbClr val="FFFFFF"/>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2134</Words>
  <Application>Microsoft Office PowerPoint</Application>
  <PresentationFormat>Affichage à l'écran (16:9)</PresentationFormat>
  <Paragraphs>372</Paragraphs>
  <Slides>56</Slides>
  <Notes>56</Notes>
  <HiddenSlides>0</HiddenSlides>
  <MMClips>0</MMClips>
  <ScaleCrop>false</ScaleCrop>
  <HeadingPairs>
    <vt:vector size="6" baseType="variant">
      <vt:variant>
        <vt:lpstr>Polices utilisées</vt:lpstr>
      </vt:variant>
      <vt:variant>
        <vt:i4>12</vt:i4>
      </vt:variant>
      <vt:variant>
        <vt:lpstr>Thème</vt:lpstr>
      </vt:variant>
      <vt:variant>
        <vt:i4>2</vt:i4>
      </vt:variant>
      <vt:variant>
        <vt:lpstr>Titres des diapositives</vt:lpstr>
      </vt:variant>
      <vt:variant>
        <vt:i4>56</vt:i4>
      </vt:variant>
    </vt:vector>
  </HeadingPairs>
  <TitlesOfParts>
    <vt:vector size="70" baseType="lpstr">
      <vt:lpstr>IBM Plex Mono</vt:lpstr>
      <vt:lpstr>Metrophobic</vt:lpstr>
      <vt:lpstr>Roboto Medium</vt:lpstr>
      <vt:lpstr>Nunito Light</vt:lpstr>
      <vt:lpstr>Arial</vt:lpstr>
      <vt:lpstr>IBM Plex Mono SemiBold</vt:lpstr>
      <vt:lpstr>Bebas Neue</vt:lpstr>
      <vt:lpstr>Amatic SC</vt:lpstr>
      <vt:lpstr>Calibri</vt:lpstr>
      <vt:lpstr>Anaheim</vt:lpstr>
      <vt:lpstr>Proxima Nova</vt:lpstr>
      <vt:lpstr>Proxima Nova Semibold</vt:lpstr>
      <vt:lpstr>International Telecommunications Day by Slidesgo</vt:lpstr>
      <vt:lpstr>Slidesgo Final Pages</vt:lpstr>
      <vt:lpstr>Día internacional de las telecomunicaciones</vt:lpstr>
      <vt:lpstr>Contenido de esta plantilla</vt:lpstr>
      <vt:lpstr>Tabla de contenidos</vt:lpstr>
      <vt:lpstr>Guau!</vt:lpstr>
      <vt:lpstr>Nombre de la sección</vt:lpstr>
      <vt:lpstr>¿Necesitas un texto más largo?</vt:lpstr>
      <vt:lpstr>Usos del internet</vt:lpstr>
      <vt:lpstr>Este es el título de la diapositiva</vt:lpstr>
      <vt:lpstr>¿Necesitas dividir el contenido?</vt:lpstr>
      <vt:lpstr>Aquí hay tres ideas importantes</vt:lpstr>
      <vt:lpstr>Divide el contenido en cuatro ideas</vt:lpstr>
      <vt:lpstr>Repasar conceptos es una buena idea</vt:lpstr>
      <vt:lpstr>Palabras asombrosas</vt:lpstr>
      <vt:lpstr>—Alguien Famoso</vt:lpstr>
      <vt:lpstr>Una imagen vale más que mil palabras</vt:lpstr>
      <vt:lpstr>Una imagen siempre refuerza el concepto</vt:lpstr>
      <vt:lpstr>4,498,300</vt:lpstr>
      <vt:lpstr>9h 55m 23s</vt:lpstr>
      <vt:lpstr>¿Y si usas porcentajes?</vt:lpstr>
      <vt:lpstr>Mockup de ordenador</vt:lpstr>
      <vt:lpstr>Mockup de tablet</vt:lpstr>
      <vt:lpstr>Mockup de teléfono</vt:lpstr>
      <vt:lpstr>Esto es un mapa</vt:lpstr>
      <vt:lpstr>Aquí tienes una línea de tiempo</vt:lpstr>
      <vt:lpstr>Una tabla para representar datos</vt:lpstr>
      <vt:lpstr>Puedes usar esta gráfica</vt:lpstr>
      <vt:lpstr>Nuestro equipo</vt:lpstr>
      <vt:lpstr>Nombre de la sección</vt:lpstr>
      <vt:lpstr>Evolución del entretenimiento</vt:lpstr>
      <vt:lpstr>Las infografías siempre son útiles</vt:lpstr>
      <vt:lpstr>Evolución de las telecomunicaciones</vt:lpstr>
      <vt:lpstr>Aspectos destacados del día</vt:lpstr>
      <vt:lpstr>Nombre de la sección</vt:lpstr>
      <vt:lpstr>Horario de actividades</vt:lpstr>
      <vt:lpstr>¡Gracias!</vt:lpstr>
      <vt:lpstr>Pack de iconos</vt:lpstr>
      <vt:lpstr>Recursos alternativos</vt:lpstr>
      <vt:lpstr>Recursos</vt:lpstr>
      <vt:lpstr>Instructions for use</vt:lpstr>
      <vt:lpstr>Instructions for use (premium users)</vt:lpstr>
      <vt:lpstr>Fonts &amp; colors used</vt:lpstr>
      <vt:lpstr>Storyset</vt:lpstr>
      <vt:lpstr>Use our editable graphic resources...</vt:lpstr>
      <vt:lpstr>Présentation PowerPoint</vt:lpstr>
      <vt:lpstr>Présentation PowerPoint</vt:lpstr>
      <vt:lpstr>Présentation PowerPoint</vt:lpstr>
      <vt:lpstr>Présentation PowerPoint</vt:lpstr>
      <vt:lpstr>Présentation PowerPoint</vt:lpstr>
      <vt:lpstr>...and our sets of editable icons</vt:lpstr>
      <vt:lpstr>Présentation PowerPoint</vt:lpstr>
      <vt:lpstr>Présentation PowerPoint</vt:lpstr>
      <vt:lpstr>Présentation PowerPoint</vt:lpstr>
      <vt:lpstr>Présentation PowerPoint</vt:lpstr>
      <vt:lpstr>Nature Icons</vt:lpstr>
      <vt:lpstr>SEO &amp; Marketing Icons</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Optimisation du placement des antennes au Sénégal: cas Kédougou, Tambacounda et Matam</dc:title>
  <dc:creator>SOMA Ben Idriss Diloma</dc:creator>
  <cp:keywords/>
  <dcterms:created xsi:type="dcterms:W3CDTF">2025-06-30T10:35:46Z</dcterms:created>
  <dcterms:modified xsi:type="dcterms:W3CDTF">2025-06-30T10:35:46Z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2025-06-30</vt:lpwstr>
  </property>
  <property fmtid="{D5CDD505-2E9C-101B-9397-08002B2CF9AE}" pid="3" name="output">
    <vt:lpwstr/>
  </property>
</Properties>
</file>